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1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2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2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29" name="PlaceHolder 4"/>
          <p:cNvSpPr>
            <a:spLocks noGrp="1"/>
          </p:cNvSpPr>
          <p:nvPr>
            <p:ph type="dt" idx="58"/>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30" name="PlaceHolder 5"/>
          <p:cNvSpPr>
            <a:spLocks noGrp="1"/>
          </p:cNvSpPr>
          <p:nvPr>
            <p:ph type="ftr" idx="59"/>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31" name="PlaceHolder 6"/>
          <p:cNvSpPr>
            <a:spLocks noGrp="1"/>
          </p:cNvSpPr>
          <p:nvPr>
            <p:ph type="sldNum" idx="60"/>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6AE88B95-7241-4DF0-84FB-19809F676B5E}"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380880" y="685800"/>
            <a:ext cx="6094800" cy="3427920"/>
          </a:xfrm>
          <a:prstGeom prst="rect">
            <a:avLst/>
          </a:prstGeom>
          <a:ln w="0">
            <a:noFill/>
          </a:ln>
        </p:spPr>
      </p:sp>
      <p:sp>
        <p:nvSpPr>
          <p:cNvPr id="37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73" name="PlaceHolder 3"/>
          <p:cNvSpPr>
            <a:spLocks noGrp="1"/>
          </p:cNvSpPr>
          <p:nvPr>
            <p:ph type="sldNum" idx="61"/>
          </p:nvPr>
        </p:nvSpPr>
        <p:spPr>
          <a:xfrm>
            <a:off x="3884760" y="8685360"/>
            <a:ext cx="2970720" cy="4561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29B680ED-EDD9-43F7-88B4-8F4294A52DB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A143808-51D3-4420-A81B-E19871E73D8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040" cy="6867360"/>
            <a:chOff x="0" y="-8640"/>
            <a:chExt cx="12191040" cy="6867360"/>
          </a:xfrm>
        </p:grpSpPr>
        <p:cxnSp>
          <p:nvCxnSpPr>
            <p:cNvPr id="32" name="Straight Connector 19"/>
            <p:cNvCxnSpPr/>
            <p:nvPr/>
          </p:nvCxnSpPr>
          <p:spPr>
            <a:xfrm>
              <a:off x="9370800" y="0"/>
              <a:ext cx="1220400" cy="6859080"/>
            </a:xfrm>
            <a:prstGeom prst="straightConnector1">
              <a:avLst/>
            </a:prstGeom>
            <a:ln cap="rnd" w="9525">
              <a:solidFill>
                <a:srgbClr val="bfbfbf"/>
              </a:solidFill>
              <a:round/>
            </a:ln>
          </p:spPr>
        </p:cxnSp>
        <p:cxnSp>
          <p:nvCxnSpPr>
            <p:cNvPr id="3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43"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44"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EB1C155-351C-4CB7-8854-5CF87DAAE94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48" name="TextBox 23"/>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49" name="TextBox 24"/>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50" name="Group 6"/>
          <p:cNvGrpSpPr/>
          <p:nvPr/>
        </p:nvGrpSpPr>
        <p:grpSpPr>
          <a:xfrm>
            <a:off x="0" y="-8640"/>
            <a:ext cx="12191040" cy="6867360"/>
            <a:chOff x="0" y="-8640"/>
            <a:chExt cx="12191040" cy="6867360"/>
          </a:xfrm>
        </p:grpSpPr>
        <p:cxnSp>
          <p:nvCxnSpPr>
            <p:cNvPr id="51" name="Straight Connector 19"/>
            <p:cNvCxnSpPr/>
            <p:nvPr/>
          </p:nvCxnSpPr>
          <p:spPr>
            <a:xfrm>
              <a:off x="9370800" y="0"/>
              <a:ext cx="1220400" cy="6859080"/>
            </a:xfrm>
            <a:prstGeom prst="straightConnector1">
              <a:avLst/>
            </a:prstGeom>
            <a:ln cap="rnd" w="9525">
              <a:solidFill>
                <a:srgbClr val="bfbfbf"/>
              </a:solidFill>
              <a:round/>
            </a:ln>
          </p:spPr>
        </p:cxnSp>
        <p:cxnSp>
          <p:nvCxnSpPr>
            <p:cNvPr id="5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61" name="PlaceHolder 1"/>
          <p:cNvSpPr>
            <a:spLocks noGrp="1"/>
          </p:cNvSpPr>
          <p:nvPr>
            <p:ph type="title"/>
          </p:nvPr>
        </p:nvSpPr>
        <p:spPr>
          <a:xfrm>
            <a:off x="685800" y="609480"/>
            <a:ext cx="858708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62"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64" name="PlaceHolder 4"/>
          <p:cNvSpPr>
            <a:spLocks noGrp="1"/>
          </p:cNvSpPr>
          <p:nvPr>
            <p:ph type="dt" idx="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5"/>
          <p:cNvSpPr>
            <a:spLocks noGrp="1"/>
          </p:cNvSpPr>
          <p:nvPr>
            <p:ph type="ftr" idx="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6"/>
          <p:cNvSpPr>
            <a:spLocks noGrp="1"/>
          </p:cNvSpPr>
          <p:nvPr>
            <p:ph type="sldNum" idx="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93B758C-B8D6-4098-9CB1-2C552516B99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040" cy="6867360"/>
            <a:chOff x="0" y="-8640"/>
            <a:chExt cx="12191040" cy="6867360"/>
          </a:xfrm>
        </p:grpSpPr>
        <p:cxnSp>
          <p:nvCxnSpPr>
            <p:cNvPr id="68" name="Straight Connector 19"/>
            <p:cNvCxnSpPr/>
            <p:nvPr/>
          </p:nvCxnSpPr>
          <p:spPr>
            <a:xfrm>
              <a:off x="9370800" y="0"/>
              <a:ext cx="1220400" cy="6859080"/>
            </a:xfrm>
            <a:prstGeom prst="straightConnector1">
              <a:avLst/>
            </a:prstGeom>
            <a:ln cap="rnd" w="9525">
              <a:solidFill>
                <a:srgbClr val="bfbfbf"/>
              </a:solidFill>
              <a:round/>
            </a:ln>
          </p:spPr>
        </p:cxnSp>
        <p:cxnSp>
          <p:nvCxnSpPr>
            <p:cNvPr id="69"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7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80" name="PlaceHolder 3"/>
          <p:cNvSpPr>
            <a:spLocks noGrp="1"/>
          </p:cNvSpPr>
          <p:nvPr>
            <p:ph type="dt" idx="1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1" name="PlaceHolder 4"/>
          <p:cNvSpPr>
            <a:spLocks noGrp="1"/>
          </p:cNvSpPr>
          <p:nvPr>
            <p:ph type="ftr" idx="1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2" name="PlaceHolder 5"/>
          <p:cNvSpPr>
            <a:spLocks noGrp="1"/>
          </p:cNvSpPr>
          <p:nvPr>
            <p:ph type="sldNum" idx="1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5B29EAA-0FD8-4A0E-B855-FF4DD0E4943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3" name="Group 6"/>
          <p:cNvGrpSpPr/>
          <p:nvPr/>
        </p:nvGrpSpPr>
        <p:grpSpPr>
          <a:xfrm>
            <a:off x="0" y="-8640"/>
            <a:ext cx="12191040" cy="6867360"/>
            <a:chOff x="0" y="-8640"/>
            <a:chExt cx="12191040" cy="6867360"/>
          </a:xfrm>
        </p:grpSpPr>
        <p:cxnSp>
          <p:nvCxnSpPr>
            <p:cNvPr id="84" name="Straight Connector 19"/>
            <p:cNvCxnSpPr/>
            <p:nvPr/>
          </p:nvCxnSpPr>
          <p:spPr>
            <a:xfrm>
              <a:off x="9370800" y="0"/>
              <a:ext cx="1220400" cy="6859080"/>
            </a:xfrm>
            <a:prstGeom prst="straightConnector1">
              <a:avLst/>
            </a:prstGeom>
            <a:ln cap="rnd" w="9525">
              <a:solidFill>
                <a:srgbClr val="bfbfbf"/>
              </a:solidFill>
              <a:round/>
            </a:ln>
          </p:spPr>
        </p:cxnSp>
        <p:cxnSp>
          <p:nvCxnSpPr>
            <p:cNvPr id="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4" name="PlaceHolder 1"/>
          <p:cNvSpPr>
            <a:spLocks noGrp="1"/>
          </p:cNvSpPr>
          <p:nvPr>
            <p:ph type="title"/>
          </p:nvPr>
        </p:nvSpPr>
        <p:spPr>
          <a:xfrm>
            <a:off x="7967520" y="609480"/>
            <a:ext cx="1303560" cy="525024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95" name="PlaceHolder 2"/>
          <p:cNvSpPr>
            <a:spLocks noGrp="1"/>
          </p:cNvSpPr>
          <p:nvPr>
            <p:ph type="body"/>
          </p:nvPr>
        </p:nvSpPr>
        <p:spPr>
          <a:xfrm>
            <a:off x="677160" y="609480"/>
            <a:ext cx="7059240" cy="52502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6" name="PlaceHolder 3"/>
          <p:cNvSpPr>
            <a:spLocks noGrp="1"/>
          </p:cNvSpPr>
          <p:nvPr>
            <p:ph type="dt" idx="13"/>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4"/>
          <p:cNvSpPr>
            <a:spLocks noGrp="1"/>
          </p:cNvSpPr>
          <p:nvPr>
            <p:ph type="ftr" idx="14"/>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5"/>
          <p:cNvSpPr>
            <a:spLocks noGrp="1"/>
          </p:cNvSpPr>
          <p:nvPr>
            <p:ph type="sldNum" idx="15"/>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05749BF-9693-4616-B2D9-B531C18B500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040" cy="6867360"/>
            <a:chOff x="0" y="-8640"/>
            <a:chExt cx="12191040" cy="6867360"/>
          </a:xfrm>
        </p:grpSpPr>
        <p:cxnSp>
          <p:nvCxnSpPr>
            <p:cNvPr id="100" name="Straight Connector 19"/>
            <p:cNvCxnSpPr/>
            <p:nvPr/>
          </p:nvCxnSpPr>
          <p:spPr>
            <a:xfrm>
              <a:off x="9370800" y="0"/>
              <a:ext cx="1220400" cy="6859080"/>
            </a:xfrm>
            <a:prstGeom prst="straightConnector1">
              <a:avLst/>
            </a:prstGeom>
            <a:ln cap="rnd" w="9525">
              <a:solidFill>
                <a:srgbClr val="bfbfbf"/>
              </a:solidFill>
              <a:round/>
            </a:ln>
          </p:spPr>
        </p:cxnSp>
        <p:cxnSp>
          <p:nvCxnSpPr>
            <p:cNvPr id="101"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02"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2700720"/>
            <a:ext cx="8595720" cy="18255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11" name="PlaceHolder 2"/>
          <p:cNvSpPr>
            <a:spLocks noGrp="1"/>
          </p:cNvSpPr>
          <p:nvPr>
            <p:ph type="body"/>
          </p:nvPr>
        </p:nvSpPr>
        <p:spPr>
          <a:xfrm>
            <a:off x="677160" y="4527360"/>
            <a:ext cx="8595720" cy="8593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12" name="PlaceHolder 3"/>
          <p:cNvSpPr>
            <a:spLocks noGrp="1"/>
          </p:cNvSpPr>
          <p:nvPr>
            <p:ph type="dt" idx="1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3" name="PlaceHolder 4"/>
          <p:cNvSpPr>
            <a:spLocks noGrp="1"/>
          </p:cNvSpPr>
          <p:nvPr>
            <p:ph type="ftr" idx="1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4" name="PlaceHolder 5"/>
          <p:cNvSpPr>
            <a:spLocks noGrp="1"/>
          </p:cNvSpPr>
          <p:nvPr>
            <p:ph type="sldNum" idx="1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B02B656-975D-4794-A272-89B8404BAAD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5" name="Group 6"/>
          <p:cNvGrpSpPr/>
          <p:nvPr/>
        </p:nvGrpSpPr>
        <p:grpSpPr>
          <a:xfrm>
            <a:off x="0" y="-8640"/>
            <a:ext cx="12191040" cy="6867360"/>
            <a:chOff x="0" y="-8640"/>
            <a:chExt cx="12191040" cy="6867360"/>
          </a:xfrm>
        </p:grpSpPr>
        <p:cxnSp>
          <p:nvCxnSpPr>
            <p:cNvPr id="116" name="Straight Connector 19"/>
            <p:cNvCxnSpPr/>
            <p:nvPr/>
          </p:nvCxnSpPr>
          <p:spPr>
            <a:xfrm>
              <a:off x="9370800" y="0"/>
              <a:ext cx="1220400" cy="6859080"/>
            </a:xfrm>
            <a:prstGeom prst="straightConnector1">
              <a:avLst/>
            </a:prstGeom>
            <a:ln cap="rnd" w="9525">
              <a:solidFill>
                <a:srgbClr val="bfbfbf"/>
              </a:solidFill>
              <a:round/>
            </a:ln>
          </p:spPr>
        </p:cxnSp>
        <p:cxnSp>
          <p:nvCxnSpPr>
            <p:cNvPr id="11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1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6"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27" name="PlaceHolder 2"/>
          <p:cNvSpPr>
            <a:spLocks noGrp="1"/>
          </p:cNvSpPr>
          <p:nvPr>
            <p:ph type="body"/>
          </p:nvPr>
        </p:nvSpPr>
        <p:spPr>
          <a:xfrm>
            <a:off x="67716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8" name="PlaceHolder 3"/>
          <p:cNvSpPr>
            <a:spLocks noGrp="1"/>
          </p:cNvSpPr>
          <p:nvPr>
            <p:ph type="body"/>
          </p:nvPr>
        </p:nvSpPr>
        <p:spPr>
          <a:xfrm>
            <a:off x="509004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9" name="PlaceHolder 4"/>
          <p:cNvSpPr>
            <a:spLocks noGrp="1"/>
          </p:cNvSpPr>
          <p:nvPr>
            <p:ph type="dt" idx="1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5"/>
          <p:cNvSpPr>
            <a:spLocks noGrp="1"/>
          </p:cNvSpPr>
          <p:nvPr>
            <p:ph type="ftr" idx="2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6"/>
          <p:cNvSpPr>
            <a:spLocks noGrp="1"/>
          </p:cNvSpPr>
          <p:nvPr>
            <p:ph type="sldNum" idx="2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1C8BCDC-9A28-4820-B386-AB301F16868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040" cy="6867360"/>
            <a:chOff x="0" y="-8640"/>
            <a:chExt cx="12191040" cy="6867360"/>
          </a:xfrm>
        </p:grpSpPr>
        <p:cxnSp>
          <p:nvCxnSpPr>
            <p:cNvPr id="133" name="Straight Connector 19"/>
            <p:cNvCxnSpPr/>
            <p:nvPr/>
          </p:nvCxnSpPr>
          <p:spPr>
            <a:xfrm>
              <a:off x="9370800" y="0"/>
              <a:ext cx="1220400" cy="6859080"/>
            </a:xfrm>
            <a:prstGeom prst="straightConnector1">
              <a:avLst/>
            </a:prstGeom>
            <a:ln cap="rnd" w="9525">
              <a:solidFill>
                <a:srgbClr val="bfbfbf"/>
              </a:solidFill>
              <a:round/>
            </a:ln>
          </p:spPr>
        </p:cxnSp>
        <p:cxnSp>
          <p:nvCxnSpPr>
            <p:cNvPr id="13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3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44" name="PlaceHolder 2"/>
          <p:cNvSpPr>
            <a:spLocks noGrp="1"/>
          </p:cNvSpPr>
          <p:nvPr>
            <p:ph type="body"/>
          </p:nvPr>
        </p:nvSpPr>
        <p:spPr>
          <a:xfrm>
            <a:off x="67572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5" name="PlaceHolder 3"/>
          <p:cNvSpPr>
            <a:spLocks noGrp="1"/>
          </p:cNvSpPr>
          <p:nvPr>
            <p:ph type="body"/>
          </p:nvPr>
        </p:nvSpPr>
        <p:spPr>
          <a:xfrm>
            <a:off x="67572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6" name="PlaceHolder 4"/>
          <p:cNvSpPr>
            <a:spLocks noGrp="1"/>
          </p:cNvSpPr>
          <p:nvPr>
            <p:ph type="body"/>
          </p:nvPr>
        </p:nvSpPr>
        <p:spPr>
          <a:xfrm>
            <a:off x="508824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7" name="PlaceHolder 5"/>
          <p:cNvSpPr>
            <a:spLocks noGrp="1"/>
          </p:cNvSpPr>
          <p:nvPr>
            <p:ph type="body"/>
          </p:nvPr>
        </p:nvSpPr>
        <p:spPr>
          <a:xfrm>
            <a:off x="508824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8" name="PlaceHolder 6"/>
          <p:cNvSpPr>
            <a:spLocks noGrp="1"/>
          </p:cNvSpPr>
          <p:nvPr>
            <p:ph type="dt" idx="2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9" name="PlaceHolder 7"/>
          <p:cNvSpPr>
            <a:spLocks noGrp="1"/>
          </p:cNvSpPr>
          <p:nvPr>
            <p:ph type="ftr" idx="2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0" name="PlaceHolder 8"/>
          <p:cNvSpPr>
            <a:spLocks noGrp="1"/>
          </p:cNvSpPr>
          <p:nvPr>
            <p:ph type="sldNum" idx="2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A44AB91-F11A-43A5-A83D-616D46E8AEB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040" cy="6867360"/>
            <a:chOff x="0" y="-8640"/>
            <a:chExt cx="12191040" cy="6867360"/>
          </a:xfrm>
        </p:grpSpPr>
        <p:cxnSp>
          <p:nvCxnSpPr>
            <p:cNvPr id="152" name="Straight Connector 19"/>
            <p:cNvCxnSpPr/>
            <p:nvPr/>
          </p:nvCxnSpPr>
          <p:spPr>
            <a:xfrm>
              <a:off x="9370800" y="0"/>
              <a:ext cx="1220400" cy="6859080"/>
            </a:xfrm>
            <a:prstGeom prst="straightConnector1">
              <a:avLst/>
            </a:prstGeom>
            <a:ln cap="rnd" w="9525">
              <a:solidFill>
                <a:srgbClr val="bfbfbf"/>
              </a:solidFill>
              <a:round/>
            </a:ln>
          </p:spPr>
        </p:cxnSp>
        <p:cxnSp>
          <p:nvCxnSpPr>
            <p:cNvPr id="1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3" name="PlaceHolder 2"/>
          <p:cNvSpPr>
            <a:spLocks noGrp="1"/>
          </p:cNvSpPr>
          <p:nvPr>
            <p:ph type="dt" idx="2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4" name="PlaceHolder 3"/>
          <p:cNvSpPr>
            <a:spLocks noGrp="1"/>
          </p:cNvSpPr>
          <p:nvPr>
            <p:ph type="ftr" idx="2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5" name="PlaceHolder 4"/>
          <p:cNvSpPr>
            <a:spLocks noGrp="1"/>
          </p:cNvSpPr>
          <p:nvPr>
            <p:ph type="sldNum" idx="2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8F3AB96-5568-49A6-B970-3722E8215E1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6" name="Group 6"/>
          <p:cNvGrpSpPr/>
          <p:nvPr/>
        </p:nvGrpSpPr>
        <p:grpSpPr>
          <a:xfrm>
            <a:off x="0" y="-8640"/>
            <a:ext cx="12191040" cy="6867360"/>
            <a:chOff x="0" y="-8640"/>
            <a:chExt cx="12191040" cy="6867360"/>
          </a:xfrm>
        </p:grpSpPr>
        <p:cxnSp>
          <p:nvCxnSpPr>
            <p:cNvPr id="167" name="Straight Connector 19"/>
            <p:cNvCxnSpPr/>
            <p:nvPr/>
          </p:nvCxnSpPr>
          <p:spPr>
            <a:xfrm>
              <a:off x="9370800" y="0"/>
              <a:ext cx="1220400" cy="6859080"/>
            </a:xfrm>
            <a:prstGeom prst="straightConnector1">
              <a:avLst/>
            </a:prstGeom>
            <a:ln cap="rnd" w="9525">
              <a:solidFill>
                <a:srgbClr val="bfbfbf"/>
              </a:solidFill>
              <a:round/>
            </a:ln>
          </p:spPr>
        </p:cxnSp>
        <p:cxnSp>
          <p:nvCxnSpPr>
            <p:cNvPr id="16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7" name="PlaceHolder 1"/>
          <p:cNvSpPr>
            <a:spLocks noGrp="1"/>
          </p:cNvSpPr>
          <p:nvPr>
            <p:ph type="title"/>
          </p:nvPr>
        </p:nvSpPr>
        <p:spPr>
          <a:xfrm>
            <a:off x="677160" y="1498680"/>
            <a:ext cx="3853440" cy="12772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178" name="PlaceHolder 2"/>
          <p:cNvSpPr>
            <a:spLocks noGrp="1"/>
          </p:cNvSpPr>
          <p:nvPr>
            <p:ph type="body"/>
          </p:nvPr>
        </p:nvSpPr>
        <p:spPr>
          <a:xfrm>
            <a:off x="4760640" y="514800"/>
            <a:ext cx="4512600" cy="55252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79" name="PlaceHolder 3"/>
          <p:cNvSpPr>
            <a:spLocks noGrp="1"/>
          </p:cNvSpPr>
          <p:nvPr>
            <p:ph type="body"/>
          </p:nvPr>
        </p:nvSpPr>
        <p:spPr>
          <a:xfrm>
            <a:off x="677160" y="2777040"/>
            <a:ext cx="3853440" cy="2583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180" name="PlaceHolder 4"/>
          <p:cNvSpPr>
            <a:spLocks noGrp="1"/>
          </p:cNvSpPr>
          <p:nvPr>
            <p:ph type="dt" idx="28"/>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1" name="PlaceHolder 5"/>
          <p:cNvSpPr>
            <a:spLocks noGrp="1"/>
          </p:cNvSpPr>
          <p:nvPr>
            <p:ph type="ftr" idx="29"/>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2" name="PlaceHolder 6"/>
          <p:cNvSpPr>
            <a:spLocks noGrp="1"/>
          </p:cNvSpPr>
          <p:nvPr>
            <p:ph type="sldNum" idx="30"/>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4D7C936-7974-4023-AA66-CB22C199874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3" name="Group 6"/>
          <p:cNvGrpSpPr/>
          <p:nvPr/>
        </p:nvGrpSpPr>
        <p:grpSpPr>
          <a:xfrm>
            <a:off x="0" y="-8640"/>
            <a:ext cx="12191040" cy="6867360"/>
            <a:chOff x="0" y="-8640"/>
            <a:chExt cx="12191040" cy="6867360"/>
          </a:xfrm>
        </p:grpSpPr>
        <p:cxnSp>
          <p:nvCxnSpPr>
            <p:cNvPr id="184" name="Straight Connector 19"/>
            <p:cNvCxnSpPr/>
            <p:nvPr/>
          </p:nvCxnSpPr>
          <p:spPr>
            <a:xfrm>
              <a:off x="9370800" y="0"/>
              <a:ext cx="1220400" cy="6859080"/>
            </a:xfrm>
            <a:prstGeom prst="straightConnector1">
              <a:avLst/>
            </a:prstGeom>
            <a:ln cap="rnd" w="9525">
              <a:solidFill>
                <a:srgbClr val="bfbfbf"/>
              </a:solidFill>
              <a:round/>
            </a:ln>
          </p:spPr>
        </p:cxnSp>
        <p:cxnSp>
          <p:nvCxnSpPr>
            <p:cNvPr id="1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4" name="PlaceHolder 1"/>
          <p:cNvSpPr>
            <a:spLocks noGrp="1"/>
          </p:cNvSpPr>
          <p:nvPr>
            <p:ph type="title"/>
          </p:nvPr>
        </p:nvSpPr>
        <p:spPr>
          <a:xfrm>
            <a:off x="677160" y="4800600"/>
            <a:ext cx="8595720" cy="5655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95" name="PlaceHolder 2"/>
          <p:cNvSpPr>
            <a:spLocks noGrp="1"/>
          </p:cNvSpPr>
          <p:nvPr>
            <p:ph type="body"/>
          </p:nvPr>
        </p:nvSpPr>
        <p:spPr>
          <a:xfrm>
            <a:off x="677160" y="609480"/>
            <a:ext cx="8595720" cy="384480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96" name="PlaceHolder 3"/>
          <p:cNvSpPr>
            <a:spLocks noGrp="1"/>
          </p:cNvSpPr>
          <p:nvPr>
            <p:ph type="body"/>
          </p:nvPr>
        </p:nvSpPr>
        <p:spPr>
          <a:xfrm>
            <a:off x="677160" y="5367240"/>
            <a:ext cx="8595720" cy="6728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97" name="PlaceHolder 4"/>
          <p:cNvSpPr>
            <a:spLocks noGrp="1"/>
          </p:cNvSpPr>
          <p:nvPr>
            <p:ph type="dt" idx="31"/>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5"/>
          <p:cNvSpPr>
            <a:spLocks noGrp="1"/>
          </p:cNvSpPr>
          <p:nvPr>
            <p:ph type="ftr" idx="32"/>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6"/>
          <p:cNvSpPr>
            <a:spLocks noGrp="1"/>
          </p:cNvSpPr>
          <p:nvPr>
            <p:ph type="sldNum" idx="33"/>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07DE76F-2310-457B-930B-41A6A8CE1C3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1040" cy="6867360"/>
            <a:chOff x="0" y="-8640"/>
            <a:chExt cx="12191040" cy="6867360"/>
          </a:xfrm>
        </p:grpSpPr>
        <p:cxnSp>
          <p:nvCxnSpPr>
            <p:cNvPr id="201" name="Straight Connector 19"/>
            <p:cNvCxnSpPr/>
            <p:nvPr/>
          </p:nvCxnSpPr>
          <p:spPr>
            <a:xfrm>
              <a:off x="9370800" y="0"/>
              <a:ext cx="1220400" cy="6859080"/>
            </a:xfrm>
            <a:prstGeom prst="straightConnector1">
              <a:avLst/>
            </a:prstGeom>
            <a:ln cap="rnd" w="9525">
              <a:solidFill>
                <a:srgbClr val="bfbfbf"/>
              </a:solidFill>
              <a:round/>
            </a:ln>
          </p:spPr>
        </p:cxnSp>
        <p:cxnSp>
          <p:nvCxnSpPr>
            <p:cNvPr id="20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0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720" cy="34023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12" name="PlaceHolder 2"/>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13" name="PlaceHolder 3"/>
          <p:cNvSpPr>
            <a:spLocks noGrp="1"/>
          </p:cNvSpPr>
          <p:nvPr>
            <p:ph type="dt" idx="3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4" name="PlaceHolder 4"/>
          <p:cNvSpPr>
            <a:spLocks noGrp="1"/>
          </p:cNvSpPr>
          <p:nvPr>
            <p:ph type="ftr" idx="3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5" name="PlaceHolder 5"/>
          <p:cNvSpPr>
            <a:spLocks noGrp="1"/>
          </p:cNvSpPr>
          <p:nvPr>
            <p:ph type="sldNum" idx="3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36D2765-9D40-45B0-8501-A88EAD7E759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6" name="Group 6"/>
          <p:cNvGrpSpPr/>
          <p:nvPr/>
        </p:nvGrpSpPr>
        <p:grpSpPr>
          <a:xfrm>
            <a:off x="0" y="-8640"/>
            <a:ext cx="12191040" cy="6867360"/>
            <a:chOff x="0" y="-8640"/>
            <a:chExt cx="12191040" cy="6867360"/>
          </a:xfrm>
        </p:grpSpPr>
        <p:cxnSp>
          <p:nvCxnSpPr>
            <p:cNvPr id="217" name="Straight Connector 19"/>
            <p:cNvCxnSpPr/>
            <p:nvPr/>
          </p:nvCxnSpPr>
          <p:spPr>
            <a:xfrm>
              <a:off x="9370800" y="0"/>
              <a:ext cx="1220400" cy="6859080"/>
            </a:xfrm>
            <a:prstGeom prst="straightConnector1">
              <a:avLst/>
            </a:prstGeom>
            <a:ln cap="rnd" w="9525">
              <a:solidFill>
                <a:srgbClr val="bfbfbf"/>
              </a:solidFill>
              <a:round/>
            </a:ln>
          </p:spPr>
        </p:cxnSp>
        <p:cxnSp>
          <p:nvCxnSpPr>
            <p:cNvPr id="21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1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7"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28" name="PlaceHolder 2"/>
          <p:cNvSpPr>
            <a:spLocks noGrp="1"/>
          </p:cNvSpPr>
          <p:nvPr>
            <p:ph type="body"/>
          </p:nvPr>
        </p:nvSpPr>
        <p:spPr>
          <a:xfrm>
            <a:off x="1366200" y="3632040"/>
            <a:ext cx="7223400" cy="37980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229" name="PlaceHolder 3"/>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30" name="PlaceHolder 4"/>
          <p:cNvSpPr>
            <a:spLocks noGrp="1"/>
          </p:cNvSpPr>
          <p:nvPr>
            <p:ph type="dt" idx="3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1" name="PlaceHolder 5"/>
          <p:cNvSpPr>
            <a:spLocks noGrp="1"/>
          </p:cNvSpPr>
          <p:nvPr>
            <p:ph type="ftr" idx="3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2" name="PlaceHolder 6"/>
          <p:cNvSpPr>
            <a:spLocks noGrp="1"/>
          </p:cNvSpPr>
          <p:nvPr>
            <p:ph type="sldNum" idx="3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74FD3F2-7A5E-40DA-BA67-D67294B4869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33" name="TextBox 19"/>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234" name="TextBox 21"/>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040" cy="6867360"/>
            <a:chOff x="0" y="-8640"/>
            <a:chExt cx="12191040" cy="6867360"/>
          </a:xfrm>
        </p:grpSpPr>
        <p:cxnSp>
          <p:nvCxnSpPr>
            <p:cNvPr id="236" name="Straight Connector 19"/>
            <p:cNvCxnSpPr/>
            <p:nvPr/>
          </p:nvCxnSpPr>
          <p:spPr>
            <a:xfrm>
              <a:off x="9370800" y="0"/>
              <a:ext cx="1220400" cy="6859080"/>
            </a:xfrm>
            <a:prstGeom prst="straightConnector1">
              <a:avLst/>
            </a:prstGeom>
            <a:ln cap="rnd" w="9525">
              <a:solidFill>
                <a:srgbClr val="bfbfbf"/>
              </a:solidFill>
              <a:round/>
            </a:ln>
          </p:spPr>
        </p:cxnSp>
        <p:cxnSp>
          <p:nvCxnSpPr>
            <p:cNvPr id="23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3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1932120"/>
            <a:ext cx="8595720" cy="25945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7460678-C648-49B1-ABAD-EAEBC64ED39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1CA7F161-6373-4398-B35F-557C4F9EC065}"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4"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5"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7"/>
          </p:nvPr>
        </p:nvSpPr>
        <p:spPr/>
        <p:txBody>
          <a:bodyPr/>
          <a:p>
            <a:r>
              <a:t>Footer</a:t>
            </a:r>
          </a:p>
        </p:txBody>
      </p:sp>
      <p:sp>
        <p:nvSpPr>
          <p:cNvPr id="5" name="PlaceHolder 4"/>
          <p:cNvSpPr>
            <a:spLocks noGrp="1"/>
          </p:cNvSpPr>
          <p:nvPr>
            <p:ph type="sldNum" idx="48"/>
          </p:nvPr>
        </p:nvSpPr>
        <p:spPr/>
        <p:txBody>
          <a:bodyPr/>
          <a:p>
            <a:fld id="{B6BEC276-90C3-4FD4-B5E8-F9FA70DE3DCD}" type="slidenum">
              <a:t>&lt;#&gt;</a:t>
            </a:fld>
          </a:p>
        </p:txBody>
      </p:sp>
      <p:sp>
        <p:nvSpPr>
          <p:cNvPr id="6" name="PlaceHolder 5"/>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6" name="Group 6"/>
          <p:cNvGrpSpPr/>
          <p:nvPr/>
        </p:nvGrpSpPr>
        <p:grpSpPr>
          <a:xfrm>
            <a:off x="0" y="-8640"/>
            <a:ext cx="12191040" cy="6867360"/>
            <a:chOff x="0" y="-8640"/>
            <a:chExt cx="12191040" cy="6867360"/>
          </a:xfrm>
        </p:grpSpPr>
        <p:cxnSp>
          <p:nvCxnSpPr>
            <p:cNvPr id="287" name="Straight Connector 19"/>
            <p:cNvCxnSpPr/>
            <p:nvPr/>
          </p:nvCxnSpPr>
          <p:spPr>
            <a:xfrm>
              <a:off x="9370800" y="0"/>
              <a:ext cx="1220400" cy="6859080"/>
            </a:xfrm>
            <a:prstGeom prst="straightConnector1">
              <a:avLst/>
            </a:prstGeom>
            <a:ln cap="rnd" w="9525">
              <a:solidFill>
                <a:srgbClr val="bfbfbf"/>
              </a:solidFill>
              <a:round/>
            </a:ln>
          </p:spPr>
        </p:cxnSp>
        <p:cxnSp>
          <p:nvCxnSpPr>
            <p:cNvPr id="28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7"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8"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9" name="PlaceHolder 3"/>
          <p:cNvSpPr>
            <a:spLocks noGrp="1"/>
          </p:cNvSpPr>
          <p:nvPr>
            <p:ph type="dt" idx="4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0" name="PlaceHolder 4"/>
          <p:cNvSpPr>
            <a:spLocks noGrp="1"/>
          </p:cNvSpPr>
          <p:nvPr>
            <p:ph type="ftr" idx="5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1" name="PlaceHolder 5"/>
          <p:cNvSpPr>
            <a:spLocks noGrp="1"/>
          </p:cNvSpPr>
          <p:nvPr>
            <p:ph type="sldNum" idx="5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279FB7C-3A54-4E6E-9CE8-0976B4FFFAE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2" name="Group 6"/>
          <p:cNvGrpSpPr/>
          <p:nvPr/>
        </p:nvGrpSpPr>
        <p:grpSpPr>
          <a:xfrm>
            <a:off x="0" y="-8640"/>
            <a:ext cx="12191040" cy="6867360"/>
            <a:chOff x="0" y="-8640"/>
            <a:chExt cx="12191040" cy="6867360"/>
          </a:xfrm>
        </p:grpSpPr>
        <p:cxnSp>
          <p:nvCxnSpPr>
            <p:cNvPr id="303" name="Straight Connector 19"/>
            <p:cNvCxnSpPr/>
            <p:nvPr/>
          </p:nvCxnSpPr>
          <p:spPr>
            <a:xfrm>
              <a:off x="9370800" y="0"/>
              <a:ext cx="1220400" cy="6859080"/>
            </a:xfrm>
            <a:prstGeom prst="straightConnector1">
              <a:avLst/>
            </a:prstGeom>
            <a:ln cap="rnd" w="9525">
              <a:solidFill>
                <a:srgbClr val="bfbfbf"/>
              </a:solidFill>
              <a:round/>
            </a:ln>
          </p:spPr>
        </p:cxnSp>
        <p:cxnSp>
          <p:nvCxnSpPr>
            <p:cNvPr id="30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5"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06"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07" name="PlaceHolder 3"/>
          <p:cNvSpPr>
            <a:spLocks noGrp="1"/>
          </p:cNvSpPr>
          <p:nvPr>
            <p:ph type="dt" idx="5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8" name="PlaceHolder 4"/>
          <p:cNvSpPr>
            <a:spLocks noGrp="1"/>
          </p:cNvSpPr>
          <p:nvPr>
            <p:ph type="ftr" idx="5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9" name="PlaceHolder 5"/>
          <p:cNvSpPr>
            <a:spLocks noGrp="1"/>
          </p:cNvSpPr>
          <p:nvPr>
            <p:ph type="sldNum" idx="5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C4F52B3-E489-4212-B908-DE1DD774589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0" name="Group 6"/>
          <p:cNvGrpSpPr/>
          <p:nvPr/>
        </p:nvGrpSpPr>
        <p:grpSpPr>
          <a:xfrm>
            <a:off x="0" y="-8640"/>
            <a:ext cx="12191040" cy="6867360"/>
            <a:chOff x="0" y="-8640"/>
            <a:chExt cx="12191040" cy="6867360"/>
          </a:xfrm>
        </p:grpSpPr>
        <p:cxnSp>
          <p:nvCxnSpPr>
            <p:cNvPr id="311" name="Straight Connector 19"/>
            <p:cNvCxnSpPr/>
            <p:nvPr/>
          </p:nvCxnSpPr>
          <p:spPr>
            <a:xfrm>
              <a:off x="9370800" y="0"/>
              <a:ext cx="1220400" cy="6859080"/>
            </a:xfrm>
            <a:prstGeom prst="straightConnector1">
              <a:avLst/>
            </a:prstGeom>
            <a:ln cap="rnd" w="9525">
              <a:solidFill>
                <a:srgbClr val="bfbfbf"/>
              </a:solidFill>
              <a:round/>
            </a:ln>
          </p:spPr>
        </p:cxnSp>
        <p:cxnSp>
          <p:nvCxnSpPr>
            <p:cNvPr id="31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1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1" name="PlaceHolder 1"/>
          <p:cNvSpPr>
            <a:spLocks noGrp="1"/>
          </p:cNvSpPr>
          <p:nvPr>
            <p:ph type="dt" idx="5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2" name="PlaceHolder 2"/>
          <p:cNvSpPr>
            <a:spLocks noGrp="1"/>
          </p:cNvSpPr>
          <p:nvPr>
            <p:ph type="ftr" idx="5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3" name="PlaceHolder 3"/>
          <p:cNvSpPr>
            <a:spLocks noGrp="1"/>
          </p:cNvSpPr>
          <p:nvPr>
            <p:ph type="sldNum" idx="5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8565BE5-510E-4EF5-B6CC-4E70B1AE4B3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24" name="PlaceHolder 4"/>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25"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040" cy="6867360"/>
            <a:chOff x="0" y="-8640"/>
            <a:chExt cx="12191040" cy="6867360"/>
          </a:xfrm>
        </p:grpSpPr>
        <p:cxnSp>
          <p:nvCxnSpPr>
            <p:cNvPr id="3" name="Straight Connector 19"/>
            <p:cNvCxnSpPr/>
            <p:nvPr/>
          </p:nvCxnSpPr>
          <p:spPr>
            <a:xfrm>
              <a:off x="9370800" y="0"/>
              <a:ext cx="1220400" cy="6859080"/>
            </a:xfrm>
            <a:prstGeom prst="straightConnector1">
              <a:avLst/>
            </a:prstGeom>
            <a:ln cap="rnd" w="9525">
              <a:solidFill>
                <a:srgbClr val="bfbfbf"/>
              </a:solidFill>
              <a:round/>
            </a:ln>
          </p:spPr>
        </p:cxnSp>
        <p:cxnSp>
          <p:nvCxnSpPr>
            <p:cNvPr id="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080" y="-8640"/>
            <a:ext cx="12189960" cy="6867360"/>
            <a:chOff x="1080" y="-8640"/>
            <a:chExt cx="12189960" cy="6867360"/>
          </a:xfrm>
        </p:grpSpPr>
        <p:cxnSp>
          <p:nvCxnSpPr>
            <p:cNvPr id="14" name="Straight Connector 31"/>
            <p:cNvCxnSpPr/>
            <p:nvPr/>
          </p:nvCxnSpPr>
          <p:spPr>
            <a:xfrm>
              <a:off x="9370800" y="0"/>
              <a:ext cx="1220400" cy="6859080"/>
            </a:xfrm>
            <a:prstGeom prst="straightConnector1">
              <a:avLst/>
            </a:prstGeom>
            <a:ln cap="rnd" w="9525">
              <a:solidFill>
                <a:srgbClr val="bfbfbf"/>
              </a:solidFill>
              <a:round/>
            </a:ln>
          </p:spPr>
        </p:cxnSp>
        <p:cxnSp>
          <p:nvCxnSpPr>
            <p:cNvPr id="1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080" y="1080"/>
              <a:ext cx="841680" cy="566496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8BFF27D-4C78-40DD-A893-9106F50E1F3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040" cy="6867360"/>
            <a:chOff x="0" y="-8640"/>
            <a:chExt cx="12191040" cy="6867360"/>
          </a:xfrm>
        </p:grpSpPr>
        <p:cxnSp>
          <p:nvCxnSpPr>
            <p:cNvPr id="252" name="Straight Connector 19"/>
            <p:cNvCxnSpPr/>
            <p:nvPr/>
          </p:nvCxnSpPr>
          <p:spPr>
            <a:xfrm>
              <a:off x="9370800" y="0"/>
              <a:ext cx="1220400" cy="6859080"/>
            </a:xfrm>
            <a:prstGeom prst="straightConnector1">
              <a:avLst/>
            </a:prstGeom>
            <a:ln cap="rnd" w="9525">
              <a:solidFill>
                <a:srgbClr val="bfbfbf"/>
              </a:solidFill>
              <a:round/>
            </a:ln>
          </p:spPr>
        </p:cxnSp>
        <p:cxnSp>
          <p:nvCxnSpPr>
            <p:cNvPr id="2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56E60A0-FA62-4A44-B5D4-DC9628C02C0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1040" cy="6867360"/>
            <a:chOff x="0" y="-8640"/>
            <a:chExt cx="12191040" cy="6867360"/>
          </a:xfrm>
        </p:grpSpPr>
        <p:cxnSp>
          <p:nvCxnSpPr>
            <p:cNvPr id="269" name="Straight Connector 19"/>
            <p:cNvCxnSpPr/>
            <p:nvPr/>
          </p:nvCxnSpPr>
          <p:spPr>
            <a:xfrm>
              <a:off x="9370800" y="0"/>
              <a:ext cx="1220400" cy="6859080"/>
            </a:xfrm>
            <a:prstGeom prst="straightConnector1">
              <a:avLst/>
            </a:prstGeom>
            <a:ln cap="rnd" w="9525">
              <a:solidFill>
                <a:srgbClr val="bfbfbf"/>
              </a:solidFill>
              <a:round/>
            </a:ln>
          </p:spPr>
        </p:cxnSp>
        <p:cxnSp>
          <p:nvCxnSpPr>
            <p:cNvPr id="270"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71"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0"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1" name="PlaceHolder 3"/>
          <p:cNvSpPr>
            <a:spLocks noGrp="1"/>
          </p:cNvSpPr>
          <p:nvPr>
            <p:ph type="dt" idx="4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2" name="PlaceHolder 4"/>
          <p:cNvSpPr>
            <a:spLocks noGrp="1"/>
          </p:cNvSpPr>
          <p:nvPr>
            <p:ph type="ftr" idx="4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3" name="PlaceHolder 5"/>
          <p:cNvSpPr>
            <a:spLocks noGrp="1"/>
          </p:cNvSpPr>
          <p:nvPr>
            <p:ph type="sldNum" idx="4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B7E13DB-634B-4625-B64C-01F657093B6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371600" y="301680"/>
            <a:ext cx="7693560" cy="1069200"/>
          </a:xfrm>
          <a:prstGeom prst="rect">
            <a:avLst/>
          </a:prstGeom>
          <a:noFill/>
          <a:ln w="0">
            <a:noFill/>
          </a:ln>
        </p:spPr>
        <p:txBody>
          <a:bodyPr lIns="91440" rIns="91440" tIns="45720" bIns="45720" anchor="b">
            <a:normAutofit/>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SmartDRM: Blockchain based Digital Rights Management System</a:t>
            </a:r>
            <a:endParaRPr lang="en-US" sz="3200" b="0" u="none" strike="noStrike">
              <a:solidFill>
                <a:srgbClr val="000000"/>
              </a:solidFill>
              <a:effectLst/>
              <a:uFillTx/>
              <a:latin typeface="Noto Serif"/>
            </a:endParaRPr>
          </a:p>
        </p:txBody>
      </p:sp>
      <p:sp>
        <p:nvSpPr>
          <p:cNvPr id="333" name="PlaceHolder 2"/>
          <p:cNvSpPr>
            <a:spLocks noGrp="1"/>
          </p:cNvSpPr>
          <p:nvPr>
            <p:ph type="subTitle"/>
          </p:nvPr>
        </p:nvSpPr>
        <p:spPr>
          <a:xfrm>
            <a:off x="2081880" y="2558520"/>
            <a:ext cx="8501040" cy="2829600"/>
          </a:xfrm>
          <a:prstGeom prst="rect">
            <a:avLst/>
          </a:prstGeom>
          <a:noFill/>
          <a:ln w="0">
            <a:noFill/>
          </a:ln>
        </p:spPr>
        <p:txBody>
          <a:bodyPr lIns="91440" rIns="91440" tIns="45720" bIns="45720" anchor="t">
            <a:normAutofit lnSpcReduction="9999"/>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Silambarasan. B ( 620822205102 )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Muralidharan. C ( 620822205064 )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Pradeep. M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( 620822205075 )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Srinath. P</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( 620822205105 )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MRS. Sathiyapriya K, 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35" name="PlaceHolder 2"/>
          <p:cNvSpPr>
            <a:spLocks noGrp="1"/>
          </p:cNvSpPr>
          <p:nvPr>
            <p:ph/>
          </p:nvPr>
        </p:nvSpPr>
        <p:spPr>
          <a:xfrm>
            <a:off x="327960" y="692640"/>
            <a:ext cx="9272880" cy="57078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Rapid growth of digital content distribution has intensified piracy, ownership violations, and revenue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Conventional Digital Rights Management (DRM) systems rely on centralized authorities for control and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DRM architectures suffer from single-point failure, limited transparency, and reduced stakeholder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introduces a decentralized DRM framework to address these structural limitations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provide automated, tamper-resistant license enforcement mechanisms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An Artificial Intelligence layer analyzes usage patterns to detect suspicious or abnormal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Cryptographic techniques ensure data integrity and protection against unauthorized modification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80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37" name="PlaceHolder 2"/>
          <p:cNvSpPr>
            <a:spLocks noGrp="1"/>
          </p:cNvSpPr>
          <p:nvPr>
            <p:ph/>
          </p:nvPr>
        </p:nvSpPr>
        <p:spPr>
          <a:xfrm>
            <a:off x="333000" y="914400"/>
            <a:ext cx="9038880" cy="43430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Explosive growth of digital media platforms has reshaped content creation, distribution, and consumption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Unauthorized copying, illegal redistribution, and misuse of digital assets continue to rise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Traditional DRM systems rely on centralized control, reducing transparency and system resilience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Content creators lack visibility and users must blindly trust a single authority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Advances in blockchain and AI enable SmartDRM-X: a decentralized, intelligent, and transparent DRM framework</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p:nvPr>
        </p:nvSpPr>
        <p:spPr>
          <a:xfrm>
            <a:off x="254160" y="311040"/>
            <a:ext cx="8595360" cy="83124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39" name="Content Placeholder 6"/>
          <p:cNvSpPr/>
          <p:nvPr/>
        </p:nvSpPr>
        <p:spPr>
          <a:xfrm>
            <a:off x="685800" y="1412280"/>
            <a:ext cx="8081280" cy="270180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Centralized control leading to single-point failure</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Lack of transparent ownership verification</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Manual and unreliable license enforcement</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No intelligent mechanism to detect abnormal usage patterns</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Limited auditability and accountability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1" name="PlaceHolder 2"/>
          <p:cNvSpPr>
            <a:spLocks noGrp="1"/>
          </p:cNvSpPr>
          <p:nvPr>
            <p:ph/>
          </p:nvPr>
        </p:nvSpPr>
        <p:spPr>
          <a:xfrm>
            <a:off x="677160" y="1143000"/>
            <a:ext cx="8595720" cy="4440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decentralized DRM framework using blockchain technology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ensure immutable ownership and license records through smart contracts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controlled and flexible access mechanisms for digital assets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suspicious usage behavior using AI-based analysis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maintain an auditable and transparent activity log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develop a modern, user-friendly interface for asset management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340560" y="0"/>
            <a:ext cx="825516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43" name="PlaceHolder 2"/>
          <p:cNvSpPr>
            <a:spLocks noGrp="1"/>
          </p:cNvSpPr>
          <p:nvPr>
            <p:ph/>
          </p:nvPr>
        </p:nvSpPr>
        <p:spPr>
          <a:xfrm>
            <a:off x="750240" y="726480"/>
            <a:ext cx="8081280" cy="27018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Current DRM solutions primarily operate using centralized servers managed by content distributors or platform providers.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Characteristics: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 authority controls access and licenses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authentication and permissions stored centrally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DRM policies enforced at application level</a:t>
            </a:r>
            <a:endParaRPr lang="en-US" sz="1800" b="0" u="none" strike="noStrike">
              <a:solidFill>
                <a:srgbClr val="000000"/>
              </a:solidFill>
              <a:effectLst/>
              <a:uFillTx/>
              <a:latin typeface="Noto Serif"/>
            </a:endParaRPr>
          </a:p>
        </p:txBody>
      </p:sp>
      <p:sp>
        <p:nvSpPr>
          <p:cNvPr id="344" name="Rectangle 3"/>
          <p:cNvSpPr/>
          <p:nvPr/>
        </p:nvSpPr>
        <p:spPr>
          <a:xfrm>
            <a:off x="379440" y="3570120"/>
            <a:ext cx="350100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45" name="Content Placeholder 1"/>
          <p:cNvSpPr/>
          <p:nvPr/>
        </p:nvSpPr>
        <p:spPr>
          <a:xfrm>
            <a:off x="685800" y="4215960"/>
            <a:ext cx="8081280" cy="27018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Single-point failure and high vulnerability to attacks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in ownership verification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Dependency on trusted third parties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access and usage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Poor scalability for large digital ecosystems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47" name="PlaceHolder 2"/>
          <p:cNvSpPr>
            <a:spLocks noGrp="1"/>
          </p:cNvSpPr>
          <p:nvPr>
            <p:ph/>
          </p:nvPr>
        </p:nvSpPr>
        <p:spPr>
          <a:xfrm>
            <a:off x="791640" y="945000"/>
            <a:ext cx="8595720" cy="2711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asset registration and ownership proof</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contract-driven license issuance and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AI-powered behavioral risk analysis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Secure audit logging for all critical actions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Full-stack web interface for real-time interaction</a:t>
            </a:r>
            <a:endParaRPr lang="en-US" sz="1800" b="0" u="none" strike="noStrike">
              <a:solidFill>
                <a:srgbClr val="000000"/>
              </a:solidFill>
              <a:effectLst/>
              <a:uFillTx/>
              <a:latin typeface="Noto Serif"/>
            </a:endParaRPr>
          </a:p>
        </p:txBody>
      </p:sp>
      <p:sp>
        <p:nvSpPr>
          <p:cNvPr id="348" name="Rectangle 4"/>
          <p:cNvSpPr/>
          <p:nvPr/>
        </p:nvSpPr>
        <p:spPr>
          <a:xfrm>
            <a:off x="184680" y="3560400"/>
            <a:ext cx="312156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49" name="Content Placeholder 4"/>
          <p:cNvSpPr/>
          <p:nvPr/>
        </p:nvSpPr>
        <p:spPr>
          <a:xfrm>
            <a:off x="791640" y="4434840"/>
            <a:ext cx="8595720" cy="26510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and tamper-proof ownership records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license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piracy and unauthorized access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royalty-ready transaction tracking</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20520"/>
            <a:ext cx="9600480" cy="8931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51" name=""/>
          <p:cNvSpPr/>
          <p:nvPr/>
        </p:nvSpPr>
        <p:spPr>
          <a:xfrm>
            <a:off x="3873600" y="2184840"/>
            <a:ext cx="3428280" cy="4564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Frontend (React + Tailwind)</a:t>
            </a:r>
            <a:endParaRPr lang="en-US" sz="1800" b="0" u="none" strike="noStrike">
              <a:solidFill>
                <a:srgbClr val="000000"/>
              </a:solidFill>
              <a:effectLst/>
              <a:uFillTx/>
              <a:latin typeface="Noto Serif"/>
            </a:endParaRPr>
          </a:p>
        </p:txBody>
      </p:sp>
      <p:sp>
        <p:nvSpPr>
          <p:cNvPr id="352" name=""/>
          <p:cNvSpPr/>
          <p:nvPr/>
        </p:nvSpPr>
        <p:spPr>
          <a:xfrm>
            <a:off x="3886200" y="3099240"/>
            <a:ext cx="3428280" cy="4564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600" b="0" u="none" strike="noStrike">
                <a:solidFill>
                  <a:srgbClr val="000000"/>
                </a:solidFill>
                <a:effectLst/>
                <a:uFillTx/>
                <a:latin typeface="Noto Serif"/>
              </a:rPr>
              <a:t>Backend (FastAPI)</a:t>
            </a:r>
            <a:endParaRPr lang="en-US" sz="1600" b="0" u="none" strike="noStrike">
              <a:solidFill>
                <a:srgbClr val="000000"/>
              </a:solidFill>
              <a:effectLst/>
              <a:uFillTx/>
              <a:latin typeface="Noto Serif"/>
            </a:endParaRPr>
          </a:p>
        </p:txBody>
      </p:sp>
      <p:sp>
        <p:nvSpPr>
          <p:cNvPr id="353" name=""/>
          <p:cNvSpPr/>
          <p:nvPr/>
        </p:nvSpPr>
        <p:spPr>
          <a:xfrm>
            <a:off x="3886200" y="4013640"/>
            <a:ext cx="3428280" cy="4564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AI Engine</a:t>
            </a:r>
            <a:endParaRPr lang="en-US" sz="1800" b="0" u="none" strike="noStrike">
              <a:solidFill>
                <a:srgbClr val="000000"/>
              </a:solidFill>
              <a:effectLst/>
              <a:uFillTx/>
              <a:latin typeface="Noto Serif"/>
            </a:endParaRPr>
          </a:p>
        </p:txBody>
      </p:sp>
      <p:sp>
        <p:nvSpPr>
          <p:cNvPr id="354" name=""/>
          <p:cNvSpPr/>
          <p:nvPr/>
        </p:nvSpPr>
        <p:spPr>
          <a:xfrm>
            <a:off x="3886200" y="4928040"/>
            <a:ext cx="3428280" cy="4564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Blockchain Network</a:t>
            </a:r>
            <a:endParaRPr lang="en-US" sz="1800" b="0" u="none" strike="noStrike">
              <a:solidFill>
                <a:srgbClr val="000000"/>
              </a:solidFill>
              <a:effectLst/>
              <a:uFillTx/>
              <a:latin typeface="Noto Serif"/>
            </a:endParaRPr>
          </a:p>
        </p:txBody>
      </p:sp>
      <p:sp>
        <p:nvSpPr>
          <p:cNvPr id="355" name=""/>
          <p:cNvSpPr/>
          <p:nvPr/>
        </p:nvSpPr>
        <p:spPr>
          <a:xfrm>
            <a:off x="4114800" y="1143000"/>
            <a:ext cx="3199680" cy="583920"/>
          </a:xfrm>
          <a:prstGeom prst="flowChartInputOutpu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Data / Files</a:t>
            </a:r>
            <a:endParaRPr lang="en-US" sz="1800" b="0" u="none" strike="noStrike">
              <a:solidFill>
                <a:srgbClr val="000000"/>
              </a:solidFill>
              <a:effectLst/>
              <a:uFillTx/>
              <a:latin typeface="Noto Serif"/>
            </a:endParaRPr>
          </a:p>
        </p:txBody>
      </p:sp>
      <p:sp>
        <p:nvSpPr>
          <p:cNvPr id="356" name=""/>
          <p:cNvSpPr/>
          <p:nvPr/>
        </p:nvSpPr>
        <p:spPr>
          <a:xfrm>
            <a:off x="3886200" y="5842440"/>
            <a:ext cx="3199680" cy="685080"/>
          </a:xfrm>
          <a:prstGeom prst="flowChartMagneticDrum">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Audit &amp; Storage</a:t>
            </a:r>
            <a:endParaRPr lang="en-US" sz="1800" b="0" u="none" strike="noStrike">
              <a:solidFill>
                <a:srgbClr val="000000"/>
              </a:solidFill>
              <a:effectLst/>
              <a:uFillTx/>
              <a:latin typeface="Noto Serif"/>
            </a:endParaRPr>
          </a:p>
        </p:txBody>
      </p:sp>
      <p:sp>
        <p:nvSpPr>
          <p:cNvPr id="357" name=""/>
          <p:cNvSpPr/>
          <p:nvPr/>
        </p:nvSpPr>
        <p:spPr>
          <a:xfrm>
            <a:off x="5486400" y="5385240"/>
            <a:ext cx="227880" cy="45648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58" name=""/>
          <p:cNvSpPr/>
          <p:nvPr/>
        </p:nvSpPr>
        <p:spPr>
          <a:xfrm>
            <a:off x="5486400" y="4470840"/>
            <a:ext cx="227880" cy="45648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59" name=""/>
          <p:cNvSpPr/>
          <p:nvPr/>
        </p:nvSpPr>
        <p:spPr>
          <a:xfrm>
            <a:off x="5486400" y="2642040"/>
            <a:ext cx="227880" cy="45648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60" name=""/>
          <p:cNvSpPr/>
          <p:nvPr/>
        </p:nvSpPr>
        <p:spPr>
          <a:xfrm>
            <a:off x="5486400" y="3556440"/>
            <a:ext cx="227880" cy="45648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61" name=""/>
          <p:cNvSpPr/>
          <p:nvPr/>
        </p:nvSpPr>
        <p:spPr>
          <a:xfrm>
            <a:off x="5486400" y="1727640"/>
            <a:ext cx="227880" cy="45648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3" name="PlaceHolder 2"/>
          <p:cNvSpPr>
            <a:spLocks noGrp="1"/>
          </p:cNvSpPr>
          <p:nvPr>
            <p:ph/>
          </p:nvPr>
        </p:nvSpPr>
        <p:spPr>
          <a:xfrm>
            <a:off x="266400" y="205560"/>
            <a:ext cx="8595720" cy="62028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64" name="Rectangle 4"/>
          <p:cNvSpPr/>
          <p:nvPr/>
        </p:nvSpPr>
        <p:spPr>
          <a:xfrm>
            <a:off x="275760" y="3599280"/>
            <a:ext cx="303084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5" name="Content Placeholder 5"/>
          <p:cNvSpPr/>
          <p:nvPr/>
        </p:nvSpPr>
        <p:spPr>
          <a:xfrm>
            <a:off x="677520" y="1371600"/>
            <a:ext cx="8595720" cy="34282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Authentication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Management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&amp; Smart Contract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License &amp; Access Control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AI-Based Risk Analysis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Audit Logging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Frontend Dashboard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28260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67" name="PlaceHolder 2"/>
          <p:cNvSpPr>
            <a:spLocks noGrp="1"/>
          </p:cNvSpPr>
          <p:nvPr>
            <p:ph/>
          </p:nvPr>
        </p:nvSpPr>
        <p:spPr>
          <a:xfrm>
            <a:off x="776160" y="1600200"/>
            <a:ext cx="8595720" cy="4799880"/>
          </a:xfrm>
          <a:prstGeom prst="rect">
            <a:avLst/>
          </a:prstGeom>
          <a:noFill/>
          <a:ln w="0">
            <a:noFill/>
          </a:ln>
        </p:spPr>
        <p:txBody>
          <a:bodyPr lIns="91440" rIns="91440" tIns="45720" bIns="45720" anchor="t">
            <a:normAutofit fontScale="92500"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Asset Management Module is responsible for securely registering digital assets into the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Functionality: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Accepts digital file uploads</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Generates cryptographic hashes for asset integrity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Registers asset ownership on the blockchain</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Links blockchain transaction hash with metadata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Importance:</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This module forms the foundation of SmartDRM-X by ensuring that every digital asset has a verifiable and immutable ownership record. By storing only cryptographic hashes instead of raw files, the system maintains security while preserving blockchain efficiency.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This module directly addresses piracy prevention by ensuring proof of ownership before any license or access is granted.</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452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69" name="PlaceHolder 2"/>
          <p:cNvSpPr>
            <a:spLocks noGrp="1"/>
          </p:cNvSpPr>
          <p:nvPr>
            <p:ph/>
          </p:nvPr>
        </p:nvSpPr>
        <p:spPr>
          <a:xfrm>
            <a:off x="667080" y="1266840"/>
            <a:ext cx="8595720" cy="387972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demonstrates how blockchain and artificial intelligence can be effectively integrated to build a secure, transparent, and intelligent Digital Rights Management system. By decentralizing ownership records, automating license enforcement, and introducing behavioral analysis, the system significantly improves trust and security in digital content distribution.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framework is scalable, extensible, and suitable for applications in education, digital media platforms, enterprise document management, and software licensing. Future enhancements may include integration with decentralized storage systems and advanced machine learning models for predictive piracy detection.</a:t>
            </a:r>
            <a:endParaRPr lang="en-US" sz="1800" b="0" u="none" strike="noStrike">
              <a:solidFill>
                <a:srgbClr val="000000"/>
              </a:solidFill>
              <a:effectLst/>
              <a:uFillTx/>
              <a:latin typeface="Noto Serif"/>
            </a:endParaRPr>
          </a:p>
        </p:txBody>
      </p:sp>
      <p:sp>
        <p:nvSpPr>
          <p:cNvPr id="370" name="Cloud Callout 3"/>
          <p:cNvSpPr/>
          <p:nvPr/>
        </p:nvSpPr>
        <p:spPr>
          <a:xfrm>
            <a:off x="2986560" y="5048640"/>
            <a:ext cx="4658400" cy="127332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352</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2026-02-08T05:58:30Z</dcterms:modified>
  <cp:revision>17</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