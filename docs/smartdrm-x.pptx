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2.xml" ContentType="application/vnd.openxmlformats-officedocument.presentationml.slideMaster+xml"/>
  <Override PartName="/ppt/slideMasters/slideMaster15.xml" ContentType="application/vnd.openxmlformats-officedocument.presentationml.slideMaster+xml"/>
  <Override PartName="/ppt/slideMasters/slideMaster1.xml" ContentType="application/vnd.openxmlformats-officedocument.presentationml.slideMaster+xml"/>
  <Override PartName="/ppt/slideMasters/slideMaster16.xml" ContentType="application/vnd.openxmlformats-officedocument.presentationml.slideMaster+xml"/>
  <Override PartName="/ppt/presProps.xml" ContentType="application/vnd.openxmlformats-officedocument.presentationml.presProps+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18.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10.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64" r:id="rId4"/>
    <p:sldMasterId id="214748366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15.xml"/><Relationship Id="rId5" Type="http://schemas.openxmlformats.org/officeDocument/2006/relationships/slideMaster" Target="slideMasters/slideMaster16.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pPr algn="ctr"/>
            <a:r>
              <a:rPr lang="en-US" sz="4400" b="0" u="none" strike="noStrike">
                <a:solidFill>
                  <a:srgbClr val="000000"/>
                </a:solidFill>
                <a:effectLst/>
                <a:uFillTx/>
                <a:latin typeface="Noto Serif"/>
              </a:rPr>
              <a:t>Click to move the slide</a:t>
            </a:r>
            <a:endParaRPr lang="en-US" sz="4400" b="0" u="none" strike="noStrike">
              <a:solidFill>
                <a:srgbClr val="000000"/>
              </a:solidFill>
              <a:effectLst/>
              <a:uFillTx/>
              <a:latin typeface="Noto Serif"/>
            </a:endParaRPr>
          </a:p>
        </p:txBody>
      </p:sp>
      <p:sp>
        <p:nvSpPr>
          <p:cNvPr id="310"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lang="en-US" sz="2000" b="0" u="none" strike="noStrike">
                <a:solidFill>
                  <a:srgbClr val="000000"/>
                </a:solidFill>
                <a:effectLst/>
                <a:uFillTx/>
                <a:latin typeface="Noto Serif"/>
              </a:rPr>
              <a:t>Click to edit the notes format</a:t>
            </a:r>
            <a:endParaRPr lang="en-US" sz="2000" b="0" u="none" strike="noStrike">
              <a:solidFill>
                <a:srgbClr val="000000"/>
              </a:solidFill>
              <a:effectLst/>
              <a:uFillTx/>
              <a:latin typeface="Noto Serif"/>
            </a:endParaRPr>
          </a:p>
        </p:txBody>
      </p:sp>
      <p:sp>
        <p:nvSpPr>
          <p:cNvPr id="311"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Noto Serif"/>
              </a:rPr>
              <a:t>&lt;header&gt;</a:t>
            </a:r>
            <a:endParaRPr lang="en-US" sz="1400" b="0" u="none" strike="noStrike">
              <a:solidFill>
                <a:srgbClr val="000000"/>
              </a:solidFill>
              <a:effectLst/>
              <a:uFillTx/>
              <a:latin typeface="Noto Serif"/>
            </a:endParaRPr>
          </a:p>
        </p:txBody>
      </p:sp>
      <p:sp>
        <p:nvSpPr>
          <p:cNvPr id="312" name="PlaceHolder 4"/>
          <p:cNvSpPr>
            <a:spLocks noGrp="1"/>
          </p:cNvSpPr>
          <p:nvPr>
            <p:ph type="dt" idx="55"/>
          </p:nvPr>
        </p:nvSpPr>
        <p:spPr>
          <a:xfrm>
            <a:off x="4399200" y="0"/>
            <a:ext cx="3372840" cy="50256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Noto Serif"/>
              </a:defRPr>
            </a:lvl1pPr>
          </a:lstStyle>
          <a:p>
            <a:pPr indent="0" algn="r">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
        <p:nvSpPr>
          <p:cNvPr id="313" name="PlaceHolder 5"/>
          <p:cNvSpPr>
            <a:spLocks noGrp="1"/>
          </p:cNvSpPr>
          <p:nvPr>
            <p:ph type="ftr" idx="56"/>
          </p:nvPr>
        </p:nvSpPr>
        <p:spPr>
          <a:xfrm>
            <a:off x="0" y="9555480"/>
            <a:ext cx="3372840" cy="50256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14" name="PlaceHolder 6"/>
          <p:cNvSpPr>
            <a:spLocks noGrp="1"/>
          </p:cNvSpPr>
          <p:nvPr>
            <p:ph type="sldNum" idx="57"/>
          </p:nvPr>
        </p:nvSpPr>
        <p:spPr>
          <a:xfrm>
            <a:off x="4399200" y="9555480"/>
            <a:ext cx="3372840" cy="50256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Noto Serif"/>
              </a:defRPr>
            </a:lvl1pPr>
          </a:lstStyle>
          <a:p>
            <a:pPr indent="0" algn="r">
              <a:buNone/>
            </a:pPr>
            <a:fld id="{6CD1413A-738E-4BA0-BED8-86A0D8B0FE13}" type="slidenum">
              <a:rPr lang="en-US" sz="1400" b="0" u="none" strike="noStrike">
                <a:solidFill>
                  <a:srgbClr val="000000"/>
                </a:solidFill>
                <a:effectLst/>
                <a:uFillTx/>
                <a:latin typeface="Noto Serif"/>
              </a:rPr>
              <a:t>&lt;number&gt;</a:t>
            </a:fld>
            <a:endParaRPr lang="en-US" sz="1400" b="0" u="none" strike="noStrike">
              <a:solidFill>
                <a:srgbClr val="000000"/>
              </a:solidFill>
              <a:effectLst/>
              <a:uFillTx/>
              <a:latin typeface="Noto Serif"/>
            </a:endParaRPr>
          </a:p>
        </p:txBody>
      </p:sp>
    </p:spTree>
  </p:cSld>
  <p:clrMap bg1="lt1" bg2="lt2" tx1="dk1" tx2="dk2" accent1="accent1" accent2="accent2" accent3="accent3" accent4="accent4" accent5="accent5" accent6="accent6" hlink="hlink" folHlink="folHlink"/>
</p:notesMaster>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PlaceHolder 1"/>
          <p:cNvSpPr>
            <a:spLocks noGrp="1"/>
          </p:cNvSpPr>
          <p:nvPr>
            <p:ph type="sldImg"/>
          </p:nvPr>
        </p:nvSpPr>
        <p:spPr>
          <a:xfrm>
            <a:off x="380880" y="685800"/>
            <a:ext cx="6095160" cy="3428280"/>
          </a:xfrm>
          <a:prstGeom prst="rect">
            <a:avLst/>
          </a:prstGeom>
          <a:ln w="0">
            <a:noFill/>
          </a:ln>
        </p:spPr>
      </p:sp>
      <p:sp>
        <p:nvSpPr>
          <p:cNvPr id="355" name="PlaceHolder 2"/>
          <p:cNvSpPr>
            <a:spLocks noGrp="1"/>
          </p:cNvSpPr>
          <p:nvPr>
            <p:ph type="body"/>
          </p:nvPr>
        </p:nvSpPr>
        <p:spPr>
          <a:xfrm>
            <a:off x="685800" y="4343400"/>
            <a:ext cx="5485680" cy="4114080"/>
          </a:xfrm>
          <a:prstGeom prst="rect">
            <a:avLst/>
          </a:prstGeom>
          <a:noFill/>
          <a:ln w="0">
            <a:noFill/>
          </a:ln>
        </p:spPr>
        <p:txBody>
          <a:bodyPr lIns="91440" rIns="91440" tIns="45720" bIns="45720" anchor="t">
            <a:normAutofit/>
          </a:bodyPr>
          <a:p>
            <a:pPr indent="0">
              <a:buNone/>
            </a:pPr>
            <a:endParaRPr lang="en-US" sz="1800" b="0" u="none" strike="noStrike">
              <a:solidFill>
                <a:srgbClr val="000000"/>
              </a:solidFill>
              <a:effectLst/>
              <a:uFillTx/>
              <a:latin typeface="Noto Serif"/>
            </a:endParaRPr>
          </a:p>
        </p:txBody>
      </p:sp>
      <p:sp>
        <p:nvSpPr>
          <p:cNvPr id="356" name="PlaceHolder 3"/>
          <p:cNvSpPr>
            <a:spLocks noGrp="1"/>
          </p:cNvSpPr>
          <p:nvPr>
            <p:ph type="sldNum" idx="58"/>
          </p:nvPr>
        </p:nvSpPr>
        <p:spPr>
          <a:xfrm>
            <a:off x="3884760" y="8685360"/>
            <a:ext cx="2971080" cy="45648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lang="en-US" sz="1200" b="0" u="none" strike="noStrike">
                <a:solidFill>
                  <a:schemeClr val="dk1"/>
                </a:solidFill>
                <a:effectLst/>
                <a:uFillTx/>
                <a:latin typeface="+mn-lt"/>
                <a:ea typeface="+mn-ea"/>
              </a:defRPr>
            </a:lvl1pPr>
          </a:lstStyle>
          <a:p>
            <a:pPr indent="0" algn="r" defTabSz="457200">
              <a:lnSpc>
                <a:spcPct val="100000"/>
              </a:lnSpc>
              <a:buNone/>
              <a:tabLst>
                <a:tab algn="l" pos="0"/>
              </a:tabLst>
            </a:pPr>
            <a:fld id="{A97B4968-3F7E-4273-8F65-CC0EAA5E40F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Noto Serif"/>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Relationship Id="rId2" Type="http://schemas.openxmlformats.org/officeDocument/2006/relationships/image" Target="../media/image1.jpe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6.xml"/><Relationship Id="rId2" Type="http://schemas.openxmlformats.org/officeDocument/2006/relationships/image" Target="../media/image1.jpe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6.xml"/><Relationship Id="rId2" Type="http://schemas.openxmlformats.org/officeDocument/2006/relationships/image" Target="../media/image1.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29" name="PlaceHolder 1"/>
          <p:cNvSpPr>
            <a:spLocks noGrp="1"/>
          </p:cNvSpPr>
          <p:nvPr>
            <p:ph type="title"/>
          </p:nvPr>
        </p:nvSpPr>
        <p:spPr>
          <a:xfrm>
            <a:off x="677160" y="609480"/>
            <a:ext cx="8596080" cy="132012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30" name="PlaceHolder 2"/>
          <p:cNvSpPr>
            <a:spLocks noGrp="1"/>
          </p:cNvSpPr>
          <p:nvPr>
            <p:ph type="subTitle"/>
          </p:nvPr>
        </p:nvSpPr>
        <p:spPr>
          <a:xfrm>
            <a:off x="677160" y="2160720"/>
            <a:ext cx="8596080" cy="388008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C2F9770F-6C2E-4F70-ABE7-8E33568F41D7}"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1" name="Group 6"/>
          <p:cNvGrpSpPr/>
          <p:nvPr/>
        </p:nvGrpSpPr>
        <p:grpSpPr>
          <a:xfrm>
            <a:off x="0" y="-8640"/>
            <a:ext cx="12191400" cy="6867000"/>
            <a:chOff x="0" y="-8640"/>
            <a:chExt cx="12191400" cy="6867000"/>
          </a:xfrm>
        </p:grpSpPr>
        <p:cxnSp>
          <p:nvCxnSpPr>
            <p:cNvPr id="32" name="Straight Connector 19"/>
            <p:cNvCxnSpPr/>
            <p:nvPr/>
          </p:nvCxnSpPr>
          <p:spPr>
            <a:xfrm>
              <a:off x="9370800" y="0"/>
              <a:ext cx="1220040" cy="6858720"/>
            </a:xfrm>
            <a:prstGeom prst="straightConnector1">
              <a:avLst/>
            </a:prstGeom>
            <a:ln cap="rnd" w="9525">
              <a:solidFill>
                <a:srgbClr val="bfbfbf"/>
              </a:solidFill>
              <a:round/>
            </a:ln>
          </p:spPr>
        </p:cxnSp>
        <p:cxnSp>
          <p:nvCxnSpPr>
            <p:cNvPr id="33"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34"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5"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6"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7"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8"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9"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40"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41"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42" name="PlaceHolder 1"/>
          <p:cNvSpPr>
            <a:spLocks noGrp="1"/>
          </p:cNvSpPr>
          <p:nvPr>
            <p:ph type="title"/>
          </p:nvPr>
        </p:nvSpPr>
        <p:spPr>
          <a:xfrm>
            <a:off x="677160" y="609480"/>
            <a:ext cx="859608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43" name="PlaceHolder 2"/>
          <p:cNvSpPr>
            <a:spLocks noGrp="1"/>
          </p:cNvSpPr>
          <p:nvPr>
            <p:ph type="body"/>
          </p:nvPr>
        </p:nvSpPr>
        <p:spPr>
          <a:xfrm>
            <a:off x="677160" y="2160720"/>
            <a:ext cx="4183200" cy="388008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44" name="PlaceHolder 3"/>
          <p:cNvSpPr>
            <a:spLocks noGrp="1"/>
          </p:cNvSpPr>
          <p:nvPr>
            <p:ph type="body"/>
          </p:nvPr>
        </p:nvSpPr>
        <p:spPr>
          <a:xfrm>
            <a:off x="5090040" y="2160720"/>
            <a:ext cx="4183200" cy="388008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45" name="PlaceHolder 4"/>
          <p:cNvSpPr>
            <a:spLocks noGrp="1"/>
          </p:cNvSpPr>
          <p:nvPr>
            <p:ph type="dt" idx="4"/>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 </a:t>
            </a:r>
            <a:endParaRPr lang="en-US" sz="900" b="0" u="none" strike="noStrike">
              <a:solidFill>
                <a:srgbClr val="000000"/>
              </a:solidFill>
              <a:effectLst/>
              <a:uFillTx/>
              <a:latin typeface="Noto Serif"/>
            </a:endParaRPr>
          </a:p>
        </p:txBody>
      </p:sp>
      <p:sp>
        <p:nvSpPr>
          <p:cNvPr id="46" name="PlaceHolder 5"/>
          <p:cNvSpPr>
            <a:spLocks noGrp="1"/>
          </p:cNvSpPr>
          <p:nvPr>
            <p:ph type="ftr" idx="5"/>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Noto Serif"/>
            </a:endParaRPr>
          </a:p>
        </p:txBody>
      </p:sp>
      <p:sp>
        <p:nvSpPr>
          <p:cNvPr id="47" name="PlaceHolder 6"/>
          <p:cNvSpPr>
            <a:spLocks noGrp="1"/>
          </p:cNvSpPr>
          <p:nvPr>
            <p:ph type="sldNum" idx="6"/>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6F01A44D-06AA-4B8A-99A0-136B8A20F5C6}" type="slidenum">
              <a:rPr lang="en-IN" sz="900" b="0" u="none" strike="noStrike">
                <a:solidFill>
                  <a:schemeClr val="accent1"/>
                </a:solidFill>
                <a:effectLst/>
                <a:uFillTx/>
                <a:latin typeface="Trebuchet MS"/>
              </a:rPr>
              <a:t>1</a:t>
            </a:fld>
            <a:endParaRPr lang="en-US" sz="900" b="0" u="none" strike="noStrike">
              <a:solidFill>
                <a:srgbClr val="000000"/>
              </a:solidFill>
              <a:effectLst/>
              <a:uFillTx/>
              <a:latin typeface="Noto Serif"/>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48" name="Group 6"/>
          <p:cNvGrpSpPr/>
          <p:nvPr/>
        </p:nvGrpSpPr>
        <p:grpSpPr>
          <a:xfrm>
            <a:off x="0" y="-8640"/>
            <a:ext cx="12191400" cy="6867000"/>
            <a:chOff x="0" y="-8640"/>
            <a:chExt cx="12191400" cy="6867000"/>
          </a:xfrm>
        </p:grpSpPr>
        <p:cxnSp>
          <p:nvCxnSpPr>
            <p:cNvPr id="49" name="Straight Connector 19"/>
            <p:cNvCxnSpPr/>
            <p:nvPr/>
          </p:nvCxnSpPr>
          <p:spPr>
            <a:xfrm>
              <a:off x="9370800" y="0"/>
              <a:ext cx="1220040" cy="6858720"/>
            </a:xfrm>
            <a:prstGeom prst="straightConnector1">
              <a:avLst/>
            </a:prstGeom>
            <a:ln cap="rnd" w="9525">
              <a:solidFill>
                <a:srgbClr val="bfbfbf"/>
              </a:solidFill>
              <a:round/>
            </a:ln>
          </p:spPr>
        </p:cxnSp>
        <p:cxnSp>
          <p:nvCxnSpPr>
            <p:cNvPr id="50"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51"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2"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3"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54"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55"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6"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7"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8"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59" name="PlaceHolder 1"/>
          <p:cNvSpPr>
            <a:spLocks noGrp="1"/>
          </p:cNvSpPr>
          <p:nvPr>
            <p:ph type="title"/>
          </p:nvPr>
        </p:nvSpPr>
        <p:spPr>
          <a:xfrm>
            <a:off x="677160" y="609480"/>
            <a:ext cx="859608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60" name="PlaceHolder 2"/>
          <p:cNvSpPr>
            <a:spLocks noGrp="1"/>
          </p:cNvSpPr>
          <p:nvPr>
            <p:ph type="body"/>
          </p:nvPr>
        </p:nvSpPr>
        <p:spPr>
          <a:xfrm>
            <a:off x="675720" y="2161080"/>
            <a:ext cx="4185000" cy="57564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61" name="PlaceHolder 3"/>
          <p:cNvSpPr>
            <a:spLocks noGrp="1"/>
          </p:cNvSpPr>
          <p:nvPr>
            <p:ph type="body"/>
          </p:nvPr>
        </p:nvSpPr>
        <p:spPr>
          <a:xfrm>
            <a:off x="675720" y="2737080"/>
            <a:ext cx="4185000" cy="330336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62" name="PlaceHolder 4"/>
          <p:cNvSpPr>
            <a:spLocks noGrp="1"/>
          </p:cNvSpPr>
          <p:nvPr>
            <p:ph type="body"/>
          </p:nvPr>
        </p:nvSpPr>
        <p:spPr>
          <a:xfrm>
            <a:off x="5088240" y="2161080"/>
            <a:ext cx="4185000" cy="57564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63" name="PlaceHolder 5"/>
          <p:cNvSpPr>
            <a:spLocks noGrp="1"/>
          </p:cNvSpPr>
          <p:nvPr>
            <p:ph type="body"/>
          </p:nvPr>
        </p:nvSpPr>
        <p:spPr>
          <a:xfrm>
            <a:off x="5088240" y="2737080"/>
            <a:ext cx="4185000" cy="330336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64" name="PlaceHolder 6"/>
          <p:cNvSpPr>
            <a:spLocks noGrp="1"/>
          </p:cNvSpPr>
          <p:nvPr>
            <p:ph type="dt" idx="7"/>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65" name="PlaceHolder 7"/>
          <p:cNvSpPr>
            <a:spLocks noGrp="1"/>
          </p:cNvSpPr>
          <p:nvPr>
            <p:ph type="ftr" idx="8"/>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66" name="PlaceHolder 8"/>
          <p:cNvSpPr>
            <a:spLocks noGrp="1"/>
          </p:cNvSpPr>
          <p:nvPr>
            <p:ph type="sldNum" idx="9"/>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C839B65F-6BA5-4AE3-8067-82F91866375B}"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67" name="Group 6"/>
          <p:cNvGrpSpPr/>
          <p:nvPr/>
        </p:nvGrpSpPr>
        <p:grpSpPr>
          <a:xfrm>
            <a:off x="0" y="-8640"/>
            <a:ext cx="12191400" cy="6867000"/>
            <a:chOff x="0" y="-8640"/>
            <a:chExt cx="12191400" cy="6867000"/>
          </a:xfrm>
        </p:grpSpPr>
        <p:cxnSp>
          <p:nvCxnSpPr>
            <p:cNvPr id="68" name="Straight Connector 19"/>
            <p:cNvCxnSpPr/>
            <p:nvPr/>
          </p:nvCxnSpPr>
          <p:spPr>
            <a:xfrm>
              <a:off x="9370800" y="0"/>
              <a:ext cx="1220040" cy="6858720"/>
            </a:xfrm>
            <a:prstGeom prst="straightConnector1">
              <a:avLst/>
            </a:prstGeom>
            <a:ln cap="rnd" w="9525">
              <a:solidFill>
                <a:srgbClr val="bfbfbf"/>
              </a:solidFill>
              <a:round/>
            </a:ln>
          </p:spPr>
        </p:cxnSp>
        <p:cxnSp>
          <p:nvCxnSpPr>
            <p:cNvPr id="69"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70"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1"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2"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73"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74"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5"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6"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7"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78" name="PlaceHolder 1"/>
          <p:cNvSpPr>
            <a:spLocks noGrp="1"/>
          </p:cNvSpPr>
          <p:nvPr>
            <p:ph type="title"/>
          </p:nvPr>
        </p:nvSpPr>
        <p:spPr>
          <a:xfrm>
            <a:off x="677160" y="609480"/>
            <a:ext cx="859608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79" name="PlaceHolder 2"/>
          <p:cNvSpPr>
            <a:spLocks noGrp="1"/>
          </p:cNvSpPr>
          <p:nvPr>
            <p:ph type="dt" idx="10"/>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80" name="PlaceHolder 3"/>
          <p:cNvSpPr>
            <a:spLocks noGrp="1"/>
          </p:cNvSpPr>
          <p:nvPr>
            <p:ph type="ftr" idx="11"/>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81" name="PlaceHolder 4"/>
          <p:cNvSpPr>
            <a:spLocks noGrp="1"/>
          </p:cNvSpPr>
          <p:nvPr>
            <p:ph type="sldNum" idx="12"/>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634CF249-0661-4506-A866-196CCCCC10E7}"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82" name="Group 6"/>
          <p:cNvGrpSpPr/>
          <p:nvPr/>
        </p:nvGrpSpPr>
        <p:grpSpPr>
          <a:xfrm>
            <a:off x="0" y="-8640"/>
            <a:ext cx="12191400" cy="6867000"/>
            <a:chOff x="0" y="-8640"/>
            <a:chExt cx="12191400" cy="6867000"/>
          </a:xfrm>
        </p:grpSpPr>
        <p:cxnSp>
          <p:nvCxnSpPr>
            <p:cNvPr id="83" name="Straight Connector 19"/>
            <p:cNvCxnSpPr/>
            <p:nvPr/>
          </p:nvCxnSpPr>
          <p:spPr>
            <a:xfrm>
              <a:off x="9370800" y="0"/>
              <a:ext cx="1220040" cy="6858720"/>
            </a:xfrm>
            <a:prstGeom prst="straightConnector1">
              <a:avLst/>
            </a:prstGeom>
            <a:ln cap="rnd" w="9525">
              <a:solidFill>
                <a:srgbClr val="bfbfbf"/>
              </a:solidFill>
              <a:round/>
            </a:ln>
          </p:spPr>
        </p:cxnSp>
        <p:cxnSp>
          <p:nvCxnSpPr>
            <p:cNvPr id="84"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85"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86"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87"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88"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89"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90"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91"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92"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93" name="PlaceHolder 1"/>
          <p:cNvSpPr>
            <a:spLocks noGrp="1"/>
          </p:cNvSpPr>
          <p:nvPr>
            <p:ph type="title"/>
          </p:nvPr>
        </p:nvSpPr>
        <p:spPr>
          <a:xfrm>
            <a:off x="677160" y="1498680"/>
            <a:ext cx="3853800" cy="127764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2000" b="0" u="none" strike="noStrike">
                <a:solidFill>
                  <a:schemeClr val="accent1"/>
                </a:solidFill>
                <a:effectLst/>
                <a:uFillTx/>
                <a:latin typeface="Trebuchet MS"/>
              </a:rPr>
              <a:t>Click to edit Master title style</a:t>
            </a:r>
            <a:endParaRPr lang="en-US" sz="2000" b="0" u="none" strike="noStrike">
              <a:solidFill>
                <a:srgbClr val="000000"/>
              </a:solidFill>
              <a:effectLst/>
              <a:uFillTx/>
              <a:latin typeface="Noto Serif"/>
            </a:endParaRPr>
          </a:p>
        </p:txBody>
      </p:sp>
      <p:sp>
        <p:nvSpPr>
          <p:cNvPr id="94" name="PlaceHolder 2"/>
          <p:cNvSpPr>
            <a:spLocks noGrp="1"/>
          </p:cNvSpPr>
          <p:nvPr>
            <p:ph type="body"/>
          </p:nvPr>
        </p:nvSpPr>
        <p:spPr>
          <a:xfrm>
            <a:off x="4760640" y="514800"/>
            <a:ext cx="4512960" cy="552564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95" name="PlaceHolder 3"/>
          <p:cNvSpPr>
            <a:spLocks noGrp="1"/>
          </p:cNvSpPr>
          <p:nvPr>
            <p:ph type="body"/>
          </p:nvPr>
        </p:nvSpPr>
        <p:spPr>
          <a:xfrm>
            <a:off x="677160" y="2777040"/>
            <a:ext cx="3853800" cy="258372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400" b="0" u="none" strike="noStrike">
                <a:solidFill>
                  <a:schemeClr val="dk1">
                    <a:lumMod val="75000"/>
                    <a:lumOff val="25000"/>
                  </a:schemeClr>
                </a:solidFill>
                <a:effectLst/>
                <a:uFillTx/>
                <a:latin typeface="Trebuchet MS"/>
              </a:rPr>
              <a:t>Click to edit Master text styles</a:t>
            </a:r>
            <a:endParaRPr lang="en-US" sz="1400" b="0" u="none" strike="noStrike">
              <a:solidFill>
                <a:srgbClr val="000000"/>
              </a:solidFill>
              <a:effectLst/>
              <a:uFillTx/>
              <a:latin typeface="Noto Serif"/>
            </a:endParaRPr>
          </a:p>
        </p:txBody>
      </p:sp>
      <p:sp>
        <p:nvSpPr>
          <p:cNvPr id="96" name="PlaceHolder 4"/>
          <p:cNvSpPr>
            <a:spLocks noGrp="1"/>
          </p:cNvSpPr>
          <p:nvPr>
            <p:ph type="dt" idx="13"/>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97" name="PlaceHolder 5"/>
          <p:cNvSpPr>
            <a:spLocks noGrp="1"/>
          </p:cNvSpPr>
          <p:nvPr>
            <p:ph type="ftr" idx="14"/>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98" name="PlaceHolder 6"/>
          <p:cNvSpPr>
            <a:spLocks noGrp="1"/>
          </p:cNvSpPr>
          <p:nvPr>
            <p:ph type="sldNum" idx="15"/>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AC378E9E-DCAE-452A-995B-6BF775003310}"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99" name="Group 6"/>
          <p:cNvGrpSpPr/>
          <p:nvPr/>
        </p:nvGrpSpPr>
        <p:grpSpPr>
          <a:xfrm>
            <a:off x="0" y="-8640"/>
            <a:ext cx="12191400" cy="6867000"/>
            <a:chOff x="0" y="-8640"/>
            <a:chExt cx="12191400" cy="6867000"/>
          </a:xfrm>
        </p:grpSpPr>
        <p:cxnSp>
          <p:nvCxnSpPr>
            <p:cNvPr id="100" name="Straight Connector 19"/>
            <p:cNvCxnSpPr/>
            <p:nvPr/>
          </p:nvCxnSpPr>
          <p:spPr>
            <a:xfrm>
              <a:off x="9370800" y="0"/>
              <a:ext cx="1220040" cy="6858720"/>
            </a:xfrm>
            <a:prstGeom prst="straightConnector1">
              <a:avLst/>
            </a:prstGeom>
            <a:ln cap="rnd" w="9525">
              <a:solidFill>
                <a:srgbClr val="bfbfbf"/>
              </a:solidFill>
              <a:round/>
            </a:ln>
          </p:spPr>
        </p:cxnSp>
        <p:cxnSp>
          <p:nvCxnSpPr>
            <p:cNvPr id="101"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102"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3"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4"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05"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06"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7"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8"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9"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10" name="PlaceHolder 1"/>
          <p:cNvSpPr>
            <a:spLocks noGrp="1"/>
          </p:cNvSpPr>
          <p:nvPr>
            <p:ph type="title"/>
          </p:nvPr>
        </p:nvSpPr>
        <p:spPr>
          <a:xfrm>
            <a:off x="677160" y="4800600"/>
            <a:ext cx="8596080" cy="56592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2400" b="0" u="none" strike="noStrike">
                <a:solidFill>
                  <a:schemeClr val="accent1"/>
                </a:solidFill>
                <a:effectLst/>
                <a:uFillTx/>
                <a:latin typeface="Trebuchet MS"/>
              </a:rPr>
              <a:t>Click to edit Master title style</a:t>
            </a:r>
            <a:endParaRPr lang="en-US" sz="2400" b="0" u="none" strike="noStrike">
              <a:solidFill>
                <a:srgbClr val="000000"/>
              </a:solidFill>
              <a:effectLst/>
              <a:uFillTx/>
              <a:latin typeface="Noto Serif"/>
            </a:endParaRPr>
          </a:p>
        </p:txBody>
      </p:sp>
      <p:sp>
        <p:nvSpPr>
          <p:cNvPr id="111" name="PlaceHolder 2"/>
          <p:cNvSpPr>
            <a:spLocks noGrp="1"/>
          </p:cNvSpPr>
          <p:nvPr>
            <p:ph type="body"/>
          </p:nvPr>
        </p:nvSpPr>
        <p:spPr>
          <a:xfrm>
            <a:off x="677160" y="609480"/>
            <a:ext cx="8596080" cy="3845160"/>
          </a:xfrm>
          <a:prstGeom prst="rect">
            <a:avLst/>
          </a:prstGeom>
          <a:noFill/>
          <a:ln w="0">
            <a:noFill/>
          </a:ln>
        </p:spPr>
        <p:txBody>
          <a:bodyPr lIns="90000" rIns="90000" tIns="45000" bIns="45000" anchor="t">
            <a:normAutofit/>
          </a:bodyPr>
          <a:p>
            <a:pPr indent="0" algn="ctr" defTabSz="457200">
              <a:lnSpc>
                <a:spcPct val="100000"/>
              </a:lnSpc>
              <a:buNone/>
              <a:tabLst>
                <a:tab algn="l" pos="0"/>
              </a:tabLst>
            </a:pPr>
            <a:r>
              <a:rPr lang="en-US" sz="1600" b="0" u="none" strike="noStrike">
                <a:solidFill>
                  <a:schemeClr val="dk1"/>
                </a:solidFill>
                <a:effectLst/>
                <a:uFillTx/>
                <a:latin typeface="Trebuchet MS"/>
              </a:rPr>
              <a:t>Click icon to add picture</a:t>
            </a:r>
            <a:endParaRPr lang="en-US" sz="1600" b="0" u="none" strike="noStrike">
              <a:solidFill>
                <a:srgbClr val="000000"/>
              </a:solidFill>
              <a:effectLst/>
              <a:uFillTx/>
              <a:latin typeface="Noto Serif"/>
            </a:endParaRPr>
          </a:p>
        </p:txBody>
      </p:sp>
      <p:sp>
        <p:nvSpPr>
          <p:cNvPr id="112" name="PlaceHolder 3"/>
          <p:cNvSpPr>
            <a:spLocks noGrp="1"/>
          </p:cNvSpPr>
          <p:nvPr>
            <p:ph type="body"/>
          </p:nvPr>
        </p:nvSpPr>
        <p:spPr>
          <a:xfrm>
            <a:off x="677160" y="5367240"/>
            <a:ext cx="8596080" cy="67320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200" b="0" u="none" strike="noStrike">
                <a:solidFill>
                  <a:schemeClr val="dk1">
                    <a:lumMod val="75000"/>
                    <a:lumOff val="25000"/>
                  </a:schemeClr>
                </a:solidFill>
                <a:effectLst/>
                <a:uFillTx/>
                <a:latin typeface="Trebuchet MS"/>
              </a:rPr>
              <a:t>Click to edit Master text styles</a:t>
            </a:r>
            <a:endParaRPr lang="en-US" sz="1200" b="0" u="none" strike="noStrike">
              <a:solidFill>
                <a:srgbClr val="000000"/>
              </a:solidFill>
              <a:effectLst/>
              <a:uFillTx/>
              <a:latin typeface="Noto Serif"/>
            </a:endParaRPr>
          </a:p>
        </p:txBody>
      </p:sp>
      <p:sp>
        <p:nvSpPr>
          <p:cNvPr id="113" name="PlaceHolder 4"/>
          <p:cNvSpPr>
            <a:spLocks noGrp="1"/>
          </p:cNvSpPr>
          <p:nvPr>
            <p:ph type="dt" idx="16"/>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14" name="PlaceHolder 5"/>
          <p:cNvSpPr>
            <a:spLocks noGrp="1"/>
          </p:cNvSpPr>
          <p:nvPr>
            <p:ph type="ftr" idx="17"/>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15" name="PlaceHolder 6"/>
          <p:cNvSpPr>
            <a:spLocks noGrp="1"/>
          </p:cNvSpPr>
          <p:nvPr>
            <p:ph type="sldNum" idx="18"/>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D7F64ECF-28C6-468F-A5EE-EE482E3E19A5}"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16" name="Group 6"/>
          <p:cNvGrpSpPr/>
          <p:nvPr/>
        </p:nvGrpSpPr>
        <p:grpSpPr>
          <a:xfrm>
            <a:off x="0" y="-8640"/>
            <a:ext cx="12191400" cy="6867000"/>
            <a:chOff x="0" y="-8640"/>
            <a:chExt cx="12191400" cy="6867000"/>
          </a:xfrm>
        </p:grpSpPr>
        <p:cxnSp>
          <p:nvCxnSpPr>
            <p:cNvPr id="117" name="Straight Connector 19"/>
            <p:cNvCxnSpPr/>
            <p:nvPr/>
          </p:nvCxnSpPr>
          <p:spPr>
            <a:xfrm>
              <a:off x="9370800" y="0"/>
              <a:ext cx="1220040" cy="6858720"/>
            </a:xfrm>
            <a:prstGeom prst="straightConnector1">
              <a:avLst/>
            </a:prstGeom>
            <a:ln cap="rnd" w="9525">
              <a:solidFill>
                <a:srgbClr val="bfbfbf"/>
              </a:solidFill>
              <a:round/>
            </a:ln>
          </p:spPr>
        </p:cxnSp>
        <p:cxnSp>
          <p:nvCxnSpPr>
            <p:cNvPr id="118"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119"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0"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1"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22"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23"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4"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5"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6"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27" name="PlaceHolder 1"/>
          <p:cNvSpPr>
            <a:spLocks noGrp="1"/>
          </p:cNvSpPr>
          <p:nvPr>
            <p:ph type="title"/>
          </p:nvPr>
        </p:nvSpPr>
        <p:spPr>
          <a:xfrm>
            <a:off x="677160" y="609480"/>
            <a:ext cx="8596080" cy="340272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128" name="PlaceHolder 2"/>
          <p:cNvSpPr>
            <a:spLocks noGrp="1"/>
          </p:cNvSpPr>
          <p:nvPr>
            <p:ph type="body"/>
          </p:nvPr>
        </p:nvSpPr>
        <p:spPr>
          <a:xfrm>
            <a:off x="677160" y="4470480"/>
            <a:ext cx="8596080" cy="157032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129" name="PlaceHolder 3"/>
          <p:cNvSpPr>
            <a:spLocks noGrp="1"/>
          </p:cNvSpPr>
          <p:nvPr>
            <p:ph type="dt" idx="19"/>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30" name="PlaceHolder 4"/>
          <p:cNvSpPr>
            <a:spLocks noGrp="1"/>
          </p:cNvSpPr>
          <p:nvPr>
            <p:ph type="ftr" idx="20"/>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31" name="PlaceHolder 5"/>
          <p:cNvSpPr>
            <a:spLocks noGrp="1"/>
          </p:cNvSpPr>
          <p:nvPr>
            <p:ph type="sldNum" idx="21"/>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2A77A10F-CA76-47AB-8B4A-4F2BF1171F3F}"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32" name="Group 6"/>
          <p:cNvGrpSpPr/>
          <p:nvPr/>
        </p:nvGrpSpPr>
        <p:grpSpPr>
          <a:xfrm>
            <a:off x="0" y="-8640"/>
            <a:ext cx="12191400" cy="6867000"/>
            <a:chOff x="0" y="-8640"/>
            <a:chExt cx="12191400" cy="6867000"/>
          </a:xfrm>
        </p:grpSpPr>
        <p:cxnSp>
          <p:nvCxnSpPr>
            <p:cNvPr id="133" name="Straight Connector 19"/>
            <p:cNvCxnSpPr/>
            <p:nvPr/>
          </p:nvCxnSpPr>
          <p:spPr>
            <a:xfrm>
              <a:off x="9370800" y="0"/>
              <a:ext cx="1220040" cy="6858720"/>
            </a:xfrm>
            <a:prstGeom prst="straightConnector1">
              <a:avLst/>
            </a:prstGeom>
            <a:ln cap="rnd" w="9525">
              <a:solidFill>
                <a:srgbClr val="bfbfbf"/>
              </a:solidFill>
              <a:round/>
            </a:ln>
          </p:spPr>
        </p:cxnSp>
        <p:cxnSp>
          <p:nvCxnSpPr>
            <p:cNvPr id="134"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135"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36"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37"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38"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39"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0"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1"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2"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43" name="PlaceHolder 1"/>
          <p:cNvSpPr>
            <a:spLocks noGrp="1"/>
          </p:cNvSpPr>
          <p:nvPr>
            <p:ph type="title"/>
          </p:nvPr>
        </p:nvSpPr>
        <p:spPr>
          <a:xfrm>
            <a:off x="931320" y="609480"/>
            <a:ext cx="8093520" cy="302184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144" name="PlaceHolder 2"/>
          <p:cNvSpPr>
            <a:spLocks noGrp="1"/>
          </p:cNvSpPr>
          <p:nvPr>
            <p:ph type="body"/>
          </p:nvPr>
        </p:nvSpPr>
        <p:spPr>
          <a:xfrm>
            <a:off x="1366200" y="3632040"/>
            <a:ext cx="7223760" cy="380160"/>
          </a:xfrm>
          <a:prstGeom prst="rect">
            <a:avLst/>
          </a:prstGeom>
          <a:noFill/>
          <a:ln w="0">
            <a:noFill/>
          </a:ln>
        </p:spPr>
        <p:txBody>
          <a:bodyPr lIns="91440" rIns="91440" tIns="45720" bIns="45720" anchor="ctr">
            <a:noAutofit/>
          </a:bodyPr>
          <a:p>
            <a:pPr indent="0" defTabSz="457200">
              <a:lnSpc>
                <a:spcPct val="100000"/>
              </a:lnSpc>
              <a:spcBef>
                <a:spcPts val="1001"/>
              </a:spcBef>
              <a:buNone/>
              <a:tabLst>
                <a:tab algn="l" pos="0"/>
              </a:tabLst>
            </a:pPr>
            <a:r>
              <a:rPr lang="en-US" sz="1600" b="0" u="none" strike="noStrike">
                <a:solidFill>
                  <a:schemeClr val="dk1">
                    <a:lumMod val="50000"/>
                    <a:lumOff val="50000"/>
                  </a:schemeClr>
                </a:solidFill>
                <a:effectLst/>
                <a:uFillTx/>
                <a:latin typeface="Trebuchet MS"/>
              </a:rPr>
              <a:t>Click to edit Master text styles</a:t>
            </a:r>
            <a:endParaRPr lang="en-US" sz="1600" b="0" u="none" strike="noStrike">
              <a:solidFill>
                <a:srgbClr val="000000"/>
              </a:solidFill>
              <a:effectLst/>
              <a:uFillTx/>
              <a:latin typeface="Noto Serif"/>
            </a:endParaRPr>
          </a:p>
        </p:txBody>
      </p:sp>
      <p:sp>
        <p:nvSpPr>
          <p:cNvPr id="145" name="PlaceHolder 3"/>
          <p:cNvSpPr>
            <a:spLocks noGrp="1"/>
          </p:cNvSpPr>
          <p:nvPr>
            <p:ph type="body"/>
          </p:nvPr>
        </p:nvSpPr>
        <p:spPr>
          <a:xfrm>
            <a:off x="677160" y="4470480"/>
            <a:ext cx="8596080" cy="157032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146" name="PlaceHolder 4"/>
          <p:cNvSpPr>
            <a:spLocks noGrp="1"/>
          </p:cNvSpPr>
          <p:nvPr>
            <p:ph type="dt" idx="22"/>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47" name="PlaceHolder 5"/>
          <p:cNvSpPr>
            <a:spLocks noGrp="1"/>
          </p:cNvSpPr>
          <p:nvPr>
            <p:ph type="ftr" idx="23"/>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48" name="PlaceHolder 6"/>
          <p:cNvSpPr>
            <a:spLocks noGrp="1"/>
          </p:cNvSpPr>
          <p:nvPr>
            <p:ph type="sldNum" idx="24"/>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CEC5A5D9-9262-4193-9C77-598B289BCE03}"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149" name="TextBox 19"/>
          <p:cNvSpPr/>
          <p:nvPr/>
        </p:nvSpPr>
        <p:spPr>
          <a:xfrm>
            <a:off x="541800" y="790200"/>
            <a:ext cx="608760" cy="58392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
        <p:nvSpPr>
          <p:cNvPr id="150" name="TextBox 21"/>
          <p:cNvSpPr/>
          <p:nvPr/>
        </p:nvSpPr>
        <p:spPr>
          <a:xfrm>
            <a:off x="8893080" y="2886480"/>
            <a:ext cx="608760" cy="58392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51" name="Group 6"/>
          <p:cNvGrpSpPr/>
          <p:nvPr/>
        </p:nvGrpSpPr>
        <p:grpSpPr>
          <a:xfrm>
            <a:off x="0" y="-8640"/>
            <a:ext cx="12191400" cy="6867000"/>
            <a:chOff x="0" y="-8640"/>
            <a:chExt cx="12191400" cy="6867000"/>
          </a:xfrm>
        </p:grpSpPr>
        <p:cxnSp>
          <p:nvCxnSpPr>
            <p:cNvPr id="152" name="Straight Connector 19"/>
            <p:cNvCxnSpPr/>
            <p:nvPr/>
          </p:nvCxnSpPr>
          <p:spPr>
            <a:xfrm>
              <a:off x="9370800" y="0"/>
              <a:ext cx="1220040" cy="6858720"/>
            </a:xfrm>
            <a:prstGeom prst="straightConnector1">
              <a:avLst/>
            </a:prstGeom>
            <a:ln cap="rnd" w="9525">
              <a:solidFill>
                <a:srgbClr val="bfbfbf"/>
              </a:solidFill>
              <a:round/>
            </a:ln>
          </p:spPr>
        </p:cxnSp>
        <p:cxnSp>
          <p:nvCxnSpPr>
            <p:cNvPr id="153"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154"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55"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56"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57"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58"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59"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60"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61"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62" name="PlaceHolder 1"/>
          <p:cNvSpPr>
            <a:spLocks noGrp="1"/>
          </p:cNvSpPr>
          <p:nvPr>
            <p:ph type="title"/>
          </p:nvPr>
        </p:nvSpPr>
        <p:spPr>
          <a:xfrm>
            <a:off x="677160" y="1932120"/>
            <a:ext cx="8596080" cy="259488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163" name="PlaceHolder 2"/>
          <p:cNvSpPr>
            <a:spLocks noGrp="1"/>
          </p:cNvSpPr>
          <p:nvPr>
            <p:ph type="body"/>
          </p:nvPr>
        </p:nvSpPr>
        <p:spPr>
          <a:xfrm>
            <a:off x="677160" y="4527360"/>
            <a:ext cx="8596080" cy="151308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164" name="PlaceHolder 3"/>
          <p:cNvSpPr>
            <a:spLocks noGrp="1"/>
          </p:cNvSpPr>
          <p:nvPr>
            <p:ph type="dt" idx="25"/>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65" name="PlaceHolder 4"/>
          <p:cNvSpPr>
            <a:spLocks noGrp="1"/>
          </p:cNvSpPr>
          <p:nvPr>
            <p:ph type="ftr" idx="26"/>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66" name="PlaceHolder 5"/>
          <p:cNvSpPr>
            <a:spLocks noGrp="1"/>
          </p:cNvSpPr>
          <p:nvPr>
            <p:ph type="sldNum" idx="27"/>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CAABDDB0-8F95-4999-999A-1EFE141FAE16}"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Name Car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67" name="Group 6"/>
          <p:cNvGrpSpPr/>
          <p:nvPr/>
        </p:nvGrpSpPr>
        <p:grpSpPr>
          <a:xfrm>
            <a:off x="0" y="-8640"/>
            <a:ext cx="12191400" cy="6867000"/>
            <a:chOff x="0" y="-8640"/>
            <a:chExt cx="12191400" cy="6867000"/>
          </a:xfrm>
        </p:grpSpPr>
        <p:cxnSp>
          <p:nvCxnSpPr>
            <p:cNvPr id="168" name="Straight Connector 19"/>
            <p:cNvCxnSpPr/>
            <p:nvPr/>
          </p:nvCxnSpPr>
          <p:spPr>
            <a:xfrm>
              <a:off x="9370800" y="0"/>
              <a:ext cx="1220040" cy="6858720"/>
            </a:xfrm>
            <a:prstGeom prst="straightConnector1">
              <a:avLst/>
            </a:prstGeom>
            <a:ln cap="rnd" w="9525">
              <a:solidFill>
                <a:srgbClr val="bfbfbf"/>
              </a:solidFill>
              <a:round/>
            </a:ln>
          </p:spPr>
        </p:cxnSp>
        <p:cxnSp>
          <p:nvCxnSpPr>
            <p:cNvPr id="169"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170"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1"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2"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73"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74"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5"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6"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7"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78" name="PlaceHolder 1"/>
          <p:cNvSpPr>
            <a:spLocks noGrp="1"/>
          </p:cNvSpPr>
          <p:nvPr>
            <p:ph type="title"/>
          </p:nvPr>
        </p:nvSpPr>
        <p:spPr>
          <a:xfrm>
            <a:off x="931320" y="609480"/>
            <a:ext cx="8093520" cy="302184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179" name="PlaceHolder 2"/>
          <p:cNvSpPr>
            <a:spLocks noGrp="1"/>
          </p:cNvSpPr>
          <p:nvPr>
            <p:ph type="body"/>
          </p:nvPr>
        </p:nvSpPr>
        <p:spPr>
          <a:xfrm>
            <a:off x="677160" y="4013280"/>
            <a:ext cx="8596080" cy="51336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180" name="PlaceHolder 3"/>
          <p:cNvSpPr>
            <a:spLocks noGrp="1"/>
          </p:cNvSpPr>
          <p:nvPr>
            <p:ph type="body"/>
          </p:nvPr>
        </p:nvSpPr>
        <p:spPr>
          <a:xfrm>
            <a:off x="677160" y="4527360"/>
            <a:ext cx="8596080" cy="151308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181" name="PlaceHolder 4"/>
          <p:cNvSpPr>
            <a:spLocks noGrp="1"/>
          </p:cNvSpPr>
          <p:nvPr>
            <p:ph type="dt" idx="28"/>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82" name="PlaceHolder 5"/>
          <p:cNvSpPr>
            <a:spLocks noGrp="1"/>
          </p:cNvSpPr>
          <p:nvPr>
            <p:ph type="ftr" idx="29"/>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83" name="PlaceHolder 6"/>
          <p:cNvSpPr>
            <a:spLocks noGrp="1"/>
          </p:cNvSpPr>
          <p:nvPr>
            <p:ph type="sldNum" idx="30"/>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22855130-72DB-401D-BC5B-D2E7D6CA2036}"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184" name="TextBox 23"/>
          <p:cNvSpPr/>
          <p:nvPr/>
        </p:nvSpPr>
        <p:spPr>
          <a:xfrm>
            <a:off x="541800" y="790200"/>
            <a:ext cx="608760" cy="58392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
        <p:nvSpPr>
          <p:cNvPr id="185" name="TextBox 24"/>
          <p:cNvSpPr/>
          <p:nvPr/>
        </p:nvSpPr>
        <p:spPr>
          <a:xfrm>
            <a:off x="8893080" y="2886480"/>
            <a:ext cx="608760" cy="58392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rue or False">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86" name="Group 6"/>
          <p:cNvGrpSpPr/>
          <p:nvPr/>
        </p:nvGrpSpPr>
        <p:grpSpPr>
          <a:xfrm>
            <a:off x="0" y="-8640"/>
            <a:ext cx="12191400" cy="6867000"/>
            <a:chOff x="0" y="-8640"/>
            <a:chExt cx="12191400" cy="6867000"/>
          </a:xfrm>
        </p:grpSpPr>
        <p:cxnSp>
          <p:nvCxnSpPr>
            <p:cNvPr id="187" name="Straight Connector 19"/>
            <p:cNvCxnSpPr/>
            <p:nvPr/>
          </p:nvCxnSpPr>
          <p:spPr>
            <a:xfrm>
              <a:off x="9370800" y="0"/>
              <a:ext cx="1220040" cy="6858720"/>
            </a:xfrm>
            <a:prstGeom prst="straightConnector1">
              <a:avLst/>
            </a:prstGeom>
            <a:ln cap="rnd" w="9525">
              <a:solidFill>
                <a:srgbClr val="bfbfbf"/>
              </a:solidFill>
              <a:round/>
            </a:ln>
          </p:spPr>
        </p:cxnSp>
        <p:cxnSp>
          <p:nvCxnSpPr>
            <p:cNvPr id="188"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189"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0"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1"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92"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93"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4"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5"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6"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97" name="PlaceHolder 1"/>
          <p:cNvSpPr>
            <a:spLocks noGrp="1"/>
          </p:cNvSpPr>
          <p:nvPr>
            <p:ph type="title"/>
          </p:nvPr>
        </p:nvSpPr>
        <p:spPr>
          <a:xfrm>
            <a:off x="685800" y="609480"/>
            <a:ext cx="8587440" cy="302184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198" name="PlaceHolder 2"/>
          <p:cNvSpPr>
            <a:spLocks noGrp="1"/>
          </p:cNvSpPr>
          <p:nvPr>
            <p:ph type="body"/>
          </p:nvPr>
        </p:nvSpPr>
        <p:spPr>
          <a:xfrm>
            <a:off x="677160" y="4013280"/>
            <a:ext cx="8596080" cy="51336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accent1"/>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199" name="PlaceHolder 3"/>
          <p:cNvSpPr>
            <a:spLocks noGrp="1"/>
          </p:cNvSpPr>
          <p:nvPr>
            <p:ph type="body"/>
          </p:nvPr>
        </p:nvSpPr>
        <p:spPr>
          <a:xfrm>
            <a:off x="677160" y="4527360"/>
            <a:ext cx="8596080" cy="151308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200" name="PlaceHolder 4"/>
          <p:cNvSpPr>
            <a:spLocks noGrp="1"/>
          </p:cNvSpPr>
          <p:nvPr>
            <p:ph type="dt" idx="31"/>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01" name="PlaceHolder 5"/>
          <p:cNvSpPr>
            <a:spLocks noGrp="1"/>
          </p:cNvSpPr>
          <p:nvPr>
            <p:ph type="ftr" idx="32"/>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02" name="PlaceHolder 6"/>
          <p:cNvSpPr>
            <a:spLocks noGrp="1"/>
          </p:cNvSpPr>
          <p:nvPr>
            <p:ph type="sldNum" idx="33"/>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AB59012C-AA54-4385-A223-91D61A542791}"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03" name="Group 6"/>
          <p:cNvGrpSpPr/>
          <p:nvPr/>
        </p:nvGrpSpPr>
        <p:grpSpPr>
          <a:xfrm>
            <a:off x="0" y="-8640"/>
            <a:ext cx="12191400" cy="6867000"/>
            <a:chOff x="0" y="-8640"/>
            <a:chExt cx="12191400" cy="6867000"/>
          </a:xfrm>
        </p:grpSpPr>
        <p:cxnSp>
          <p:nvCxnSpPr>
            <p:cNvPr id="204" name="Straight Connector 19"/>
            <p:cNvCxnSpPr/>
            <p:nvPr/>
          </p:nvCxnSpPr>
          <p:spPr>
            <a:xfrm>
              <a:off x="9370800" y="0"/>
              <a:ext cx="1220040" cy="6858720"/>
            </a:xfrm>
            <a:prstGeom prst="straightConnector1">
              <a:avLst/>
            </a:prstGeom>
            <a:ln cap="rnd" w="9525">
              <a:solidFill>
                <a:srgbClr val="bfbfbf"/>
              </a:solidFill>
              <a:round/>
            </a:ln>
          </p:spPr>
        </p:cxnSp>
        <p:cxnSp>
          <p:nvCxnSpPr>
            <p:cNvPr id="205"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206"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7"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8"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09"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10"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11"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12"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13"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14" name="PlaceHolder 1"/>
          <p:cNvSpPr>
            <a:spLocks noGrp="1"/>
          </p:cNvSpPr>
          <p:nvPr>
            <p:ph type="title"/>
          </p:nvPr>
        </p:nvSpPr>
        <p:spPr>
          <a:xfrm>
            <a:off x="677160" y="609480"/>
            <a:ext cx="859608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15" name="PlaceHolder 2"/>
          <p:cNvSpPr>
            <a:spLocks noGrp="1"/>
          </p:cNvSpPr>
          <p:nvPr>
            <p:ph type="body"/>
          </p:nvPr>
        </p:nvSpPr>
        <p:spPr>
          <a:xfrm>
            <a:off x="677160" y="2160720"/>
            <a:ext cx="8596080" cy="388008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16" name="PlaceHolder 3"/>
          <p:cNvSpPr>
            <a:spLocks noGrp="1"/>
          </p:cNvSpPr>
          <p:nvPr>
            <p:ph type="dt" idx="34"/>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17" name="PlaceHolder 4"/>
          <p:cNvSpPr>
            <a:spLocks noGrp="1"/>
          </p:cNvSpPr>
          <p:nvPr>
            <p:ph type="ftr" idx="35"/>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18" name="PlaceHolder 5"/>
          <p:cNvSpPr>
            <a:spLocks noGrp="1"/>
          </p:cNvSpPr>
          <p:nvPr>
            <p:ph type="sldNum" idx="36"/>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3EBEFEED-30D6-4812-8448-F53239931933}"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19" name="Group 6"/>
          <p:cNvGrpSpPr/>
          <p:nvPr/>
        </p:nvGrpSpPr>
        <p:grpSpPr>
          <a:xfrm>
            <a:off x="0" y="-8640"/>
            <a:ext cx="12191400" cy="6867000"/>
            <a:chOff x="0" y="-8640"/>
            <a:chExt cx="12191400" cy="6867000"/>
          </a:xfrm>
        </p:grpSpPr>
        <p:cxnSp>
          <p:nvCxnSpPr>
            <p:cNvPr id="220" name="Straight Connector 19"/>
            <p:cNvCxnSpPr/>
            <p:nvPr/>
          </p:nvCxnSpPr>
          <p:spPr>
            <a:xfrm>
              <a:off x="9370800" y="0"/>
              <a:ext cx="1220040" cy="6858720"/>
            </a:xfrm>
            <a:prstGeom prst="straightConnector1">
              <a:avLst/>
            </a:prstGeom>
            <a:ln cap="rnd" w="9525">
              <a:solidFill>
                <a:srgbClr val="bfbfbf"/>
              </a:solidFill>
              <a:round/>
            </a:ln>
          </p:spPr>
        </p:cxnSp>
        <p:cxnSp>
          <p:nvCxnSpPr>
            <p:cNvPr id="221"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222"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3"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4"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25"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26"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7"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8"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9"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30" name="PlaceHolder 1"/>
          <p:cNvSpPr>
            <a:spLocks noGrp="1"/>
          </p:cNvSpPr>
          <p:nvPr>
            <p:ph type="title"/>
          </p:nvPr>
        </p:nvSpPr>
        <p:spPr>
          <a:xfrm>
            <a:off x="7967520" y="609480"/>
            <a:ext cx="1303920" cy="5250600"/>
          </a:xfrm>
          <a:prstGeom prst="rect">
            <a:avLst/>
          </a:prstGeom>
          <a:noFill/>
          <a:ln w="0">
            <a:noFill/>
          </a:ln>
        </p:spPr>
        <p:txBody>
          <a:bodyPr lIns="91440" rIns="91440" tIns="45720" bIns="45720" anchor="ctr" vert="eaVe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31" name="PlaceHolder 2"/>
          <p:cNvSpPr>
            <a:spLocks noGrp="1"/>
          </p:cNvSpPr>
          <p:nvPr>
            <p:ph type="body"/>
          </p:nvPr>
        </p:nvSpPr>
        <p:spPr>
          <a:xfrm>
            <a:off x="677160" y="609480"/>
            <a:ext cx="7059600" cy="525060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32" name="PlaceHolder 3"/>
          <p:cNvSpPr>
            <a:spLocks noGrp="1"/>
          </p:cNvSpPr>
          <p:nvPr>
            <p:ph type="dt" idx="37"/>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33" name="PlaceHolder 4"/>
          <p:cNvSpPr>
            <a:spLocks noGrp="1"/>
          </p:cNvSpPr>
          <p:nvPr>
            <p:ph type="ftr" idx="38"/>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34" name="PlaceHolder 5"/>
          <p:cNvSpPr>
            <a:spLocks noGrp="1"/>
          </p:cNvSpPr>
          <p:nvPr>
            <p:ph type="sldNum" idx="39"/>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2EBFAD9A-2EA6-4F2A-B1B6-FE031EDC3E4A}"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35" name="Group 6"/>
          <p:cNvGrpSpPr/>
          <p:nvPr/>
        </p:nvGrpSpPr>
        <p:grpSpPr>
          <a:xfrm>
            <a:off x="0" y="-8640"/>
            <a:ext cx="12191400" cy="6867000"/>
            <a:chOff x="0" y="-8640"/>
            <a:chExt cx="12191400" cy="6867000"/>
          </a:xfrm>
        </p:grpSpPr>
        <p:cxnSp>
          <p:nvCxnSpPr>
            <p:cNvPr id="236" name="Straight Connector 19"/>
            <p:cNvCxnSpPr/>
            <p:nvPr/>
          </p:nvCxnSpPr>
          <p:spPr>
            <a:xfrm>
              <a:off x="9370800" y="0"/>
              <a:ext cx="1220040" cy="6858720"/>
            </a:xfrm>
            <a:prstGeom prst="straightConnector1">
              <a:avLst/>
            </a:prstGeom>
            <a:ln cap="rnd" w="9525">
              <a:solidFill>
                <a:srgbClr val="bfbfbf"/>
              </a:solidFill>
              <a:round/>
            </a:ln>
          </p:spPr>
        </p:cxnSp>
        <p:cxnSp>
          <p:nvCxnSpPr>
            <p:cNvPr id="237"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238"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39"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0"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41"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42"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3"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4"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5"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46" name="PlaceHolder 1"/>
          <p:cNvSpPr>
            <a:spLocks noGrp="1"/>
          </p:cNvSpPr>
          <p:nvPr>
            <p:ph type="title"/>
          </p:nvPr>
        </p:nvSpPr>
        <p:spPr>
          <a:xfrm>
            <a:off x="677160" y="2700720"/>
            <a:ext cx="8596080" cy="1825920"/>
          </a:xfrm>
          <a:prstGeom prst="rect">
            <a:avLst/>
          </a:prstGeom>
          <a:noFill/>
          <a:ln w="0">
            <a:noFill/>
          </a:ln>
        </p:spPr>
        <p:txBody>
          <a:bodyPr lIns="91440" rIns="91440" tIns="45720" bIns="45720" anchor="b">
            <a:noAutofit/>
          </a:bodyPr>
          <a:p>
            <a:pPr indent="0" defTabSz="457200">
              <a:lnSpc>
                <a:spcPct val="100000"/>
              </a:lnSpc>
              <a:buNone/>
              <a:tabLst>
                <a:tab algn="l" pos="0"/>
              </a:tabLst>
            </a:pPr>
            <a:r>
              <a:rPr lang="en-US" sz="4000" b="0" u="none" strike="noStrike">
                <a:solidFill>
                  <a:schemeClr val="accent1"/>
                </a:solidFill>
                <a:effectLst/>
                <a:uFillTx/>
                <a:latin typeface="Trebuchet MS"/>
              </a:rPr>
              <a:t>Click to edit Master title style</a:t>
            </a:r>
            <a:endParaRPr lang="en-US" sz="4000" b="0" u="none" strike="noStrike">
              <a:solidFill>
                <a:srgbClr val="000000"/>
              </a:solidFill>
              <a:effectLst/>
              <a:uFillTx/>
              <a:latin typeface="Noto Serif"/>
            </a:endParaRPr>
          </a:p>
        </p:txBody>
      </p:sp>
      <p:sp>
        <p:nvSpPr>
          <p:cNvPr id="247" name="PlaceHolder 2"/>
          <p:cNvSpPr>
            <a:spLocks noGrp="1"/>
          </p:cNvSpPr>
          <p:nvPr>
            <p:ph type="body"/>
          </p:nvPr>
        </p:nvSpPr>
        <p:spPr>
          <a:xfrm>
            <a:off x="677160" y="4527360"/>
            <a:ext cx="8596080" cy="85968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lang="en-US" sz="2000" b="0" u="none" strike="noStrike">
                <a:solidFill>
                  <a:schemeClr val="dk1">
                    <a:lumMod val="50000"/>
                    <a:lumOff val="50000"/>
                  </a:schemeClr>
                </a:solidFill>
                <a:effectLst/>
                <a:uFillTx/>
                <a:latin typeface="Trebuchet MS"/>
              </a:rPr>
              <a:t>Click to edit Master text styles</a:t>
            </a:r>
            <a:endParaRPr lang="en-US" sz="2000" b="0" u="none" strike="noStrike">
              <a:solidFill>
                <a:srgbClr val="000000"/>
              </a:solidFill>
              <a:effectLst/>
              <a:uFillTx/>
              <a:latin typeface="Noto Serif"/>
            </a:endParaRPr>
          </a:p>
        </p:txBody>
      </p:sp>
      <p:sp>
        <p:nvSpPr>
          <p:cNvPr id="248" name="PlaceHolder 3"/>
          <p:cNvSpPr>
            <a:spLocks noGrp="1"/>
          </p:cNvSpPr>
          <p:nvPr>
            <p:ph type="dt" idx="40"/>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49" name="PlaceHolder 4"/>
          <p:cNvSpPr>
            <a:spLocks noGrp="1"/>
          </p:cNvSpPr>
          <p:nvPr>
            <p:ph type="ftr" idx="41"/>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50" name="PlaceHolder 5"/>
          <p:cNvSpPr>
            <a:spLocks noGrp="1"/>
          </p:cNvSpPr>
          <p:nvPr>
            <p:ph type="sldNum" idx="42"/>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72F0BA3A-B1BE-4401-B2FA-3C81C63108E8}"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and Content">
    <p:spTree>
      <p:nvGrpSpPr>
        <p:cNvPr id="1" name=""/>
        <p:cNvGrpSpPr/>
        <p:nvPr/>
      </p:nvGrpSpPr>
      <p:grpSpPr>
        <a:xfrm>
          <a:off x="0" y="0"/>
          <a:ext cx="0" cy="0"/>
          <a:chOff x="0" y="0"/>
          <a:chExt cx="0" cy="0"/>
        </a:xfrm>
      </p:grpSpPr>
      <p:sp>
        <p:nvSpPr>
          <p:cNvPr id="267" name="PlaceHolder 1"/>
          <p:cNvSpPr>
            <a:spLocks noGrp="1"/>
          </p:cNvSpPr>
          <p:nvPr>
            <p:ph type="title"/>
          </p:nvPr>
        </p:nvSpPr>
        <p:spPr>
          <a:xfrm>
            <a:off x="677160" y="609480"/>
            <a:ext cx="8596080" cy="132012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268" name="PlaceHolder 2"/>
          <p:cNvSpPr>
            <a:spLocks noGrp="1"/>
          </p:cNvSpPr>
          <p:nvPr>
            <p:ph type="subTitle"/>
          </p:nvPr>
        </p:nvSpPr>
        <p:spPr>
          <a:xfrm>
            <a:off x="677160" y="2160720"/>
            <a:ext cx="8596080" cy="388008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44"/>
          </p:nvPr>
        </p:nvSpPr>
        <p:spPr/>
        <p:txBody>
          <a:bodyPr/>
          <a:p>
            <a:r>
              <a:t>Footer</a:t>
            </a:r>
          </a:p>
        </p:txBody>
      </p:sp>
      <p:sp>
        <p:nvSpPr>
          <p:cNvPr id="5" name="PlaceHolder 4"/>
          <p:cNvSpPr>
            <a:spLocks noGrp="1"/>
          </p:cNvSpPr>
          <p:nvPr>
            <p:ph type="sldNum" idx="45"/>
          </p:nvPr>
        </p:nvSpPr>
        <p:spPr/>
        <p:txBody>
          <a:bodyPr/>
          <a:p>
            <a:fld id="{87DF9BD5-DB27-4114-BF64-B2C17BD943AC}" type="slidenum">
              <a:t>&lt;#&gt;</a:t>
            </a:fld>
          </a:p>
        </p:txBody>
      </p:sp>
      <p:sp>
        <p:nvSpPr>
          <p:cNvPr id="6" name="PlaceHolder 5"/>
          <p:cNvSpPr>
            <a:spLocks noGrp="1"/>
          </p:cNvSpPr>
          <p:nvPr>
            <p:ph type="dt" idx="43"/>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69" name="Group 6"/>
          <p:cNvGrpSpPr/>
          <p:nvPr/>
        </p:nvGrpSpPr>
        <p:grpSpPr>
          <a:xfrm>
            <a:off x="0" y="-8640"/>
            <a:ext cx="12191400" cy="6867000"/>
            <a:chOff x="0" y="-8640"/>
            <a:chExt cx="12191400" cy="6867000"/>
          </a:xfrm>
        </p:grpSpPr>
        <p:cxnSp>
          <p:nvCxnSpPr>
            <p:cNvPr id="270" name="Straight Connector 19"/>
            <p:cNvCxnSpPr/>
            <p:nvPr/>
          </p:nvCxnSpPr>
          <p:spPr>
            <a:xfrm>
              <a:off x="9370800" y="0"/>
              <a:ext cx="1220040" cy="6858720"/>
            </a:xfrm>
            <a:prstGeom prst="straightConnector1">
              <a:avLst/>
            </a:prstGeom>
            <a:ln cap="rnd" w="9525">
              <a:solidFill>
                <a:srgbClr val="bfbfbf"/>
              </a:solidFill>
              <a:round/>
            </a:ln>
          </p:spPr>
        </p:cxnSp>
        <p:cxnSp>
          <p:nvCxnSpPr>
            <p:cNvPr id="271"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272"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3"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4"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75"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76"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7"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8"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9"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80" name="PlaceHolder 1"/>
          <p:cNvSpPr>
            <a:spLocks noGrp="1"/>
          </p:cNvSpPr>
          <p:nvPr>
            <p:ph type="title"/>
          </p:nvPr>
        </p:nvSpPr>
        <p:spPr>
          <a:xfrm>
            <a:off x="677160" y="609480"/>
            <a:ext cx="8596080" cy="132012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81" name="PlaceHolder 2"/>
          <p:cNvSpPr>
            <a:spLocks noGrp="1"/>
          </p:cNvSpPr>
          <p:nvPr>
            <p:ph type="body"/>
          </p:nvPr>
        </p:nvSpPr>
        <p:spPr>
          <a:xfrm>
            <a:off x="677160" y="2160720"/>
            <a:ext cx="8596080" cy="388008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82" name="PlaceHolder 3"/>
          <p:cNvSpPr>
            <a:spLocks noGrp="1"/>
          </p:cNvSpPr>
          <p:nvPr>
            <p:ph type="dt" idx="46"/>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83" name="PlaceHolder 4"/>
          <p:cNvSpPr>
            <a:spLocks noGrp="1"/>
          </p:cNvSpPr>
          <p:nvPr>
            <p:ph type="ftr" idx="47"/>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84" name="PlaceHolder 5"/>
          <p:cNvSpPr>
            <a:spLocks noGrp="1"/>
          </p:cNvSpPr>
          <p:nvPr>
            <p:ph type="sldNum" idx="48"/>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A3702432-42B7-45D3-AD1E-79AAEF589C10}"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85" name="Group 6"/>
          <p:cNvGrpSpPr/>
          <p:nvPr/>
        </p:nvGrpSpPr>
        <p:grpSpPr>
          <a:xfrm>
            <a:off x="0" y="-8640"/>
            <a:ext cx="12191400" cy="6867000"/>
            <a:chOff x="0" y="-8640"/>
            <a:chExt cx="12191400" cy="6867000"/>
          </a:xfrm>
        </p:grpSpPr>
        <p:cxnSp>
          <p:nvCxnSpPr>
            <p:cNvPr id="286" name="Straight Connector 19"/>
            <p:cNvCxnSpPr/>
            <p:nvPr/>
          </p:nvCxnSpPr>
          <p:spPr>
            <a:xfrm>
              <a:off x="9370800" y="0"/>
              <a:ext cx="1220040" cy="6858720"/>
            </a:xfrm>
            <a:prstGeom prst="straightConnector1">
              <a:avLst/>
            </a:prstGeom>
            <a:ln cap="rnd" w="9525">
              <a:solidFill>
                <a:srgbClr val="bfbfbf"/>
              </a:solidFill>
              <a:round/>
            </a:ln>
          </p:spPr>
        </p:cxnSp>
        <p:cxnSp>
          <p:nvCxnSpPr>
            <p:cNvPr id="287"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272"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3"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4"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75"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76"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7"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8"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9"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88" name="PlaceHolder 1"/>
          <p:cNvSpPr>
            <a:spLocks noGrp="1"/>
          </p:cNvSpPr>
          <p:nvPr>
            <p:ph type="title"/>
          </p:nvPr>
        </p:nvSpPr>
        <p:spPr>
          <a:xfrm>
            <a:off x="677160" y="609480"/>
            <a:ext cx="8596080" cy="132012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89" name="PlaceHolder 2"/>
          <p:cNvSpPr>
            <a:spLocks noGrp="1"/>
          </p:cNvSpPr>
          <p:nvPr>
            <p:ph type="body"/>
          </p:nvPr>
        </p:nvSpPr>
        <p:spPr>
          <a:xfrm>
            <a:off x="677160" y="2160720"/>
            <a:ext cx="8596080" cy="388008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90" name="PlaceHolder 3"/>
          <p:cNvSpPr>
            <a:spLocks noGrp="1"/>
          </p:cNvSpPr>
          <p:nvPr>
            <p:ph type="dt" idx="49"/>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91" name="PlaceHolder 4"/>
          <p:cNvSpPr>
            <a:spLocks noGrp="1"/>
          </p:cNvSpPr>
          <p:nvPr>
            <p:ph type="ftr" idx="50"/>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92" name="PlaceHolder 5"/>
          <p:cNvSpPr>
            <a:spLocks noGrp="1"/>
          </p:cNvSpPr>
          <p:nvPr>
            <p:ph type="sldNum" idx="51"/>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AA485A9D-276C-4914-85C2-19CC47F169D7}"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93" name="Group 6"/>
          <p:cNvGrpSpPr/>
          <p:nvPr/>
        </p:nvGrpSpPr>
        <p:grpSpPr>
          <a:xfrm>
            <a:off x="0" y="-8640"/>
            <a:ext cx="12191400" cy="6867000"/>
            <a:chOff x="0" y="-8640"/>
            <a:chExt cx="12191400" cy="6867000"/>
          </a:xfrm>
        </p:grpSpPr>
        <p:cxnSp>
          <p:nvCxnSpPr>
            <p:cNvPr id="294" name="Straight Connector 19"/>
            <p:cNvCxnSpPr/>
            <p:nvPr/>
          </p:nvCxnSpPr>
          <p:spPr>
            <a:xfrm>
              <a:off x="9370800" y="0"/>
              <a:ext cx="1220040" cy="6858720"/>
            </a:xfrm>
            <a:prstGeom prst="straightConnector1">
              <a:avLst/>
            </a:prstGeom>
            <a:ln cap="rnd" w="9525">
              <a:solidFill>
                <a:srgbClr val="bfbfbf"/>
              </a:solidFill>
              <a:round/>
            </a:ln>
          </p:spPr>
        </p:cxnSp>
        <p:cxnSp>
          <p:nvCxnSpPr>
            <p:cNvPr id="295"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296"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7"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8"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99"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00"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01"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02"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03"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304" name="PlaceHolder 1"/>
          <p:cNvSpPr>
            <a:spLocks noGrp="1"/>
          </p:cNvSpPr>
          <p:nvPr>
            <p:ph type="dt" idx="52"/>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305" name="PlaceHolder 2"/>
          <p:cNvSpPr>
            <a:spLocks noGrp="1"/>
          </p:cNvSpPr>
          <p:nvPr>
            <p:ph type="ftr" idx="53"/>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06" name="PlaceHolder 3"/>
          <p:cNvSpPr>
            <a:spLocks noGrp="1"/>
          </p:cNvSpPr>
          <p:nvPr>
            <p:ph type="sldNum" idx="54"/>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431D14EA-148D-44A6-BE68-BC584FF75E79}"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307" name="PlaceHolder 4"/>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lnSpc>
                <a:spcPct val="100000"/>
              </a:lnSpc>
              <a:buNone/>
              <a:tabLst>
                <a:tab algn="l" pos="0"/>
              </a:tabLst>
            </a:pPr>
            <a:r>
              <a:rPr lang="en-US" sz="1800" b="0" u="none" strike="noStrike">
                <a:solidFill>
                  <a:schemeClr val="dk1"/>
                </a:solidFill>
                <a:effectLst/>
                <a:uFillTx/>
                <a:latin typeface="Trebuchet MS"/>
              </a:rPr>
              <a:t>Click to edit the title text format</a:t>
            </a:r>
            <a:endParaRPr lang="en-US" sz="1800" b="0" u="none" strike="noStrike">
              <a:solidFill>
                <a:srgbClr val="000000"/>
              </a:solidFill>
              <a:effectLst/>
              <a:uFillTx/>
              <a:latin typeface="Noto Serif"/>
            </a:endParaRPr>
          </a:p>
        </p:txBody>
      </p:sp>
      <p:sp>
        <p:nvSpPr>
          <p:cNvPr id="308" name="PlaceHolder 5"/>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Click to edit the outline text format</a:t>
            </a:r>
            <a:endParaRPr lang="en-US" sz="1800" b="0" u="none" strike="noStrike">
              <a:solidFill>
                <a:srgbClr val="000000"/>
              </a:solidFill>
              <a:effectLst/>
              <a:uFillTx/>
              <a:latin typeface="Noto Serif"/>
            </a:endParaRPr>
          </a:p>
          <a:p>
            <a:pPr marL="864000" lvl="1" indent="-324000">
              <a:lnSpc>
                <a:spcPct val="100000"/>
              </a:lnSpc>
              <a:spcBef>
                <a:spcPts val="1134"/>
              </a:spcBef>
              <a:buClr>
                <a:srgbClr val="000000"/>
              </a:buClr>
              <a:buSzPct val="75000"/>
              <a:buFont typeface="Symbol" charset="2"/>
              <a:buChar char=""/>
            </a:pPr>
            <a:r>
              <a:rPr lang="en-US" sz="1400" b="0" u="none" strike="noStrike">
                <a:solidFill>
                  <a:schemeClr val="dk1">
                    <a:lumMod val="75000"/>
                    <a:lumOff val="25000"/>
                  </a:schemeClr>
                </a:solidFill>
                <a:effectLst/>
                <a:uFillTx/>
                <a:latin typeface="Trebuchet MS"/>
              </a:rPr>
              <a:t>Second Outline Level</a:t>
            </a:r>
            <a:endParaRPr lang="en-US" sz="1400" b="0" u="none" strike="noStrike">
              <a:solidFill>
                <a:srgbClr val="000000"/>
              </a:solidFill>
              <a:effectLst/>
              <a:uFillTx/>
              <a:latin typeface="Noto Serif"/>
            </a:endParaRPr>
          </a:p>
          <a:p>
            <a:pPr marL="1296000" lvl="2" indent="-288000">
              <a:lnSpc>
                <a:spcPct val="100000"/>
              </a:lnSpc>
              <a:spcBef>
                <a:spcPts val="850"/>
              </a:spcBef>
              <a:buClr>
                <a:srgbClr val="000000"/>
              </a:buClr>
              <a:buSzPct val="45000"/>
              <a:buFont typeface="Wingdings" charset="2"/>
              <a:buChar char=""/>
            </a:pPr>
            <a:r>
              <a:rPr lang="en-US" sz="1200" b="0" u="none" strike="noStrike">
                <a:solidFill>
                  <a:schemeClr val="dk1">
                    <a:lumMod val="75000"/>
                    <a:lumOff val="25000"/>
                  </a:schemeClr>
                </a:solidFill>
                <a:effectLst/>
                <a:uFillTx/>
                <a:latin typeface="Trebuchet MS"/>
              </a:rPr>
              <a:t>Third Outline Level</a:t>
            </a:r>
            <a:endParaRPr lang="en-US" sz="1200" b="0" u="none" strike="noStrike">
              <a:solidFill>
                <a:srgbClr val="000000"/>
              </a:solidFill>
              <a:effectLst/>
              <a:uFillTx/>
              <a:latin typeface="Noto Serif"/>
            </a:endParaRPr>
          </a:p>
          <a:p>
            <a:pPr marL="1728000" lvl="3" indent="-216000">
              <a:lnSpc>
                <a:spcPct val="100000"/>
              </a:lnSpc>
              <a:spcBef>
                <a:spcPts val="567"/>
              </a:spcBef>
              <a:buClr>
                <a:srgbClr val="000000"/>
              </a:buClr>
              <a:buSzPct val="75000"/>
              <a:buFont typeface="Symbol" charset="2"/>
              <a:buChar char=""/>
            </a:pPr>
            <a:r>
              <a:rPr lang="en-US" sz="1200" b="0" u="none" strike="noStrike">
                <a:solidFill>
                  <a:schemeClr val="dk1">
                    <a:lumMod val="75000"/>
                    <a:lumOff val="25000"/>
                  </a:schemeClr>
                </a:solidFill>
                <a:effectLst/>
                <a:uFillTx/>
                <a:latin typeface="Trebuchet MS"/>
              </a:rPr>
              <a:t>Fourth Outline Level</a:t>
            </a:r>
            <a:endParaRPr lang="en-US" sz="1200" b="0" u="none" strike="noStrike">
              <a:solidFill>
                <a:srgbClr val="000000"/>
              </a:solidFill>
              <a:effectLst/>
              <a:uFillTx/>
              <a:latin typeface="Noto Serif"/>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Fifth Outline Level</a:t>
            </a:r>
            <a:endParaRPr lang="en-US" sz="2000" b="0" u="none" strike="noStrike">
              <a:solidFill>
                <a:srgbClr val="000000"/>
              </a:solidFill>
              <a:effectLst/>
              <a:uFillTx/>
              <a:latin typeface="Noto Serif"/>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Sixth Outline Level</a:t>
            </a:r>
            <a:endParaRPr lang="en-US" sz="2000" b="0" u="none" strike="noStrike">
              <a:solidFill>
                <a:srgbClr val="000000"/>
              </a:solidFill>
              <a:effectLst/>
              <a:uFillTx/>
              <a:latin typeface="Noto Serif"/>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Seventh Outline Level</a:t>
            </a:r>
            <a:endParaRPr lang="en-US" sz="2000" b="0" u="none" strike="noStrike">
              <a:solidFill>
                <a:srgbClr val="000000"/>
              </a:solidFill>
              <a:effectLst/>
              <a:uFillTx/>
              <a:latin typeface="Noto Serif"/>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 name="Group 6"/>
          <p:cNvGrpSpPr/>
          <p:nvPr/>
        </p:nvGrpSpPr>
        <p:grpSpPr>
          <a:xfrm>
            <a:off x="0" y="-8640"/>
            <a:ext cx="12191400" cy="6867000"/>
            <a:chOff x="0" y="-8640"/>
            <a:chExt cx="12191400" cy="6867000"/>
          </a:xfrm>
        </p:grpSpPr>
        <p:cxnSp>
          <p:nvCxnSpPr>
            <p:cNvPr id="3" name="Straight Connector 19"/>
            <p:cNvCxnSpPr/>
            <p:nvPr/>
          </p:nvCxnSpPr>
          <p:spPr>
            <a:xfrm>
              <a:off x="9370800" y="0"/>
              <a:ext cx="1220040" cy="6858720"/>
            </a:xfrm>
            <a:prstGeom prst="straightConnector1">
              <a:avLst/>
            </a:prstGeom>
            <a:ln cap="rnd" w="9525">
              <a:solidFill>
                <a:srgbClr val="bfbfbf"/>
              </a:solidFill>
              <a:round/>
            </a:ln>
          </p:spPr>
        </p:cxnSp>
        <p:cxnSp>
          <p:nvCxnSpPr>
            <p:cNvPr id="4"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5"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6"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8"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9"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1"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grpSp>
        <p:nvGrpSpPr>
          <p:cNvPr id="13" name="Group 6"/>
          <p:cNvGrpSpPr/>
          <p:nvPr/>
        </p:nvGrpSpPr>
        <p:grpSpPr>
          <a:xfrm>
            <a:off x="720" y="-8640"/>
            <a:ext cx="12190680" cy="6867000"/>
            <a:chOff x="720" y="-8640"/>
            <a:chExt cx="12190680" cy="6867000"/>
          </a:xfrm>
        </p:grpSpPr>
        <p:cxnSp>
          <p:nvCxnSpPr>
            <p:cNvPr id="14" name="Straight Connector 31"/>
            <p:cNvCxnSpPr/>
            <p:nvPr/>
          </p:nvCxnSpPr>
          <p:spPr>
            <a:xfrm>
              <a:off x="9370800" y="0"/>
              <a:ext cx="1220040" cy="6858720"/>
            </a:xfrm>
            <a:prstGeom prst="straightConnector1">
              <a:avLst/>
            </a:prstGeom>
            <a:ln cap="rnd" w="9525">
              <a:solidFill>
                <a:srgbClr val="bfbfbf"/>
              </a:solidFill>
              <a:round/>
            </a:ln>
          </p:spPr>
        </p:cxnSp>
        <p:cxnSp>
          <p:nvCxnSpPr>
            <p:cNvPr id="15"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16"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8" name="Isosceles Triangle 26"/>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9"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0"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1"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 name="Isosceles Triangle 30"/>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3" name="Isosceles Triangle 18"/>
            <p:cNvSpPr/>
            <p:nvPr/>
          </p:nvSpPr>
          <p:spPr>
            <a:xfrm rot="10800000">
              <a:off x="720" y="720"/>
              <a:ext cx="842040" cy="5665320"/>
            </a:xfrm>
            <a:prstGeom prst="triangle">
              <a:avLst>
                <a:gd name="adj" fmla="val 10000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4" name="PlaceHolder 1"/>
          <p:cNvSpPr>
            <a:spLocks noGrp="1"/>
          </p:cNvSpPr>
          <p:nvPr>
            <p:ph type="title"/>
          </p:nvPr>
        </p:nvSpPr>
        <p:spPr>
          <a:xfrm>
            <a:off x="677160" y="1132200"/>
            <a:ext cx="859608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25" name="PlaceHolder 2"/>
          <p:cNvSpPr>
            <a:spLocks noGrp="1"/>
          </p:cNvSpPr>
          <p:nvPr>
            <p:ph type="ftr" idx="1"/>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6" name="PlaceHolder 3"/>
          <p:cNvSpPr>
            <a:spLocks noGrp="1"/>
          </p:cNvSpPr>
          <p:nvPr>
            <p:ph type="sldNum" idx="2"/>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157E5F45-666C-486E-ACE4-199F323B0B71}"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27" name="PlaceHolder 4"/>
          <p:cNvSpPr>
            <a:spLocks noGrp="1"/>
          </p:cNvSpPr>
          <p:nvPr>
            <p:ph type="dt" idx="3"/>
          </p:nvPr>
        </p:nvSpPr>
        <p:spPr>
          <a:xfrm>
            <a:off x="7205040" y="6041520"/>
            <a:ext cx="911160" cy="36432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
        <p:nvSpPr>
          <p:cNvPr id="2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Noto Serif"/>
              </a:rPr>
              <a:t>Click to edit the outline text format</a:t>
            </a:r>
            <a:endParaRPr lang="en-US" sz="3200" b="0" u="none" strike="noStrike">
              <a:solidFill>
                <a:srgbClr val="000000"/>
              </a:solidFill>
              <a:effectLst/>
              <a:uFillTx/>
              <a:latin typeface="Noto Serif"/>
            </a:endParaRP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Noto Serif"/>
              </a:rPr>
              <a:t>Second Outline Level</a:t>
            </a:r>
            <a:endParaRPr lang="en-US" sz="2800" b="0" u="none" strike="noStrike">
              <a:solidFill>
                <a:srgbClr val="000000"/>
              </a:solidFill>
              <a:effectLst/>
              <a:uFillTx/>
              <a:latin typeface="Noto Serif"/>
            </a:endParaRP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Noto Serif"/>
              </a:rPr>
              <a:t>Third Outline Level</a:t>
            </a:r>
            <a:endParaRPr lang="en-US" sz="2400" b="0" u="none" strike="noStrike">
              <a:solidFill>
                <a:srgbClr val="000000"/>
              </a:solidFill>
              <a:effectLst/>
              <a:uFillTx/>
              <a:latin typeface="Noto Serif"/>
            </a:endParaRP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Noto Serif"/>
              </a:rPr>
              <a:t>Fourth Outline Level</a:t>
            </a:r>
            <a:endParaRPr lang="en-US" sz="2000" b="0" u="none" strike="noStrike">
              <a:solidFill>
                <a:srgbClr val="000000"/>
              </a:solidFill>
              <a:effectLst/>
              <a:uFillTx/>
              <a:latin typeface="Noto Serif"/>
            </a:endParaRP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Fifth Outline Level</a:t>
            </a:r>
            <a:endParaRPr lang="en-US" sz="2000" b="0" u="none" strike="noStrike">
              <a:solidFill>
                <a:srgbClr val="000000"/>
              </a:solidFill>
              <a:effectLst/>
              <a:uFillTx/>
              <a:latin typeface="Noto Serif"/>
            </a:endParaRP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Sixth Outline Level</a:t>
            </a:r>
            <a:endParaRPr lang="en-US" sz="2000" b="0" u="none" strike="noStrike">
              <a:solidFill>
                <a:srgbClr val="000000"/>
              </a:solidFill>
              <a:effectLst/>
              <a:uFillTx/>
              <a:latin typeface="Noto Serif"/>
            </a:endParaRP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Seventh Outline Level</a:t>
            </a:r>
            <a:endParaRPr lang="en-US" sz="20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51" name="Group 6"/>
          <p:cNvGrpSpPr/>
          <p:nvPr/>
        </p:nvGrpSpPr>
        <p:grpSpPr>
          <a:xfrm>
            <a:off x="0" y="-8640"/>
            <a:ext cx="12191400" cy="6867000"/>
            <a:chOff x="0" y="-8640"/>
            <a:chExt cx="12191400" cy="6867000"/>
          </a:xfrm>
        </p:grpSpPr>
        <p:cxnSp>
          <p:nvCxnSpPr>
            <p:cNvPr id="252" name="Straight Connector 19"/>
            <p:cNvCxnSpPr/>
            <p:nvPr/>
          </p:nvCxnSpPr>
          <p:spPr>
            <a:xfrm>
              <a:off x="9370800" y="0"/>
              <a:ext cx="1220040" cy="6858720"/>
            </a:xfrm>
            <a:prstGeom prst="straightConnector1">
              <a:avLst/>
            </a:prstGeom>
            <a:ln cap="rnd" w="9525">
              <a:solidFill>
                <a:srgbClr val="bfbfbf"/>
              </a:solidFill>
              <a:round/>
            </a:ln>
          </p:spPr>
        </p:cxnSp>
        <p:cxnSp>
          <p:nvCxnSpPr>
            <p:cNvPr id="253" name="Straight Connector 20"/>
            <p:cNvCxnSpPr/>
            <p:nvPr/>
          </p:nvCxnSpPr>
          <p:spPr>
            <a:xfrm flipH="1">
              <a:off x="7425000" y="3681360"/>
              <a:ext cx="4764240" cy="3177360"/>
            </a:xfrm>
            <a:prstGeom prst="straightConnector1">
              <a:avLst/>
            </a:prstGeom>
            <a:ln cap="rnd" w="9525">
              <a:solidFill>
                <a:srgbClr val="d9d9d9"/>
              </a:solidFill>
              <a:round/>
            </a:ln>
          </p:spPr>
        </p:cxnSp>
        <p:sp>
          <p:nvSpPr>
            <p:cNvPr id="254" name="Rectangle 23"/>
            <p:cNvSpPr/>
            <p:nvPr/>
          </p:nvSpPr>
          <p:spPr>
            <a:xfrm>
              <a:off x="9181440" y="-8640"/>
              <a:ext cx="3006720" cy="6865920"/>
            </a:xfrm>
            <a:custGeom>
              <a:avLst/>
              <a:gdLst>
                <a:gd name="textAreaLeft" fmla="*/ 0 w 3006720"/>
                <a:gd name="textAreaRight" fmla="*/ 3007440 w 3006720"/>
                <a:gd name="textAreaTop" fmla="*/ 0 h 6865920"/>
                <a:gd name="textAreaBottom" fmla="*/ 6866640 h 686592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5" name="Rectangle 25"/>
            <p:cNvSpPr/>
            <p:nvPr/>
          </p:nvSpPr>
          <p:spPr>
            <a:xfrm>
              <a:off x="9603360" y="-8640"/>
              <a:ext cx="2587680" cy="6865920"/>
            </a:xfrm>
            <a:custGeom>
              <a:avLst/>
              <a:gdLst>
                <a:gd name="textAreaLeft" fmla="*/ 0 w 2587680"/>
                <a:gd name="textAreaRight" fmla="*/ 2588400 w 2587680"/>
                <a:gd name="textAreaTop" fmla="*/ 0 h 6865920"/>
                <a:gd name="textAreaBottom" fmla="*/ 6866640 h 686592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6" name="Isosceles Triangle 23"/>
            <p:cNvSpPr/>
            <p:nvPr/>
          </p:nvSpPr>
          <p:spPr>
            <a:xfrm>
              <a:off x="8932320" y="3048120"/>
              <a:ext cx="3259080" cy="380916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57" name="Rectangle 27"/>
            <p:cNvSpPr/>
            <p:nvPr/>
          </p:nvSpPr>
          <p:spPr>
            <a:xfrm>
              <a:off x="9334440" y="-8640"/>
              <a:ext cx="2853720" cy="6865920"/>
            </a:xfrm>
            <a:custGeom>
              <a:avLst/>
              <a:gdLst>
                <a:gd name="textAreaLeft" fmla="*/ 0 w 2853720"/>
                <a:gd name="textAreaRight" fmla="*/ 2854440 w 2853720"/>
                <a:gd name="textAreaTop" fmla="*/ 0 h 6865920"/>
                <a:gd name="textAreaBottom" fmla="*/ 6866640 h 686592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58" name="Rectangle 28"/>
            <p:cNvSpPr/>
            <p:nvPr/>
          </p:nvSpPr>
          <p:spPr>
            <a:xfrm>
              <a:off x="10898640" y="-8640"/>
              <a:ext cx="1289520" cy="6865920"/>
            </a:xfrm>
            <a:custGeom>
              <a:avLst/>
              <a:gdLst>
                <a:gd name="textAreaLeft" fmla="*/ 0 w 1289520"/>
                <a:gd name="textAreaRight" fmla="*/ 1290240 w 1289520"/>
                <a:gd name="textAreaTop" fmla="*/ 0 h 6865920"/>
                <a:gd name="textAreaBottom" fmla="*/ 6866640 h 686592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9" name="Rectangle 29"/>
            <p:cNvSpPr/>
            <p:nvPr/>
          </p:nvSpPr>
          <p:spPr>
            <a:xfrm>
              <a:off x="10938960" y="-8640"/>
              <a:ext cx="1249200" cy="6865920"/>
            </a:xfrm>
            <a:custGeom>
              <a:avLst/>
              <a:gdLst>
                <a:gd name="textAreaLeft" fmla="*/ 0 w 1249200"/>
                <a:gd name="textAreaRight" fmla="*/ 1249920 w 1249200"/>
                <a:gd name="textAreaTop" fmla="*/ 0 h 6865920"/>
                <a:gd name="textAreaBottom" fmla="*/ 6866640 h 686592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60" name="Isosceles Triangle 27"/>
            <p:cNvSpPr/>
            <p:nvPr/>
          </p:nvSpPr>
          <p:spPr>
            <a:xfrm>
              <a:off x="10371600" y="3589920"/>
              <a:ext cx="1816560" cy="326736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61" name="Isosceles Triangle 28"/>
            <p:cNvSpPr/>
            <p:nvPr/>
          </p:nvSpPr>
          <p:spPr>
            <a:xfrm>
              <a:off x="0" y="4013280"/>
              <a:ext cx="447840" cy="284400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62" name="PlaceHolder 1"/>
          <p:cNvSpPr>
            <a:spLocks noGrp="1"/>
          </p:cNvSpPr>
          <p:nvPr>
            <p:ph type="title"/>
          </p:nvPr>
        </p:nvSpPr>
        <p:spPr>
          <a:xfrm>
            <a:off x="677160" y="609480"/>
            <a:ext cx="8596080" cy="132012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63" name="PlaceHolder 2"/>
          <p:cNvSpPr>
            <a:spLocks noGrp="1"/>
          </p:cNvSpPr>
          <p:nvPr>
            <p:ph type="body"/>
          </p:nvPr>
        </p:nvSpPr>
        <p:spPr>
          <a:xfrm>
            <a:off x="677160" y="2160720"/>
            <a:ext cx="8596080" cy="388008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64" name="PlaceHolder 3"/>
          <p:cNvSpPr>
            <a:spLocks noGrp="1"/>
          </p:cNvSpPr>
          <p:nvPr>
            <p:ph type="dt" idx="43"/>
          </p:nvPr>
        </p:nvSpPr>
        <p:spPr>
          <a:xfrm>
            <a:off x="7205040" y="6041520"/>
            <a:ext cx="9111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65" name="PlaceHolder 4"/>
          <p:cNvSpPr>
            <a:spLocks noGrp="1"/>
          </p:cNvSpPr>
          <p:nvPr>
            <p:ph type="ftr" idx="44"/>
          </p:nvPr>
        </p:nvSpPr>
        <p:spPr>
          <a:xfrm>
            <a:off x="677160" y="6041520"/>
            <a:ext cx="629676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66" name="PlaceHolder 5"/>
          <p:cNvSpPr>
            <a:spLocks noGrp="1"/>
          </p:cNvSpPr>
          <p:nvPr>
            <p:ph type="sldNum" idx="45"/>
          </p:nvPr>
        </p:nvSpPr>
        <p:spPr>
          <a:xfrm>
            <a:off x="8590680" y="6041520"/>
            <a:ext cx="682560" cy="36432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02EDE0C7-BB21-419B-9BD6-7CEDCB0490C1}"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5" r:id="rId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7" r:id="rId2"/>
    <p:sldLayoutId id="2147483668" r:id="rId3"/>
    <p:sldLayoutId id="2147483669"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PlaceHolder 1"/>
          <p:cNvSpPr>
            <a:spLocks noGrp="1"/>
          </p:cNvSpPr>
          <p:nvPr>
            <p:ph type="title"/>
          </p:nvPr>
        </p:nvSpPr>
        <p:spPr>
          <a:xfrm>
            <a:off x="1371600" y="301680"/>
            <a:ext cx="7693920" cy="1069560"/>
          </a:xfrm>
          <a:prstGeom prst="rect">
            <a:avLst/>
          </a:prstGeom>
          <a:noFill/>
          <a:ln w="0">
            <a:noFill/>
          </a:ln>
        </p:spPr>
        <p:txBody>
          <a:bodyPr lIns="91440" rIns="91440" tIns="45720" bIns="45720" anchor="b">
            <a:normAutofit/>
          </a:bodyPr>
          <a:p>
            <a:pPr indent="0" algn="ctr" defTabSz="457200">
              <a:lnSpc>
                <a:spcPct val="100000"/>
              </a:lnSpc>
              <a:buNone/>
              <a:tabLst>
                <a:tab algn="l" pos="0"/>
              </a:tabLst>
            </a:pPr>
            <a:r>
              <a:rPr lang="en-IN" sz="3200" b="1" u="none" strike="noStrike">
                <a:solidFill>
                  <a:schemeClr val="dk1">
                    <a:lumMod val="85000"/>
                    <a:lumOff val="15000"/>
                  </a:schemeClr>
                </a:solidFill>
                <a:effectLst/>
                <a:uFillTx/>
                <a:latin typeface="Trebuchet MS"/>
              </a:rPr>
              <a:t>SmartDRM: Blockchain based Digital Rights Management System</a:t>
            </a:r>
            <a:endParaRPr lang="en-US" sz="3200" b="0" u="none" strike="noStrike">
              <a:solidFill>
                <a:srgbClr val="000000"/>
              </a:solidFill>
              <a:effectLst/>
              <a:uFillTx/>
              <a:latin typeface="Noto Serif"/>
            </a:endParaRPr>
          </a:p>
        </p:txBody>
      </p:sp>
      <p:sp>
        <p:nvSpPr>
          <p:cNvPr id="316" name="PlaceHolder 2"/>
          <p:cNvSpPr>
            <a:spLocks noGrp="1"/>
          </p:cNvSpPr>
          <p:nvPr>
            <p:ph type="subTitle"/>
          </p:nvPr>
        </p:nvSpPr>
        <p:spPr>
          <a:xfrm>
            <a:off x="2081880" y="2558520"/>
            <a:ext cx="8501400" cy="2829960"/>
          </a:xfrm>
          <a:prstGeom prst="rect">
            <a:avLst/>
          </a:prstGeom>
          <a:noFill/>
          <a:ln w="0">
            <a:noFill/>
          </a:ln>
        </p:spPr>
        <p:txBody>
          <a:bodyPr lIns="91440" rIns="91440" tIns="45720" bIns="45720" anchor="t">
            <a:normAutofit lnSpcReduction="9999"/>
          </a:bodyPr>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TEAM MEMBERS : Silambarasan. B</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Muralidharan. C</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Pradeep. M</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Srinath. P</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2000" b="0" u="none" strike="noStrike">
                <a:solidFill>
                  <a:schemeClr val="dk1"/>
                </a:solidFill>
                <a:effectLst/>
                <a:uFillTx/>
                <a:latin typeface="Trebuchet MS"/>
              </a:rPr>
              <a:t> GUIDE : Sathiyapriya K</a:t>
            </a:r>
            <a:endParaRPr lang="en-US" sz="20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2000" b="0" u="none" strike="noStrike">
                <a:solidFill>
                  <a:schemeClr val="dk1"/>
                </a:solidFill>
                <a:effectLst/>
                <a:uFillTx/>
                <a:latin typeface="Trebuchet MS"/>
              </a:rPr>
              <a:t> </a:t>
            </a:r>
            <a:endParaRPr lang="en-US" sz="20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PlaceHolder 1"/>
          <p:cNvSpPr>
            <a:spLocks noGrp="1"/>
          </p:cNvSpPr>
          <p:nvPr>
            <p:ph type="title"/>
          </p:nvPr>
        </p:nvSpPr>
        <p:spPr>
          <a:xfrm>
            <a:off x="0" y="0"/>
            <a:ext cx="859608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Abstract</a:t>
            </a:r>
            <a:endParaRPr lang="en-US" sz="3600" b="0" u="none" strike="noStrike">
              <a:solidFill>
                <a:srgbClr val="000000"/>
              </a:solidFill>
              <a:effectLst/>
              <a:uFillTx/>
              <a:latin typeface="Noto Serif"/>
            </a:endParaRPr>
          </a:p>
        </p:txBody>
      </p:sp>
      <p:sp>
        <p:nvSpPr>
          <p:cNvPr id="318" name="PlaceHolder 2"/>
          <p:cNvSpPr>
            <a:spLocks noGrp="1"/>
          </p:cNvSpPr>
          <p:nvPr>
            <p:ph/>
          </p:nvPr>
        </p:nvSpPr>
        <p:spPr>
          <a:xfrm>
            <a:off x="327960" y="692640"/>
            <a:ext cx="9273240" cy="570816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Rapid growth of digital content distribution has intensified piracy, ownership violations, and revenue leakage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Conventional Digital Rights Management (DRM) systems rely on centralized authorities for control and enforcement</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Centralized DRM architectures suffer from single-point failure, limited transparency, and reduced stakeholder trust</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SmartDRM-X introduces a decentralized DRM framework to address these structural limitations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Smart contracts provide automated, tamper-resistant license enforcement mechanisms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An Artificial Intelligence layer analyzes usage patterns to detect suspicious or abnormal behavior</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Cryptographic techniques ensure data integrity and protection against unauthorized modification</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PlaceHolder 1"/>
          <p:cNvSpPr>
            <a:spLocks noGrp="1"/>
          </p:cNvSpPr>
          <p:nvPr>
            <p:ph type="title"/>
          </p:nvPr>
        </p:nvSpPr>
        <p:spPr>
          <a:xfrm>
            <a:off x="1800" y="0"/>
            <a:ext cx="859608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Introduction</a:t>
            </a:r>
            <a:endParaRPr lang="en-US" sz="3600" b="0" u="none" strike="noStrike">
              <a:solidFill>
                <a:srgbClr val="000000"/>
              </a:solidFill>
              <a:effectLst/>
              <a:uFillTx/>
              <a:latin typeface="Noto Serif"/>
            </a:endParaRPr>
          </a:p>
        </p:txBody>
      </p:sp>
      <p:sp>
        <p:nvSpPr>
          <p:cNvPr id="320" name="PlaceHolder 2"/>
          <p:cNvSpPr>
            <a:spLocks noGrp="1"/>
          </p:cNvSpPr>
          <p:nvPr>
            <p:ph/>
          </p:nvPr>
        </p:nvSpPr>
        <p:spPr>
          <a:xfrm>
            <a:off x="333000" y="914400"/>
            <a:ext cx="9039240" cy="434340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Explosive growth of digital media platforms has reshaped content creation, distribution, and consumption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Unauthorized copying, illegal redistribution, and misuse of digital assets continue to rise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Traditional DRM systems rely on centralized control, reducing transparency and system resilience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Content creators lack visibility and users must blindly trust a single authority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Advances in blockchain and AI enable SmartDRM-X: a decentralized, intelligent, and transparent DRM framework</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PlaceHolder 1"/>
          <p:cNvSpPr>
            <a:spLocks noGrp="1"/>
          </p:cNvSpPr>
          <p:nvPr>
            <p:ph/>
          </p:nvPr>
        </p:nvSpPr>
        <p:spPr>
          <a:xfrm>
            <a:off x="254160" y="311040"/>
            <a:ext cx="8595720" cy="831600"/>
          </a:xfrm>
          <a:prstGeom prst="rect">
            <a:avLst/>
          </a:prstGeom>
          <a:noFill/>
          <a:ln w="0">
            <a:noFill/>
          </a:ln>
        </p:spPr>
        <p:txBody>
          <a:bodyPr lIns="91440" rIns="91440" tIns="45720" bIns="45720" anchor="t">
            <a:normAutofit/>
          </a:bodyPr>
          <a:p>
            <a:pPr marL="343080" indent="-343080" defTabSz="457200">
              <a:lnSpc>
                <a:spcPct val="100000"/>
              </a:lnSpc>
              <a:spcBef>
                <a:spcPts val="1001"/>
              </a:spcBef>
              <a:buNone/>
              <a:tabLst>
                <a:tab algn="l" pos="0"/>
              </a:tabLst>
            </a:pPr>
            <a:r>
              <a:rPr lang="en-IN" sz="3600" b="1" u="none" strike="noStrike">
                <a:solidFill>
                  <a:schemeClr val="dk1"/>
                </a:solidFill>
                <a:effectLst/>
                <a:uFillTx/>
                <a:latin typeface="Trebuchet MS"/>
              </a:rPr>
              <a:t>PROBLEM STATEMENT :</a:t>
            </a:r>
            <a:endParaRPr lang="en-US" sz="3600" b="0" u="none" strike="noStrike">
              <a:solidFill>
                <a:srgbClr val="000000"/>
              </a:solidFill>
              <a:effectLst/>
              <a:uFillTx/>
              <a:latin typeface="Noto Serif"/>
            </a:endParaRPr>
          </a:p>
        </p:txBody>
      </p:sp>
      <p:sp>
        <p:nvSpPr>
          <p:cNvPr id="322" name="Content Placeholder 6"/>
          <p:cNvSpPr/>
          <p:nvPr/>
        </p:nvSpPr>
        <p:spPr>
          <a:xfrm>
            <a:off x="685800" y="1412280"/>
            <a:ext cx="8081640" cy="2702160"/>
          </a:xfrm>
          <a:prstGeom prst="rect">
            <a:avLst/>
          </a:prstGeom>
          <a:noFill/>
          <a:ln w="0">
            <a:noFill/>
          </a:ln>
        </p:spPr>
        <p:style>
          <a:lnRef idx="0"/>
          <a:fillRef idx="0"/>
          <a:effectRef idx="0"/>
          <a:fontRef idx="minor"/>
        </p:style>
        <p:txBody>
          <a:bodyPr lIns="90000" rIns="90000" tIns="45000" bIns="45000" anchor="t">
            <a:noAutofit/>
          </a:bodyPr>
          <a:p>
            <a:pPr marL="432000" indent="-324000" defTabSz="457200">
              <a:lnSpc>
                <a:spcPct val="100000"/>
              </a:lnSpc>
              <a:spcBef>
                <a:spcPts val="1191"/>
              </a:spcBef>
              <a:spcAft>
                <a:spcPts val="992"/>
              </a:spcAft>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Centralized control leading to single-point failure</a:t>
            </a:r>
            <a:endParaRPr lang="en-US" sz="1800" b="0" u="none" strike="noStrike">
              <a:solidFill>
                <a:srgbClr val="000000"/>
              </a:solidFill>
              <a:effectLst/>
              <a:uFillTx/>
              <a:latin typeface="Noto Serif"/>
            </a:endParaRPr>
          </a:p>
          <a:p>
            <a:pPr marL="432000" indent="-324000" defTabSz="457200">
              <a:lnSpc>
                <a:spcPct val="100000"/>
              </a:lnSpc>
              <a:spcBef>
                <a:spcPts val="1191"/>
              </a:spcBef>
              <a:spcAft>
                <a:spcPts val="992"/>
              </a:spcAft>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Lack of transparent ownership verification</a:t>
            </a:r>
            <a:endParaRPr lang="en-US" sz="1800" b="0" u="none" strike="noStrike">
              <a:solidFill>
                <a:srgbClr val="000000"/>
              </a:solidFill>
              <a:effectLst/>
              <a:uFillTx/>
              <a:latin typeface="Noto Serif"/>
            </a:endParaRPr>
          </a:p>
          <a:p>
            <a:pPr marL="432000" indent="-324000" defTabSz="457200">
              <a:lnSpc>
                <a:spcPct val="100000"/>
              </a:lnSpc>
              <a:spcBef>
                <a:spcPts val="1191"/>
              </a:spcBef>
              <a:spcAft>
                <a:spcPts val="992"/>
              </a:spcAft>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Manual and unreliable license enforcement</a:t>
            </a:r>
            <a:endParaRPr lang="en-US" sz="1800" b="0" u="none" strike="noStrike">
              <a:solidFill>
                <a:srgbClr val="000000"/>
              </a:solidFill>
              <a:effectLst/>
              <a:uFillTx/>
              <a:latin typeface="Noto Serif"/>
            </a:endParaRPr>
          </a:p>
          <a:p>
            <a:pPr marL="432000" indent="-324000" defTabSz="457200">
              <a:lnSpc>
                <a:spcPct val="100000"/>
              </a:lnSpc>
              <a:spcBef>
                <a:spcPts val="1191"/>
              </a:spcBef>
              <a:spcAft>
                <a:spcPts val="992"/>
              </a:spcAft>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No intelligent mechanism to detect abnormal usage patterns</a:t>
            </a:r>
            <a:endParaRPr lang="en-US" sz="1800" b="0" u="none" strike="noStrike">
              <a:solidFill>
                <a:srgbClr val="000000"/>
              </a:solidFill>
              <a:effectLst/>
              <a:uFillTx/>
              <a:latin typeface="Noto Serif"/>
            </a:endParaRPr>
          </a:p>
          <a:p>
            <a:pPr marL="432000" indent="-324000" defTabSz="457200">
              <a:lnSpc>
                <a:spcPct val="100000"/>
              </a:lnSpc>
              <a:spcBef>
                <a:spcPts val="1191"/>
              </a:spcBef>
              <a:spcAft>
                <a:spcPts val="992"/>
              </a:spcAft>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Limited auditability and accountability</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PlaceHolder 1"/>
          <p:cNvSpPr>
            <a:spLocks noGrp="1"/>
          </p:cNvSpPr>
          <p:nvPr>
            <p:ph type="title"/>
          </p:nvPr>
        </p:nvSpPr>
        <p:spPr>
          <a:xfrm>
            <a:off x="0" y="0"/>
            <a:ext cx="859608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IN" sz="3600" b="1" u="none" strike="noStrike">
                <a:solidFill>
                  <a:schemeClr val="dk1"/>
                </a:solidFill>
                <a:effectLst/>
                <a:uFillTx/>
                <a:latin typeface="Trebuchet MS"/>
              </a:rPr>
              <a:t>OBJECTIVE</a:t>
            </a:r>
            <a:r>
              <a:rPr lang="en-IN" sz="3600" b="0"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24" name="PlaceHolder 2"/>
          <p:cNvSpPr>
            <a:spLocks noGrp="1"/>
          </p:cNvSpPr>
          <p:nvPr>
            <p:ph/>
          </p:nvPr>
        </p:nvSpPr>
        <p:spPr>
          <a:xfrm>
            <a:off x="677160" y="1143000"/>
            <a:ext cx="8596080" cy="444060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design a decentralized DRM framework using blockchain technology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ensure immutable ownership and license records through smart contracts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provide controlled and flexible access mechanisms for digital assets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detect suspicious usage behavior using AI-based analysis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maintain an auditable and transparent activity log</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develop a modern, user-friendly interface for asset management</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PlaceHolder 1"/>
          <p:cNvSpPr>
            <a:spLocks noGrp="1"/>
          </p:cNvSpPr>
          <p:nvPr>
            <p:ph type="title"/>
          </p:nvPr>
        </p:nvSpPr>
        <p:spPr>
          <a:xfrm>
            <a:off x="340560" y="0"/>
            <a:ext cx="825552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Existing System</a:t>
            </a:r>
            <a:endParaRPr lang="en-US" sz="3600" b="0" u="none" strike="noStrike">
              <a:solidFill>
                <a:srgbClr val="000000"/>
              </a:solidFill>
              <a:effectLst/>
              <a:uFillTx/>
              <a:latin typeface="Noto Serif"/>
            </a:endParaRPr>
          </a:p>
        </p:txBody>
      </p:sp>
      <p:sp>
        <p:nvSpPr>
          <p:cNvPr id="326" name="PlaceHolder 2"/>
          <p:cNvSpPr>
            <a:spLocks noGrp="1"/>
          </p:cNvSpPr>
          <p:nvPr>
            <p:ph/>
          </p:nvPr>
        </p:nvSpPr>
        <p:spPr>
          <a:xfrm>
            <a:off x="750240" y="726480"/>
            <a:ext cx="8081640" cy="270216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Current DRM solutions primarily operate using centralized servers managed by content distributors or platform providers.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Characteristics: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Central authority controls access and licenses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User authentication and permissions stored centrally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DRM policies enforced at application level</a:t>
            </a:r>
            <a:endParaRPr lang="en-US" sz="1800" b="0" u="none" strike="noStrike">
              <a:solidFill>
                <a:srgbClr val="000000"/>
              </a:solidFill>
              <a:effectLst/>
              <a:uFillTx/>
              <a:latin typeface="Noto Serif"/>
            </a:endParaRPr>
          </a:p>
        </p:txBody>
      </p:sp>
      <p:sp>
        <p:nvSpPr>
          <p:cNvPr id="327" name="Rectangle 3"/>
          <p:cNvSpPr/>
          <p:nvPr/>
        </p:nvSpPr>
        <p:spPr>
          <a:xfrm>
            <a:off x="379440" y="3570120"/>
            <a:ext cx="3501360" cy="645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Disadvantage</a:t>
            </a:r>
            <a:endParaRPr lang="en-US" sz="3600" b="0" u="none" strike="noStrike">
              <a:solidFill>
                <a:srgbClr val="000000"/>
              </a:solidFill>
              <a:effectLst/>
              <a:uFillTx/>
              <a:latin typeface="Noto Serif"/>
            </a:endParaRPr>
          </a:p>
        </p:txBody>
      </p:sp>
      <p:sp>
        <p:nvSpPr>
          <p:cNvPr id="328" name="Content Placeholder 1"/>
          <p:cNvSpPr/>
          <p:nvPr/>
        </p:nvSpPr>
        <p:spPr>
          <a:xfrm>
            <a:off x="685800" y="4215960"/>
            <a:ext cx="8081640" cy="270216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Single-point failure and high vulnerability to attacks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Limited transparency in ownership verification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Dependency on trusted third parties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Difficult to audit access and usage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Poor scalability for large digital ecosystems</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PlaceHolder 1"/>
          <p:cNvSpPr>
            <a:spLocks noGrp="1"/>
          </p:cNvSpPr>
          <p:nvPr>
            <p:ph type="title"/>
          </p:nvPr>
        </p:nvSpPr>
        <p:spPr>
          <a:xfrm>
            <a:off x="43560" y="156240"/>
            <a:ext cx="859608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PROPOSED SYSTEM :</a:t>
            </a:r>
            <a:endParaRPr lang="en-US" sz="3600" b="0" u="none" strike="noStrike">
              <a:solidFill>
                <a:srgbClr val="000000"/>
              </a:solidFill>
              <a:effectLst/>
              <a:uFillTx/>
              <a:latin typeface="Noto Serif"/>
            </a:endParaRPr>
          </a:p>
        </p:txBody>
      </p:sp>
      <p:sp>
        <p:nvSpPr>
          <p:cNvPr id="330" name="PlaceHolder 2"/>
          <p:cNvSpPr>
            <a:spLocks noGrp="1"/>
          </p:cNvSpPr>
          <p:nvPr>
            <p:ph/>
          </p:nvPr>
        </p:nvSpPr>
        <p:spPr>
          <a:xfrm>
            <a:off x="791640" y="945000"/>
            <a:ext cx="8596080" cy="271224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Blockchain-based asset registration and ownership proof</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Smart contract-driven license issuance and enforcement</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AI-powered behavioral risk analysis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Secure audit logging for all critical actions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Full-stack web interface for real-time interaction</a:t>
            </a:r>
            <a:endParaRPr lang="en-US" sz="1800" b="0" u="none" strike="noStrike">
              <a:solidFill>
                <a:srgbClr val="000000"/>
              </a:solidFill>
              <a:effectLst/>
              <a:uFillTx/>
              <a:latin typeface="Noto Serif"/>
            </a:endParaRPr>
          </a:p>
        </p:txBody>
      </p:sp>
      <p:sp>
        <p:nvSpPr>
          <p:cNvPr id="331" name="Rectangle 4"/>
          <p:cNvSpPr/>
          <p:nvPr/>
        </p:nvSpPr>
        <p:spPr>
          <a:xfrm>
            <a:off x="184680" y="3560400"/>
            <a:ext cx="3121920" cy="645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Advantage </a:t>
            </a:r>
            <a:endParaRPr lang="en-US" sz="3600" b="0" u="none" strike="noStrike">
              <a:solidFill>
                <a:srgbClr val="000000"/>
              </a:solidFill>
              <a:effectLst/>
              <a:uFillTx/>
              <a:latin typeface="Noto Serif"/>
            </a:endParaRPr>
          </a:p>
        </p:txBody>
      </p:sp>
      <p:sp>
        <p:nvSpPr>
          <p:cNvPr id="332" name="Content Placeholder 4"/>
          <p:cNvSpPr/>
          <p:nvPr/>
        </p:nvSpPr>
        <p:spPr>
          <a:xfrm>
            <a:off x="791640" y="4434840"/>
            <a:ext cx="8596080" cy="265140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Immutable and tamper-proof ownership records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Transparent license enforcement</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Reduced piracy and unauthorized access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Automated royalty-ready transaction tracking</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PlaceHolder 1"/>
          <p:cNvSpPr>
            <a:spLocks noGrp="1"/>
          </p:cNvSpPr>
          <p:nvPr>
            <p:ph type="title"/>
          </p:nvPr>
        </p:nvSpPr>
        <p:spPr>
          <a:xfrm>
            <a:off x="0" y="20520"/>
            <a:ext cx="9600840" cy="8935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dk1"/>
                </a:solidFill>
                <a:effectLst/>
                <a:uFillTx/>
                <a:latin typeface="Trebuchet MS"/>
              </a:rPr>
              <a:t>SYSTEM ARCHITECTURE /FLOW DIAGRAM : </a:t>
            </a:r>
            <a:endParaRPr lang="en-US" sz="3600" b="0" u="none" strike="noStrike">
              <a:solidFill>
                <a:srgbClr val="000000"/>
              </a:solidFill>
              <a:effectLst/>
              <a:uFillTx/>
              <a:latin typeface="Noto Serif"/>
            </a:endParaRPr>
          </a:p>
        </p:txBody>
      </p:sp>
      <p:sp>
        <p:nvSpPr>
          <p:cNvPr id="334" name=""/>
          <p:cNvSpPr/>
          <p:nvPr/>
        </p:nvSpPr>
        <p:spPr>
          <a:xfrm>
            <a:off x="3873600" y="2184840"/>
            <a:ext cx="3428640" cy="456840"/>
          </a:xfrm>
          <a:prstGeom prst="rect">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Frontend (React + Tailwind)</a:t>
            </a:r>
            <a:endParaRPr lang="en-US" sz="1800" b="0" u="none" strike="noStrike">
              <a:solidFill>
                <a:srgbClr val="000000"/>
              </a:solidFill>
              <a:effectLst/>
              <a:uFillTx/>
              <a:latin typeface="Noto Serif"/>
            </a:endParaRPr>
          </a:p>
        </p:txBody>
      </p:sp>
      <p:sp>
        <p:nvSpPr>
          <p:cNvPr id="335" name=""/>
          <p:cNvSpPr/>
          <p:nvPr/>
        </p:nvSpPr>
        <p:spPr>
          <a:xfrm>
            <a:off x="3886200" y="3099240"/>
            <a:ext cx="3428640" cy="456840"/>
          </a:xfrm>
          <a:prstGeom prst="rect">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lnSpc>
                <a:spcPct val="100000"/>
              </a:lnSpc>
              <a:spcBef>
                <a:spcPts val="1191"/>
              </a:spcBef>
              <a:spcAft>
                <a:spcPts val="992"/>
              </a:spcAft>
            </a:pPr>
            <a:r>
              <a:rPr lang="en-US" sz="1600" b="0" u="none" strike="noStrike">
                <a:solidFill>
                  <a:srgbClr val="000000"/>
                </a:solidFill>
                <a:effectLst/>
                <a:uFillTx/>
                <a:latin typeface="Noto Serif"/>
              </a:rPr>
              <a:t>Backend (FastAPI)</a:t>
            </a:r>
            <a:endParaRPr lang="en-US" sz="1600" b="0" u="none" strike="noStrike">
              <a:solidFill>
                <a:srgbClr val="000000"/>
              </a:solidFill>
              <a:effectLst/>
              <a:uFillTx/>
              <a:latin typeface="Noto Serif"/>
            </a:endParaRPr>
          </a:p>
        </p:txBody>
      </p:sp>
      <p:sp>
        <p:nvSpPr>
          <p:cNvPr id="336" name=""/>
          <p:cNvSpPr/>
          <p:nvPr/>
        </p:nvSpPr>
        <p:spPr>
          <a:xfrm>
            <a:off x="3886200" y="4013640"/>
            <a:ext cx="3428640" cy="456840"/>
          </a:xfrm>
          <a:prstGeom prst="rect">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lnSpc>
                <a:spcPct val="100000"/>
              </a:lnSpc>
              <a:spcBef>
                <a:spcPts val="1191"/>
              </a:spcBef>
              <a:spcAft>
                <a:spcPts val="992"/>
              </a:spcAft>
            </a:pPr>
            <a:r>
              <a:rPr lang="en-US" sz="1800" b="0" u="none" strike="noStrike">
                <a:solidFill>
                  <a:srgbClr val="000000"/>
                </a:solidFill>
                <a:effectLst/>
                <a:uFillTx/>
                <a:latin typeface="Noto Serif"/>
              </a:rPr>
              <a:t>AI Engine</a:t>
            </a:r>
            <a:endParaRPr lang="en-US" sz="1800" b="0" u="none" strike="noStrike">
              <a:solidFill>
                <a:srgbClr val="000000"/>
              </a:solidFill>
              <a:effectLst/>
              <a:uFillTx/>
              <a:latin typeface="Noto Serif"/>
            </a:endParaRPr>
          </a:p>
        </p:txBody>
      </p:sp>
      <p:sp>
        <p:nvSpPr>
          <p:cNvPr id="337" name=""/>
          <p:cNvSpPr/>
          <p:nvPr/>
        </p:nvSpPr>
        <p:spPr>
          <a:xfrm>
            <a:off x="3886200" y="4928040"/>
            <a:ext cx="3428640" cy="456840"/>
          </a:xfrm>
          <a:prstGeom prst="rect">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lnSpc>
                <a:spcPct val="100000"/>
              </a:lnSpc>
              <a:spcBef>
                <a:spcPts val="1191"/>
              </a:spcBef>
              <a:spcAft>
                <a:spcPts val="992"/>
              </a:spcAft>
            </a:pPr>
            <a:r>
              <a:rPr lang="en-US" sz="1800" b="0" u="none" strike="noStrike">
                <a:solidFill>
                  <a:srgbClr val="000000"/>
                </a:solidFill>
                <a:effectLst/>
                <a:uFillTx/>
                <a:latin typeface="Noto Serif"/>
              </a:rPr>
              <a:t>Blockchain Network</a:t>
            </a:r>
            <a:endParaRPr lang="en-US" sz="1800" b="0" u="none" strike="noStrike">
              <a:solidFill>
                <a:srgbClr val="000000"/>
              </a:solidFill>
              <a:effectLst/>
              <a:uFillTx/>
              <a:latin typeface="Noto Serif"/>
            </a:endParaRPr>
          </a:p>
        </p:txBody>
      </p:sp>
      <p:sp>
        <p:nvSpPr>
          <p:cNvPr id="338" name=""/>
          <p:cNvSpPr/>
          <p:nvPr/>
        </p:nvSpPr>
        <p:spPr>
          <a:xfrm>
            <a:off x="4114800" y="1143000"/>
            <a:ext cx="3200040" cy="584280"/>
          </a:xfrm>
          <a:prstGeom prst="flowChartInputOutput">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User Data / Files</a:t>
            </a:r>
            <a:endParaRPr lang="en-US" sz="1800" b="0" u="none" strike="noStrike">
              <a:solidFill>
                <a:srgbClr val="000000"/>
              </a:solidFill>
              <a:effectLst/>
              <a:uFillTx/>
              <a:latin typeface="Noto Serif"/>
            </a:endParaRPr>
          </a:p>
        </p:txBody>
      </p:sp>
      <p:sp>
        <p:nvSpPr>
          <p:cNvPr id="339" name=""/>
          <p:cNvSpPr/>
          <p:nvPr/>
        </p:nvSpPr>
        <p:spPr>
          <a:xfrm>
            <a:off x="3886200" y="5842440"/>
            <a:ext cx="3200040" cy="685440"/>
          </a:xfrm>
          <a:prstGeom prst="flowChartMagneticDrum">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lnSpc>
                <a:spcPct val="100000"/>
              </a:lnSpc>
              <a:spcBef>
                <a:spcPts val="1191"/>
              </a:spcBef>
              <a:spcAft>
                <a:spcPts val="992"/>
              </a:spcAft>
            </a:pPr>
            <a:r>
              <a:rPr lang="en-US" sz="1800" b="0" u="none" strike="noStrike">
                <a:solidFill>
                  <a:srgbClr val="000000"/>
                </a:solidFill>
                <a:effectLst/>
                <a:uFillTx/>
                <a:latin typeface="Noto Serif"/>
              </a:rPr>
              <a:t>Audit &amp; Storage</a:t>
            </a:r>
            <a:endParaRPr lang="en-US" sz="1800" b="0" u="none" strike="noStrike">
              <a:solidFill>
                <a:srgbClr val="000000"/>
              </a:solidFill>
              <a:effectLst/>
              <a:uFillTx/>
              <a:latin typeface="Noto Serif"/>
            </a:endParaRPr>
          </a:p>
        </p:txBody>
      </p:sp>
      <p:sp>
        <p:nvSpPr>
          <p:cNvPr id="340" name=""/>
          <p:cNvSpPr/>
          <p:nvPr/>
        </p:nvSpPr>
        <p:spPr>
          <a:xfrm>
            <a:off x="5486400" y="5385240"/>
            <a:ext cx="228240" cy="456840"/>
          </a:xfrm>
          <a:prstGeom prst="downArrow">
            <a:avLst>
              <a:gd name="adj1" fmla="val 50000"/>
              <a:gd name="adj2" fmla="val 50000"/>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lang="en-US" sz="1800" b="0" u="none" strike="noStrike">
              <a:solidFill>
                <a:srgbClr val="000000"/>
              </a:solidFill>
              <a:effectLst/>
              <a:uFillTx/>
              <a:latin typeface="Noto Serif"/>
            </a:endParaRPr>
          </a:p>
        </p:txBody>
      </p:sp>
      <p:sp>
        <p:nvSpPr>
          <p:cNvPr id="341" name=""/>
          <p:cNvSpPr/>
          <p:nvPr/>
        </p:nvSpPr>
        <p:spPr>
          <a:xfrm>
            <a:off x="5486400" y="4470840"/>
            <a:ext cx="228240" cy="456840"/>
          </a:xfrm>
          <a:prstGeom prst="downArrow">
            <a:avLst>
              <a:gd name="adj1" fmla="val 50000"/>
              <a:gd name="adj2" fmla="val 50000"/>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lang="en-US" sz="1800" b="0" u="none" strike="noStrike">
              <a:solidFill>
                <a:srgbClr val="000000"/>
              </a:solidFill>
              <a:effectLst/>
              <a:uFillTx/>
              <a:latin typeface="Noto Serif"/>
            </a:endParaRPr>
          </a:p>
        </p:txBody>
      </p:sp>
      <p:sp>
        <p:nvSpPr>
          <p:cNvPr id="342" name=""/>
          <p:cNvSpPr/>
          <p:nvPr/>
        </p:nvSpPr>
        <p:spPr>
          <a:xfrm>
            <a:off x="5486400" y="2642040"/>
            <a:ext cx="228240" cy="456840"/>
          </a:xfrm>
          <a:prstGeom prst="downArrow">
            <a:avLst>
              <a:gd name="adj1" fmla="val 50000"/>
              <a:gd name="adj2" fmla="val 50000"/>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lang="en-US" sz="1800" b="0" u="none" strike="noStrike">
              <a:solidFill>
                <a:srgbClr val="000000"/>
              </a:solidFill>
              <a:effectLst/>
              <a:uFillTx/>
              <a:latin typeface="Noto Serif"/>
            </a:endParaRPr>
          </a:p>
        </p:txBody>
      </p:sp>
      <p:sp>
        <p:nvSpPr>
          <p:cNvPr id="343" name=""/>
          <p:cNvSpPr/>
          <p:nvPr/>
        </p:nvSpPr>
        <p:spPr>
          <a:xfrm>
            <a:off x="5486400" y="3556440"/>
            <a:ext cx="228240" cy="456840"/>
          </a:xfrm>
          <a:prstGeom prst="downArrow">
            <a:avLst>
              <a:gd name="adj1" fmla="val 50000"/>
              <a:gd name="adj2" fmla="val 50000"/>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lang="en-US" sz="1800" b="0" u="none" strike="noStrike">
              <a:solidFill>
                <a:srgbClr val="000000"/>
              </a:solidFill>
              <a:effectLst/>
              <a:uFillTx/>
              <a:latin typeface="Noto Serif"/>
            </a:endParaRPr>
          </a:p>
        </p:txBody>
      </p:sp>
      <p:sp>
        <p:nvSpPr>
          <p:cNvPr id="344" name=""/>
          <p:cNvSpPr/>
          <p:nvPr/>
        </p:nvSpPr>
        <p:spPr>
          <a:xfrm>
            <a:off x="5486400" y="1727640"/>
            <a:ext cx="228240" cy="456840"/>
          </a:xfrm>
          <a:prstGeom prst="downArrow">
            <a:avLst>
              <a:gd name="adj1" fmla="val 50000"/>
              <a:gd name="adj2" fmla="val 50000"/>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nSpc>
                <a:spcPct val="100000"/>
              </a:lnSpc>
            </a:pP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PlaceHolder 1"/>
          <p:cNvSpPr>
            <a:spLocks noGrp="1"/>
          </p:cNvSpPr>
          <p:nvPr>
            <p:ph type="title"/>
          </p:nvPr>
        </p:nvSpPr>
        <p:spPr>
          <a:xfrm>
            <a:off x="43560" y="156240"/>
            <a:ext cx="859608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46" name="PlaceHolder 2"/>
          <p:cNvSpPr>
            <a:spLocks noGrp="1"/>
          </p:cNvSpPr>
          <p:nvPr>
            <p:ph/>
          </p:nvPr>
        </p:nvSpPr>
        <p:spPr>
          <a:xfrm>
            <a:off x="266400" y="205560"/>
            <a:ext cx="8596080" cy="620640"/>
          </a:xfrm>
          <a:prstGeom prst="rect">
            <a:avLst/>
          </a:prstGeom>
          <a:noFill/>
          <a:ln w="0">
            <a:noFill/>
          </a:ln>
        </p:spPr>
        <p:txBody>
          <a:bodyPr lIns="91440" rIns="91440" tIns="45720" bIns="45720" anchor="t">
            <a:normAutofit fontScale="25000" lnSpcReduction="19999"/>
          </a:bodyPr>
          <a:p>
            <a:pPr marL="343080" indent="-343080" algn="just" defTabSz="457200">
              <a:lnSpc>
                <a:spcPct val="150000"/>
              </a:lnSpc>
              <a:spcBef>
                <a:spcPts val="1001"/>
              </a:spcBef>
              <a:buNone/>
              <a:tabLst>
                <a:tab algn="l" pos="0"/>
              </a:tabLst>
            </a:pPr>
            <a:r>
              <a:rPr lang="en-IN" sz="14400" b="1" u="none" strike="noStrike">
                <a:solidFill>
                  <a:schemeClr val="dk1"/>
                </a:solidFill>
                <a:effectLst/>
                <a:uFillTx/>
                <a:latin typeface="Trebuchet MS"/>
              </a:rPr>
              <a:t>MODULES :</a:t>
            </a:r>
            <a:endParaRPr lang="en-US" sz="14400" b="0" u="none" strike="noStrike">
              <a:solidFill>
                <a:srgbClr val="000000"/>
              </a:solidFill>
              <a:effectLst/>
              <a:uFillTx/>
              <a:latin typeface="Noto Serif"/>
            </a:endParaRPr>
          </a:p>
          <a:p>
            <a:pPr marL="343080" indent="0" algn="just" defTabSz="457200">
              <a:lnSpc>
                <a:spcPct val="150000"/>
              </a:lnSpc>
              <a:spcBef>
                <a:spcPts val="1001"/>
              </a:spcBef>
              <a:buNone/>
              <a:tabLst>
                <a:tab algn="l" pos="0"/>
              </a:tabLst>
            </a:pPr>
            <a:endParaRPr lang="en-US" sz="1800" b="0" u="none" strike="noStrike">
              <a:solidFill>
                <a:srgbClr val="000000"/>
              </a:solidFill>
              <a:effectLst/>
              <a:uFillTx/>
              <a:latin typeface="Noto Serif"/>
            </a:endParaRPr>
          </a:p>
        </p:txBody>
      </p:sp>
      <p:sp>
        <p:nvSpPr>
          <p:cNvPr id="347" name="Rectangle 4"/>
          <p:cNvSpPr/>
          <p:nvPr/>
        </p:nvSpPr>
        <p:spPr>
          <a:xfrm>
            <a:off x="275760" y="3599280"/>
            <a:ext cx="3031200" cy="645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48" name="Content Placeholder 5"/>
          <p:cNvSpPr/>
          <p:nvPr/>
        </p:nvSpPr>
        <p:spPr>
          <a:xfrm>
            <a:off x="677520" y="1371600"/>
            <a:ext cx="8596080" cy="342864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Authentication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Asset Management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Blockchain &amp; Smart Contract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License &amp; Access Control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AI-Based Risk Analysis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Audit Logging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Frontend Dashboard Module</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title"/>
          </p:nvPr>
        </p:nvSpPr>
        <p:spPr>
          <a:xfrm>
            <a:off x="282600" y="156240"/>
            <a:ext cx="859608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IN" sz="3600" b="0" u="none" strike="noStrike">
                <a:solidFill>
                  <a:schemeClr val="dk1"/>
                </a:solidFill>
                <a:effectLst/>
                <a:uFillTx/>
                <a:latin typeface="Trebuchet MS"/>
              </a:rPr>
              <a:t>MODULE 1:</a:t>
            </a:r>
            <a:br>
              <a:rPr sz="3600"/>
            </a:br>
            <a:r>
              <a:rPr lang="en-IN" sz="3600" b="0" u="none" strike="noStrike">
                <a:solidFill>
                  <a:schemeClr val="dk1"/>
                </a:solidFill>
                <a:effectLst/>
                <a:uFillTx/>
                <a:latin typeface="Trebuchet MS"/>
              </a:rPr>
              <a:t>EXPLANATION :</a:t>
            </a:r>
            <a:endParaRPr lang="en-US" sz="3600" b="0" u="none" strike="noStrike">
              <a:solidFill>
                <a:srgbClr val="000000"/>
              </a:solidFill>
              <a:effectLst/>
              <a:uFillTx/>
              <a:latin typeface="Noto Serif"/>
            </a:endParaRPr>
          </a:p>
        </p:txBody>
      </p:sp>
      <p:sp>
        <p:nvSpPr>
          <p:cNvPr id="350" name="PlaceHolder 2"/>
          <p:cNvSpPr>
            <a:spLocks noGrp="1"/>
          </p:cNvSpPr>
          <p:nvPr>
            <p:ph/>
          </p:nvPr>
        </p:nvSpPr>
        <p:spPr>
          <a:xfrm>
            <a:off x="776160" y="1600200"/>
            <a:ext cx="8596080" cy="4800240"/>
          </a:xfrm>
          <a:prstGeom prst="rect">
            <a:avLst/>
          </a:prstGeom>
          <a:noFill/>
          <a:ln w="0">
            <a:noFill/>
          </a:ln>
        </p:spPr>
        <p:txBody>
          <a:bodyPr lIns="91440" rIns="91440" tIns="45720" bIns="45720" anchor="t">
            <a:normAutofit fontScale="92500" lnSpcReduction="9999"/>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Asset Management Module is responsible for securely registering digital assets into the system.</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Functionality:</a:t>
            </a:r>
            <a:endParaRPr lang="en-US" sz="1800" b="0" u="none" strike="noStrike">
              <a:solidFill>
                <a:srgbClr val="000000"/>
              </a:solidFill>
              <a:effectLst/>
              <a:uFillTx/>
              <a:latin typeface="Noto Serif"/>
            </a:endParaRPr>
          </a:p>
          <a:p>
            <a:pPr marL="864000" lvl="1" indent="-324000"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Accepts digital file uploads</a:t>
            </a:r>
            <a:endParaRPr lang="en-US" sz="1800" b="0" u="none" strike="noStrike">
              <a:solidFill>
                <a:srgbClr val="000000"/>
              </a:solidFill>
              <a:effectLst/>
              <a:uFillTx/>
              <a:latin typeface="Noto Serif"/>
            </a:endParaRPr>
          </a:p>
          <a:p>
            <a:pPr marL="864000" lvl="1" indent="-324000"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Generates cryptographic hashes for asset integrity</a:t>
            </a:r>
            <a:endParaRPr lang="en-US" sz="1800" b="0" u="none" strike="noStrike">
              <a:solidFill>
                <a:srgbClr val="000000"/>
              </a:solidFill>
              <a:effectLst/>
              <a:uFillTx/>
              <a:latin typeface="Noto Serif"/>
            </a:endParaRPr>
          </a:p>
          <a:p>
            <a:pPr marL="864000" lvl="1" indent="-324000"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Registers asset ownership on the blockchain</a:t>
            </a:r>
            <a:endParaRPr lang="en-US" sz="1800" b="0" u="none" strike="noStrike">
              <a:solidFill>
                <a:srgbClr val="000000"/>
              </a:solidFill>
              <a:effectLst/>
              <a:uFillTx/>
              <a:latin typeface="Noto Serif"/>
            </a:endParaRPr>
          </a:p>
          <a:p>
            <a:pPr marL="864000" lvl="1" indent="-324000"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Links blockchain transaction hash with metadata</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Importance:</a:t>
            </a:r>
            <a:endParaRPr lang="en-US" sz="1800" b="0" u="none" strike="noStrike">
              <a:solidFill>
                <a:srgbClr val="000000"/>
              </a:solidFill>
              <a:effectLst/>
              <a:uFillTx/>
              <a:latin typeface="Noto Serif"/>
            </a:endParaRPr>
          </a:p>
          <a:p>
            <a:pPr marL="864000" lvl="1" indent="-324000"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This module forms the foundation of SmartDRM-X by ensuring that every digital asset has a verifiable and immutable ownership record. By storing only cryptographic hashes instead of raw files, the system maintains security while preserving blockchain efficiency.</a:t>
            </a:r>
            <a:endParaRPr lang="en-US" sz="1800" b="0" u="none" strike="noStrike">
              <a:solidFill>
                <a:srgbClr val="000000"/>
              </a:solidFill>
              <a:effectLst/>
              <a:uFillTx/>
              <a:latin typeface="Noto Serif"/>
            </a:endParaRPr>
          </a:p>
          <a:p>
            <a:pPr marL="864000" lvl="1" indent="-324000" defTabSz="457200">
              <a:lnSpc>
                <a:spcPct val="100000"/>
              </a:lnSpc>
              <a:spcBef>
                <a:spcPts val="1134"/>
              </a:spcBef>
              <a:buClr>
                <a:srgbClr val="000000"/>
              </a:buClr>
              <a:buSzPct val="75000"/>
              <a:buFont typeface="Symbol" charset="2"/>
              <a:buChar char=""/>
            </a:pPr>
            <a:r>
              <a:rPr lang="en-US" sz="1800" b="0" u="none" strike="noStrike">
                <a:solidFill>
                  <a:schemeClr val="dk1">
                    <a:lumMod val="75000"/>
                    <a:lumOff val="25000"/>
                  </a:schemeClr>
                </a:solidFill>
                <a:effectLst/>
                <a:uFillTx/>
                <a:latin typeface="Trebuchet MS"/>
              </a:rPr>
              <a:t>This module directly addresses piracy prevention by ensuring proof of ownership before any license or access is granted.</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PlaceHolder 1"/>
          <p:cNvSpPr>
            <a:spLocks noGrp="1"/>
          </p:cNvSpPr>
          <p:nvPr>
            <p:ph type="title"/>
          </p:nvPr>
        </p:nvSpPr>
        <p:spPr>
          <a:xfrm>
            <a:off x="74520" y="156240"/>
            <a:ext cx="8596080" cy="13201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CONCLUSION</a:t>
            </a:r>
            <a:endParaRPr lang="en-US" sz="3600" b="0" u="none" strike="noStrike">
              <a:solidFill>
                <a:srgbClr val="000000"/>
              </a:solidFill>
              <a:effectLst/>
              <a:uFillTx/>
              <a:latin typeface="Noto Serif"/>
            </a:endParaRPr>
          </a:p>
        </p:txBody>
      </p:sp>
      <p:sp>
        <p:nvSpPr>
          <p:cNvPr id="352" name="PlaceHolder 2"/>
          <p:cNvSpPr>
            <a:spLocks noGrp="1"/>
          </p:cNvSpPr>
          <p:nvPr>
            <p:ph/>
          </p:nvPr>
        </p:nvSpPr>
        <p:spPr>
          <a:xfrm>
            <a:off x="667080" y="1266840"/>
            <a:ext cx="8596080" cy="3880080"/>
          </a:xfrm>
          <a:prstGeom prst="rect">
            <a:avLst/>
          </a:prstGeom>
          <a:noFill/>
          <a:ln w="0">
            <a:noFill/>
          </a:ln>
        </p:spPr>
        <p:txBody>
          <a:bodyPr lIns="91440" rIns="91440" tIns="45720" bIns="45720" anchor="t">
            <a:norm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SmartDRM-X demonstrates how blockchain and artificial intelligence can be effectively integrated to build a secure, transparent, and intelligent Digital Rights Management system. By decentralizing ownership records, automating license enforcement, and introducing behavioral analysis, the system significantly improves trust and security in digital content distribution.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proposed framework is scalable, extensible, and suitable for applications in education, digital media platforms, enterprise document management, and software licensing. Future enhancements may include integration with decentralized storage systems and advanced machine learning models for predictive piracy detection.</a:t>
            </a:r>
            <a:endParaRPr lang="en-US" sz="1800" b="0" u="none" strike="noStrike">
              <a:solidFill>
                <a:srgbClr val="000000"/>
              </a:solidFill>
              <a:effectLst/>
              <a:uFillTx/>
              <a:latin typeface="Noto Serif"/>
            </a:endParaRPr>
          </a:p>
        </p:txBody>
      </p:sp>
      <p:sp>
        <p:nvSpPr>
          <p:cNvPr id="353" name="Cloud Callout 3"/>
          <p:cNvSpPr/>
          <p:nvPr/>
        </p:nvSpPr>
        <p:spPr>
          <a:xfrm>
            <a:off x="2986560" y="5048640"/>
            <a:ext cx="4658760" cy="1273680"/>
          </a:xfrm>
          <a:prstGeom prst="cloudCallout">
            <a:avLst>
              <a:gd name="adj1" fmla="val -20833"/>
              <a:gd name="adj2" fmla="val 62500"/>
            </a:avLst>
          </a:prstGeom>
          <a:solidFill>
            <a:schemeClr val="bg1"/>
          </a:solidFill>
          <a:ln cap="rnd">
            <a:solidFill>
              <a:srgbClr val="6a8f1c"/>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lang="en-US" sz="1800" b="1" u="none" strike="noStrike">
                <a:solidFill>
                  <a:schemeClr val="dk1">
                    <a:lumMod val="95000"/>
                    <a:lumOff val="5000"/>
                  </a:schemeClr>
                </a:solidFill>
                <a:effectLst/>
                <a:uFillTx/>
                <a:latin typeface="Trebuchet MS"/>
              </a:rPr>
              <a:t>THANK YOU !</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4.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Facet</Template>
  <TotalTime>350</TotalTime>
  <Application>LibreOffice/25.8.4.2$Linux_X86_64 LibreOffice_project/580$Build-2</Application>
  <AppVersion>15.0000</AppVersion>
  <Words>43</Words>
  <Paragraphs>20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2024-12-13T12:01:40Z</dcterms:created>
  <dc:creator>vishalrameshv13@gmail.com</dc:creator>
  <dc:description/>
  <dc:language>en-US</dc:language>
  <cp:lastModifiedBy/>
  <dcterms:modified xsi:type="dcterms:W3CDTF">2026-02-05T10:15:44Z</dcterms:modified>
  <cp:revision>16</cp:revision>
  <dc:subject/>
  <dc:title>INVEST MATCH AI CLOUD BASED   STARTUP AND INVESTOR   MATCHING PLATFORM</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Custom</vt:lpwstr>
  </property>
  <property fmtid="{D5CDD505-2E9C-101B-9397-08002B2CF9AE}" pid="4" name="Slides">
    <vt:i4>11</vt:i4>
  </property>
</Properties>
</file>