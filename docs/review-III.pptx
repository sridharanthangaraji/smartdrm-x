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theme/theme11.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2.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14.xml" ContentType="application/vnd.openxmlformats-officedocument.theme+xml"/>
  <Override PartName="/ppt/theme/theme10.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1"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3.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27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27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75" name="PlaceHolder 4"/>
          <p:cNvSpPr>
            <a:spLocks noGrp="1"/>
          </p:cNvSpPr>
          <p:nvPr>
            <p:ph type="dt" idx="40"/>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76" name="PlaceHolder 5"/>
          <p:cNvSpPr>
            <a:spLocks noGrp="1"/>
          </p:cNvSpPr>
          <p:nvPr>
            <p:ph type="ftr" idx="41"/>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77" name="PlaceHolder 6"/>
          <p:cNvSpPr>
            <a:spLocks noGrp="1"/>
          </p:cNvSpPr>
          <p:nvPr>
            <p:ph type="sldNum" idx="42"/>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A4B68404-1481-470C-9ED5-1720E97F2413}"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380880" y="685800"/>
            <a:ext cx="6094440" cy="3427560"/>
          </a:xfrm>
          <a:prstGeom prst="rect">
            <a:avLst/>
          </a:prstGeom>
          <a:ln w="0">
            <a:noFill/>
          </a:ln>
        </p:spPr>
      </p:sp>
      <p:sp>
        <p:nvSpPr>
          <p:cNvPr id="344" name="PlaceHolder 2"/>
          <p:cNvSpPr>
            <a:spLocks noGrp="1"/>
          </p:cNvSpPr>
          <p:nvPr>
            <p:ph type="body"/>
          </p:nvPr>
        </p:nvSpPr>
        <p:spPr>
          <a:xfrm>
            <a:off x="685800" y="4343400"/>
            <a:ext cx="5484960" cy="4113360"/>
          </a:xfrm>
          <a:prstGeom prst="rect">
            <a:avLst/>
          </a:prstGeom>
          <a:noFill/>
          <a:ln w="0">
            <a:noFill/>
          </a:ln>
        </p:spPr>
        <p:txBody>
          <a:bodyPr lIns="91440" tIns="45720" rIns="91440" bIns="45720" anchor="t">
            <a:normAutofit/>
          </a:bodyPr>
          <a:p>
            <a:pPr indent="0" algn="l">
              <a:buNone/>
            </a:pPr>
            <a:endParaRPr lang="en-US" sz="1800" b="0" u="none" strike="noStrike">
              <a:solidFill>
                <a:srgbClr val="000000"/>
              </a:solidFill>
              <a:effectLst/>
              <a:uFillTx/>
              <a:latin typeface="Arial"/>
            </a:endParaRPr>
          </a:p>
        </p:txBody>
      </p:sp>
      <p:sp>
        <p:nvSpPr>
          <p:cNvPr id="345" name="PlaceHolder 3"/>
          <p:cNvSpPr>
            <a:spLocks noGrp="1"/>
          </p:cNvSpPr>
          <p:nvPr>
            <p:ph type="sldNum" idx="43"/>
          </p:nvPr>
        </p:nvSpPr>
        <p:spPr>
          <a:xfrm>
            <a:off x="3884760" y="8685360"/>
            <a:ext cx="2970360" cy="455760"/>
          </a:xfrm>
          <a:prstGeom prst="rect">
            <a:avLst/>
          </a:prstGeom>
          <a:noFill/>
          <a:ln w="0">
            <a:noFill/>
          </a:ln>
        </p:spPr>
        <p:txBody>
          <a:bodyPr lIns="91440" tIns="45720" rIns="91440" bIns="45720" anchor="b">
            <a:noAutofit/>
          </a:bodyPr>
          <a:lstStyle>
            <a:lvl1pPr indent="0" algn="r" defTabSz="457200">
              <a:lnSpc>
                <a:spcPct val="100000"/>
              </a:lnSpc>
              <a:buNone/>
              <a:tabLst>
                <a:tab pos="0" algn="l"/>
              </a:tabLst>
              <a:defRPr lang="en-US" sz="1200" b="0" u="none" strike="noStrike">
                <a:solidFill>
                  <a:schemeClr val="dk1"/>
                </a:solidFill>
                <a:effectLst/>
                <a:uFillTx/>
                <a:latin typeface="+mn-lt"/>
                <a:ea typeface="+mn-ea"/>
              </a:defRPr>
            </a:lvl1pPr>
          </a:lstStyle>
          <a:p>
            <a:pPr indent="0" algn="r" defTabSz="457200">
              <a:lnSpc>
                <a:spcPct val="100000"/>
              </a:lnSpc>
              <a:buNone/>
              <a:tabLst>
                <a:tab pos="0" algn="l"/>
              </a:tabLst>
            </a:pPr>
            <a:fld id="{E6FC11A1-8F1A-45E7-BC1C-7E325F49B858}"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0"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053B48E-6D68-4538-A94B-783370451FE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58"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9"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21A5F76B-C95E-4582-BFB4-BFA6714532E7}"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87"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88" name="PlaceHolder 2"/>
          <p:cNvSpPr>
            <a:spLocks noGrp="1"/>
          </p:cNvSpPr>
          <p:nvPr>
            <p:ph type="subTitle"/>
          </p:nvPr>
        </p:nvSpPr>
        <p:spPr>
          <a:xfrm>
            <a:off x="677160" y="2160720"/>
            <a:ext cx="8595360" cy="387936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20F81A8-F461-43BA-84E0-4509816CB729}"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aption">
    <p:spTree>
      <p:nvGrpSpPr>
        <p:cNvPr id="1" name=""/>
        <p:cNvGrpSpPr/>
        <p:nvPr/>
      </p:nvGrpSpPr>
      <p:grpSpPr>
        <a:xfrm>
          <a:off x="0" y="0"/>
          <a:ext cx="0" cy="0"/>
          <a:chOff x="0" y="0"/>
          <a:chExt cx="0" cy="0"/>
        </a:xfrm>
      </p:grpSpPr>
      <p:sp>
        <p:nvSpPr>
          <p:cNvPr id="105"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06"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59099812-87E4-48D8-A36E-F3B7F9D9020E}"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with Caption">
    <p:spTree>
      <p:nvGrpSpPr>
        <p:cNvPr id="1" name=""/>
        <p:cNvGrpSpPr/>
        <p:nvPr/>
      </p:nvGrpSpPr>
      <p:grpSpPr>
        <a:xfrm>
          <a:off x="0" y="0"/>
          <a:ext cx="0" cy="0"/>
          <a:chOff x="0" y="0"/>
          <a:chExt cx="0" cy="0"/>
        </a:xfrm>
      </p:grpSpPr>
      <p:sp>
        <p:nvSpPr>
          <p:cNvPr id="125"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26"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A93F075B-7ED0-4CC2-B852-9B37EE30EF59}"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Name Card">
    <p:spTree>
      <p:nvGrpSpPr>
        <p:cNvPr id="1" name=""/>
        <p:cNvGrpSpPr/>
        <p:nvPr/>
      </p:nvGrpSpPr>
      <p:grpSpPr>
        <a:xfrm>
          <a:off x="0" y="0"/>
          <a:ext cx="0" cy="0"/>
          <a:chOff x="0" y="0"/>
          <a:chExt cx="0" cy="0"/>
        </a:xfrm>
      </p:grpSpPr>
      <p:sp>
        <p:nvSpPr>
          <p:cNvPr id="143"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44"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E1BD7DA6-35E5-4B39-B079-93F833B70DBD}"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Name Card">
    <p:spTree>
      <p:nvGrpSpPr>
        <p:cNvPr id="1" name=""/>
        <p:cNvGrpSpPr/>
        <p:nvPr/>
      </p:nvGrpSpPr>
      <p:grpSpPr>
        <a:xfrm>
          <a:off x="0" y="0"/>
          <a:ext cx="0" cy="0"/>
          <a:chOff x="0" y="0"/>
          <a:chExt cx="0" cy="0"/>
        </a:xfrm>
      </p:grpSpPr>
      <p:sp>
        <p:nvSpPr>
          <p:cNvPr id="163"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64"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32DE6059-A155-4BAA-B19D-40EBFC182DF0}"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rue or False">
    <p:spTree>
      <p:nvGrpSpPr>
        <p:cNvPr id="1" name=""/>
        <p:cNvGrpSpPr/>
        <p:nvPr/>
      </p:nvGrpSpPr>
      <p:grpSpPr>
        <a:xfrm>
          <a:off x="0" y="0"/>
          <a:ext cx="0" cy="0"/>
          <a:chOff x="0" y="0"/>
          <a:chExt cx="0" cy="0"/>
        </a:xfrm>
      </p:grpSpPr>
      <p:sp>
        <p:nvSpPr>
          <p:cNvPr id="181"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82"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7C187A03-5D46-48C3-9AEF-237B0BE590F8}"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199"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00"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5D968728-0E56-48A8-BF46-9B645FFECF97}"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217"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18"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CD541D24-4B2C-45A3-9F5F-74DBD81D00BB}"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bg>
      <p:bgPr>
        <a:solidFill>
          <a:srgbClr val="FFFFFF"/>
        </a:solidFill>
      </p:bgPr>
    </p:bg>
    <p:spTree>
      <p:nvGrpSpPr>
        <p:cNvPr id="1" name=""/>
        <p:cNvGrpSpPr/>
        <p:nvPr/>
      </p:nvGrpSpPr>
      <p:grpSpPr>
        <a:xfrm>
          <a:off x="0" y="0"/>
          <a:ext cx="0" cy="0"/>
          <a:chOff x="0" y="0"/>
          <a:chExt cx="0" cy="0"/>
        </a:xfrm>
      </p:grpSpPr>
      <p:grpSp>
        <p:nvGrpSpPr>
          <p:cNvPr id="219" name="Group 6"/>
          <p:cNvGrpSpPr/>
          <p:nvPr/>
        </p:nvGrpSpPr>
        <p:grpSpPr>
          <a:xfrm>
            <a:off x="0" y="-8640"/>
            <a:ext cx="12190680" cy="6867720"/>
            <a:chOff x="0" y="-8640"/>
            <a:chExt cx="12190680" cy="6867720"/>
          </a:xfrm>
        </p:grpSpPr>
        <p:cxnSp>
          <p:nvCxnSpPr>
            <p:cNvPr id="220" name="Straight Connector 19"/>
            <p:cNvCxnSpPr/>
            <p:nvPr/>
          </p:nvCxnSpPr>
          <p:spPr>
            <a:xfrm>
              <a:off x="9370800" y="0"/>
              <a:ext cx="1220760" cy="6859440"/>
            </a:xfrm>
            <a:prstGeom prst="straightConnector1">
              <a:avLst/>
            </a:prstGeom>
            <a:ln cap="rnd" w="9360">
              <a:solidFill>
                <a:srgbClr val="BFBFBF"/>
              </a:solidFill>
              <a:round/>
            </a:ln>
          </p:spPr>
        </p:cxnSp>
        <p:cxnSp>
          <p:nvCxnSpPr>
            <p:cNvPr id="221"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222"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4"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5"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6"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7"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8"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9"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30"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31" name="PlaceHolder 2"/>
          <p:cNvSpPr>
            <a:spLocks noGrp="1"/>
          </p:cNvSpPr>
          <p:nvPr>
            <p:ph type="ftr" idx="31"/>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32" name="PlaceHolder 3"/>
          <p:cNvSpPr>
            <a:spLocks noGrp="1"/>
          </p:cNvSpPr>
          <p:nvPr>
            <p:ph type="sldNum" idx="32"/>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90C74038-F31A-4E0D-AF90-4BD6BD0B0F85}"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233" name="PlaceHolder 4"/>
          <p:cNvSpPr>
            <a:spLocks noGrp="1"/>
          </p:cNvSpPr>
          <p:nvPr>
            <p:ph type="dt" idx="33"/>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bg>
      <p:bgPr>
        <a:solidFill>
          <a:srgbClr val="FFFFFF"/>
        </a:solidFill>
      </p:bgPr>
    </p:bg>
    <p:spTree>
      <p:nvGrpSpPr>
        <p:cNvPr id="1" name=""/>
        <p:cNvGrpSpPr/>
        <p:nvPr/>
      </p:nvGrpSpPr>
      <p:grpSpPr>
        <a:xfrm>
          <a:off x="0" y="0"/>
          <a:ext cx="0" cy="0"/>
          <a:chOff x="0" y="0"/>
          <a:chExt cx="0" cy="0"/>
        </a:xfrm>
      </p:grpSpPr>
      <p:grpSp>
        <p:nvGrpSpPr>
          <p:cNvPr id="234" name="Group 6"/>
          <p:cNvGrpSpPr/>
          <p:nvPr/>
        </p:nvGrpSpPr>
        <p:grpSpPr>
          <a:xfrm>
            <a:off x="0" y="-8640"/>
            <a:ext cx="12190680" cy="6867720"/>
            <a:chOff x="0" y="-8640"/>
            <a:chExt cx="12190680" cy="6867720"/>
          </a:xfrm>
        </p:grpSpPr>
        <p:cxnSp>
          <p:nvCxnSpPr>
            <p:cNvPr id="235" name="Straight Connector 19"/>
            <p:cNvCxnSpPr/>
            <p:nvPr/>
          </p:nvCxnSpPr>
          <p:spPr>
            <a:xfrm>
              <a:off x="9370800" y="0"/>
              <a:ext cx="1220760" cy="6859440"/>
            </a:xfrm>
            <a:prstGeom prst="straightConnector1">
              <a:avLst/>
            </a:prstGeom>
            <a:ln cap="rnd" w="9360">
              <a:solidFill>
                <a:srgbClr val="BFBFBF"/>
              </a:solidFill>
              <a:round/>
            </a:ln>
          </p:spPr>
        </p:cxnSp>
        <p:cxnSp>
          <p:nvCxnSpPr>
            <p:cNvPr id="236"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237"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8"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0"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1"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2"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3"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4"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45"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46"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47" name="PlaceHolder 3"/>
          <p:cNvSpPr>
            <a:spLocks noGrp="1"/>
          </p:cNvSpPr>
          <p:nvPr>
            <p:ph type="ftr" idx="34"/>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48" name="PlaceHolder 4"/>
          <p:cNvSpPr>
            <a:spLocks noGrp="1"/>
          </p:cNvSpPr>
          <p:nvPr>
            <p:ph type="sldNum" idx="35"/>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84D2BFDD-5CE0-40C5-8D83-6BDF88D09B0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49" name="PlaceHolder 5"/>
          <p:cNvSpPr>
            <a:spLocks noGrp="1"/>
          </p:cNvSpPr>
          <p:nvPr>
            <p:ph type="dt" idx="36"/>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67" name="PlaceHolder 2"/>
          <p:cNvSpPr>
            <a:spLocks noGrp="1"/>
          </p:cNvSpPr>
          <p:nvPr>
            <p:ph type="subTitle"/>
          </p:nvPr>
        </p:nvSpPr>
        <p:spPr>
          <a:xfrm>
            <a:off x="677160" y="2160720"/>
            <a:ext cx="8595360" cy="387936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444AC51E-7CFA-41C9-A36F-9A8AE06599D5}"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268"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69"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849231AA-21C4-4F58-AA7E-3B7EE4EA78B7}"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270"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71" name="PlaceHolder 2"/>
          <p:cNvSpPr>
            <a:spLocks noGrp="1"/>
          </p:cNvSpPr>
          <p:nvPr>
            <p:ph/>
          </p:nvPr>
        </p:nvSpPr>
        <p:spPr>
          <a:xfrm>
            <a:off x="677160" y="2160720"/>
            <a:ext cx="8595360" cy="387936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F9AC5967-F354-4DEA-929A-9D81817AF27C}" type="slidenum">
              <a:t>&lt;#&gt;</a:t>
            </a:fld>
          </a:p>
        </p:txBody>
      </p:sp>
      <p:sp>
        <p:nvSpPr>
          <p:cNvPr id="6" name="PlaceHolder 5"/>
          <p:cNvSpPr>
            <a:spLocks noGrp="1"/>
          </p:cNvSpPr>
          <p:nvPr>
            <p:ph type="dt" idx="3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 name="Group 6"/>
          <p:cNvGrpSpPr/>
          <p:nvPr/>
        </p:nvGrpSpPr>
        <p:grpSpPr>
          <a:xfrm>
            <a:off x="0" y="-8640"/>
            <a:ext cx="12190680" cy="6867720"/>
            <a:chOff x="0" y="-8640"/>
            <a:chExt cx="12190680" cy="6867720"/>
          </a:xfrm>
        </p:grpSpPr>
        <p:cxnSp>
          <p:nvCxnSpPr>
            <p:cNvPr id="3" name="Straight Connector 19"/>
            <p:cNvCxnSpPr/>
            <p:nvPr/>
          </p:nvCxnSpPr>
          <p:spPr>
            <a:xfrm>
              <a:off x="9370800" y="0"/>
              <a:ext cx="1220760" cy="6859440"/>
            </a:xfrm>
            <a:prstGeom prst="straightConnector1">
              <a:avLst/>
            </a:prstGeom>
            <a:ln cap="rnd" w="9360">
              <a:solidFill>
                <a:srgbClr val="BFBFBF"/>
              </a:solidFill>
              <a:round/>
            </a:ln>
          </p:spPr>
        </p:cxnSp>
        <p:cxnSp>
          <p:nvCxnSpPr>
            <p:cNvPr id="4"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grpSp>
        <p:nvGrpSpPr>
          <p:cNvPr id="13" name="Group 6"/>
          <p:cNvGrpSpPr/>
          <p:nvPr/>
        </p:nvGrpSpPr>
        <p:grpSpPr>
          <a:xfrm>
            <a:off x="1440" y="-8640"/>
            <a:ext cx="12189240" cy="6867720"/>
            <a:chOff x="1440" y="-8640"/>
            <a:chExt cx="12189240" cy="6867720"/>
          </a:xfrm>
        </p:grpSpPr>
        <p:cxnSp>
          <p:nvCxnSpPr>
            <p:cNvPr id="14" name="Straight Connector 31"/>
            <p:cNvCxnSpPr/>
            <p:nvPr/>
          </p:nvCxnSpPr>
          <p:spPr>
            <a:xfrm>
              <a:off x="9370800" y="0"/>
              <a:ext cx="1220760" cy="6859440"/>
            </a:xfrm>
            <a:prstGeom prst="straightConnector1">
              <a:avLst/>
            </a:prstGeom>
            <a:ln cap="rnd" w="9360">
              <a:solidFill>
                <a:srgbClr val="BFBFBF"/>
              </a:solidFill>
              <a:round/>
            </a:ln>
          </p:spPr>
        </p:cxnSp>
        <p:cxnSp>
          <p:nvCxnSpPr>
            <p:cNvPr id="15"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1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 name="Isosceles Triangle 26"/>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Isosceles Triangle 30"/>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Isosceles Triangle 18"/>
            <p:cNvSpPr/>
            <p:nvPr/>
          </p:nvSpPr>
          <p:spPr>
            <a:xfrm rot="10800000">
              <a:off x="1440" y="1440"/>
              <a:ext cx="841320" cy="566460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4"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5"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6" name="PlaceHolder 3"/>
          <p:cNvSpPr>
            <a:spLocks noGrp="1"/>
          </p:cNvSpPr>
          <p:nvPr>
            <p:ph type="ftr" idx="1"/>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 name="PlaceHolder 4"/>
          <p:cNvSpPr>
            <a:spLocks noGrp="1"/>
          </p:cNvSpPr>
          <p:nvPr>
            <p:ph type="sldNum" idx="2"/>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08DA5758-E988-4FBE-B476-1DC3753B794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8" name="PlaceHolder 5"/>
          <p:cNvSpPr>
            <a:spLocks noGrp="1"/>
          </p:cNvSpPr>
          <p:nvPr>
            <p:ph type="dt" idx="3"/>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1" name="Group 6"/>
          <p:cNvGrpSpPr/>
          <p:nvPr/>
        </p:nvGrpSpPr>
        <p:grpSpPr>
          <a:xfrm>
            <a:off x="0" y="-8640"/>
            <a:ext cx="12190680" cy="6867720"/>
            <a:chOff x="0" y="-8640"/>
            <a:chExt cx="12190680" cy="6867720"/>
          </a:xfrm>
        </p:grpSpPr>
        <p:cxnSp>
          <p:nvCxnSpPr>
            <p:cNvPr id="32" name="Straight Connector 19"/>
            <p:cNvCxnSpPr/>
            <p:nvPr/>
          </p:nvCxnSpPr>
          <p:spPr>
            <a:xfrm>
              <a:off x="9370800" y="0"/>
              <a:ext cx="1220760" cy="6859440"/>
            </a:xfrm>
            <a:prstGeom prst="straightConnector1">
              <a:avLst/>
            </a:prstGeom>
            <a:ln cap="rnd" w="9360">
              <a:solidFill>
                <a:srgbClr val="BFBFBF"/>
              </a:solidFill>
              <a:round/>
            </a:ln>
          </p:spPr>
        </p:cxnSp>
        <p:cxnSp>
          <p:nvCxnSpPr>
            <p:cNvPr id="33"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3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grpSp>
        <p:nvGrpSpPr>
          <p:cNvPr id="42" name="Group 6"/>
          <p:cNvGrpSpPr/>
          <p:nvPr/>
        </p:nvGrpSpPr>
        <p:grpSpPr>
          <a:xfrm>
            <a:off x="1440" y="-8640"/>
            <a:ext cx="12189240" cy="6867720"/>
            <a:chOff x="1440" y="-8640"/>
            <a:chExt cx="12189240" cy="6867720"/>
          </a:xfrm>
        </p:grpSpPr>
        <p:cxnSp>
          <p:nvCxnSpPr>
            <p:cNvPr id="43" name="Straight Connector 31"/>
            <p:cNvCxnSpPr/>
            <p:nvPr/>
          </p:nvCxnSpPr>
          <p:spPr>
            <a:xfrm>
              <a:off x="9370800" y="0"/>
              <a:ext cx="1220760" cy="6859440"/>
            </a:xfrm>
            <a:prstGeom prst="straightConnector1">
              <a:avLst/>
            </a:prstGeom>
            <a:ln cap="rnd" w="9360">
              <a:solidFill>
                <a:srgbClr val="BFBFBF"/>
              </a:solidFill>
              <a:round/>
            </a:ln>
          </p:spPr>
        </p:cxnSp>
        <p:cxnSp>
          <p:nvCxnSpPr>
            <p:cNvPr id="44"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4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 name="Isosceles Triangle 26"/>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 name="Isosceles Triangle 30"/>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Isosceles Triangle 18"/>
            <p:cNvSpPr/>
            <p:nvPr/>
          </p:nvSpPr>
          <p:spPr>
            <a:xfrm rot="10800000">
              <a:off x="1440" y="1440"/>
              <a:ext cx="841320" cy="566460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53"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4"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55" name="PlaceHolder 3"/>
          <p:cNvSpPr>
            <a:spLocks noGrp="1"/>
          </p:cNvSpPr>
          <p:nvPr>
            <p:ph type="ftr" idx="4"/>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6" name="PlaceHolder 4"/>
          <p:cNvSpPr>
            <a:spLocks noGrp="1"/>
          </p:cNvSpPr>
          <p:nvPr>
            <p:ph type="sldNum" idx="5"/>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638C5076-74F2-4F75-AFDF-090EB1F9CC0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57" name="PlaceHolder 5"/>
          <p:cNvSpPr>
            <a:spLocks noGrp="1"/>
          </p:cNvSpPr>
          <p:nvPr>
            <p:ph type="dt" idx="6"/>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60" name="Group 6"/>
          <p:cNvGrpSpPr/>
          <p:nvPr/>
        </p:nvGrpSpPr>
        <p:grpSpPr>
          <a:xfrm>
            <a:off x="0" y="-8640"/>
            <a:ext cx="12190680" cy="6867720"/>
            <a:chOff x="0" y="-8640"/>
            <a:chExt cx="12190680" cy="6867720"/>
          </a:xfrm>
        </p:grpSpPr>
        <p:cxnSp>
          <p:nvCxnSpPr>
            <p:cNvPr id="61" name="Straight Connector 19"/>
            <p:cNvCxnSpPr/>
            <p:nvPr/>
          </p:nvCxnSpPr>
          <p:spPr>
            <a:xfrm>
              <a:off x="9370800" y="0"/>
              <a:ext cx="1220760" cy="6859440"/>
            </a:xfrm>
            <a:prstGeom prst="straightConnector1">
              <a:avLst/>
            </a:prstGeom>
            <a:ln cap="rnd" w="9360">
              <a:solidFill>
                <a:srgbClr val="BFBFBF"/>
              </a:solidFill>
              <a:round/>
            </a:ln>
          </p:spPr>
        </p:cxnSp>
        <p:cxnSp>
          <p:nvCxnSpPr>
            <p:cNvPr id="62"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6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grpSp>
        <p:nvGrpSpPr>
          <p:cNvPr id="71" name="Group 6"/>
          <p:cNvGrpSpPr/>
          <p:nvPr/>
        </p:nvGrpSpPr>
        <p:grpSpPr>
          <a:xfrm>
            <a:off x="1440" y="-8640"/>
            <a:ext cx="12189240" cy="6867720"/>
            <a:chOff x="1440" y="-8640"/>
            <a:chExt cx="12189240" cy="6867720"/>
          </a:xfrm>
        </p:grpSpPr>
        <p:cxnSp>
          <p:nvCxnSpPr>
            <p:cNvPr id="72" name="Straight Connector 31"/>
            <p:cNvCxnSpPr/>
            <p:nvPr/>
          </p:nvCxnSpPr>
          <p:spPr>
            <a:xfrm>
              <a:off x="9370800" y="0"/>
              <a:ext cx="1220760" cy="6859440"/>
            </a:xfrm>
            <a:prstGeom prst="straightConnector1">
              <a:avLst/>
            </a:prstGeom>
            <a:ln cap="rnd" w="9360">
              <a:solidFill>
                <a:srgbClr val="BFBFBF"/>
              </a:solidFill>
              <a:round/>
            </a:ln>
          </p:spPr>
        </p:cxnSp>
        <p:cxnSp>
          <p:nvCxnSpPr>
            <p:cNvPr id="73"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7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Isosceles Triangle 26"/>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Isosceles Triangle 30"/>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 name="Isosceles Triangle 18"/>
            <p:cNvSpPr/>
            <p:nvPr/>
          </p:nvSpPr>
          <p:spPr>
            <a:xfrm rot="10800000">
              <a:off x="1440" y="1440"/>
              <a:ext cx="841320" cy="566460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82"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83" name="PlaceHolder 2"/>
          <p:cNvSpPr>
            <a:spLocks noGrp="1"/>
          </p:cNvSpPr>
          <p:nvPr>
            <p:ph type="ftr" idx="7"/>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4" name="PlaceHolder 3"/>
          <p:cNvSpPr>
            <a:spLocks noGrp="1"/>
          </p:cNvSpPr>
          <p:nvPr>
            <p:ph type="sldNum" idx="8"/>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7D710411-CF17-47D7-870D-393A447E7FF9}"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85" name="PlaceHolder 4"/>
          <p:cNvSpPr>
            <a:spLocks noGrp="1"/>
          </p:cNvSpPr>
          <p:nvPr>
            <p:ph type="dt" idx="9"/>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89" name="Group 6"/>
          <p:cNvGrpSpPr/>
          <p:nvPr/>
        </p:nvGrpSpPr>
        <p:grpSpPr>
          <a:xfrm>
            <a:off x="0" y="-8640"/>
            <a:ext cx="12190680" cy="6867720"/>
            <a:chOff x="0" y="-8640"/>
            <a:chExt cx="12190680" cy="6867720"/>
          </a:xfrm>
        </p:grpSpPr>
        <p:cxnSp>
          <p:nvCxnSpPr>
            <p:cNvPr id="90" name="Straight Connector 19"/>
            <p:cNvCxnSpPr/>
            <p:nvPr/>
          </p:nvCxnSpPr>
          <p:spPr>
            <a:xfrm>
              <a:off x="9370800" y="0"/>
              <a:ext cx="1220760" cy="6859440"/>
            </a:xfrm>
            <a:prstGeom prst="straightConnector1">
              <a:avLst/>
            </a:prstGeom>
            <a:ln cap="rnd" w="9360">
              <a:solidFill>
                <a:srgbClr val="BFBFBF"/>
              </a:solidFill>
              <a:round/>
            </a:ln>
          </p:spPr>
        </p:cxnSp>
        <p:cxnSp>
          <p:nvCxnSpPr>
            <p:cNvPr id="91"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92"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6"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00"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01"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2" name="PlaceHolder 3"/>
          <p:cNvSpPr>
            <a:spLocks noGrp="1"/>
          </p:cNvSpPr>
          <p:nvPr>
            <p:ph type="ftr" idx="10"/>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3" name="PlaceHolder 4"/>
          <p:cNvSpPr>
            <a:spLocks noGrp="1"/>
          </p:cNvSpPr>
          <p:nvPr>
            <p:ph type="sldNum" idx="11"/>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F784AEB2-2DDF-4DAC-966B-AA9A312BF7C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04" name="PlaceHolder 5"/>
          <p:cNvSpPr>
            <a:spLocks noGrp="1"/>
          </p:cNvSpPr>
          <p:nvPr>
            <p:ph type="dt" idx="12"/>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07" name="Group 6"/>
          <p:cNvGrpSpPr/>
          <p:nvPr/>
        </p:nvGrpSpPr>
        <p:grpSpPr>
          <a:xfrm>
            <a:off x="0" y="-8640"/>
            <a:ext cx="12190680" cy="6867720"/>
            <a:chOff x="0" y="-8640"/>
            <a:chExt cx="12190680" cy="6867720"/>
          </a:xfrm>
        </p:grpSpPr>
        <p:cxnSp>
          <p:nvCxnSpPr>
            <p:cNvPr id="108" name="Straight Connector 19"/>
            <p:cNvCxnSpPr/>
            <p:nvPr/>
          </p:nvCxnSpPr>
          <p:spPr>
            <a:xfrm>
              <a:off x="9370800" y="0"/>
              <a:ext cx="1220760" cy="6859440"/>
            </a:xfrm>
            <a:prstGeom prst="straightConnector1">
              <a:avLst/>
            </a:prstGeom>
            <a:ln cap="rnd" w="9360">
              <a:solidFill>
                <a:srgbClr val="BFBFBF"/>
              </a:solidFill>
              <a:round/>
            </a:ln>
          </p:spPr>
        </p:cxnSp>
        <p:cxnSp>
          <p:nvCxnSpPr>
            <p:cNvPr id="109"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11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7"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18" name="TextBox 19"/>
          <p:cNvSpPr/>
          <p:nvPr/>
        </p:nvSpPr>
        <p:spPr>
          <a:xfrm>
            <a:off x="541800" y="790200"/>
            <a:ext cx="608040" cy="58320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19" name="TextBox 21"/>
          <p:cNvSpPr/>
          <p:nvPr/>
        </p:nvSpPr>
        <p:spPr>
          <a:xfrm>
            <a:off x="8893080" y="2886480"/>
            <a:ext cx="608040" cy="58320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20"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21"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22" name="PlaceHolder 3"/>
          <p:cNvSpPr>
            <a:spLocks noGrp="1"/>
          </p:cNvSpPr>
          <p:nvPr>
            <p:ph type="ftr" idx="13"/>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3" name="PlaceHolder 4"/>
          <p:cNvSpPr>
            <a:spLocks noGrp="1"/>
          </p:cNvSpPr>
          <p:nvPr>
            <p:ph type="sldNum" idx="14"/>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556E5906-D373-4009-915E-0E0405DD847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24" name="PlaceHolder 5"/>
          <p:cNvSpPr>
            <a:spLocks noGrp="1"/>
          </p:cNvSpPr>
          <p:nvPr>
            <p:ph type="dt" idx="15"/>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27" name="Group 6"/>
          <p:cNvGrpSpPr/>
          <p:nvPr/>
        </p:nvGrpSpPr>
        <p:grpSpPr>
          <a:xfrm>
            <a:off x="0" y="-8640"/>
            <a:ext cx="12190680" cy="6867720"/>
            <a:chOff x="0" y="-8640"/>
            <a:chExt cx="12190680" cy="6867720"/>
          </a:xfrm>
        </p:grpSpPr>
        <p:cxnSp>
          <p:nvCxnSpPr>
            <p:cNvPr id="128" name="Straight Connector 19"/>
            <p:cNvCxnSpPr/>
            <p:nvPr/>
          </p:nvCxnSpPr>
          <p:spPr>
            <a:xfrm>
              <a:off x="9370800" y="0"/>
              <a:ext cx="1220760" cy="6859440"/>
            </a:xfrm>
            <a:prstGeom prst="straightConnector1">
              <a:avLst/>
            </a:prstGeom>
            <a:ln cap="rnd" w="9360">
              <a:solidFill>
                <a:srgbClr val="BFBFBF"/>
              </a:solidFill>
              <a:round/>
            </a:ln>
          </p:spPr>
        </p:cxnSp>
        <p:cxnSp>
          <p:nvCxnSpPr>
            <p:cNvPr id="129"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13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38"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39"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40" name="PlaceHolder 3"/>
          <p:cNvSpPr>
            <a:spLocks noGrp="1"/>
          </p:cNvSpPr>
          <p:nvPr>
            <p:ph type="ftr" idx="16"/>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1" name="PlaceHolder 4"/>
          <p:cNvSpPr>
            <a:spLocks noGrp="1"/>
          </p:cNvSpPr>
          <p:nvPr>
            <p:ph type="sldNum" idx="17"/>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A1AF350A-EF12-478E-9189-C157429D340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42" name="PlaceHolder 5"/>
          <p:cNvSpPr>
            <a:spLocks noGrp="1"/>
          </p:cNvSpPr>
          <p:nvPr>
            <p:ph type="dt" idx="18"/>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45" name="Group 6"/>
          <p:cNvGrpSpPr/>
          <p:nvPr/>
        </p:nvGrpSpPr>
        <p:grpSpPr>
          <a:xfrm>
            <a:off x="0" y="-8640"/>
            <a:ext cx="12190680" cy="6867720"/>
            <a:chOff x="0" y="-8640"/>
            <a:chExt cx="12190680" cy="6867720"/>
          </a:xfrm>
        </p:grpSpPr>
        <p:cxnSp>
          <p:nvCxnSpPr>
            <p:cNvPr id="146" name="Straight Connector 19"/>
            <p:cNvCxnSpPr/>
            <p:nvPr/>
          </p:nvCxnSpPr>
          <p:spPr>
            <a:xfrm>
              <a:off x="9370800" y="0"/>
              <a:ext cx="1220760" cy="6859440"/>
            </a:xfrm>
            <a:prstGeom prst="straightConnector1">
              <a:avLst/>
            </a:prstGeom>
            <a:ln cap="rnd" w="9360">
              <a:solidFill>
                <a:srgbClr val="BFBFBF"/>
              </a:solidFill>
              <a:round/>
            </a:ln>
          </p:spPr>
        </p:cxnSp>
        <p:cxnSp>
          <p:nvCxnSpPr>
            <p:cNvPr id="147"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14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0"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56" name="TextBox 23"/>
          <p:cNvSpPr/>
          <p:nvPr/>
        </p:nvSpPr>
        <p:spPr>
          <a:xfrm>
            <a:off x="541800" y="790200"/>
            <a:ext cx="608040" cy="58320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57" name="TextBox 24"/>
          <p:cNvSpPr/>
          <p:nvPr/>
        </p:nvSpPr>
        <p:spPr>
          <a:xfrm>
            <a:off x="8893080" y="2886480"/>
            <a:ext cx="608040" cy="58320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58"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59"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60" name="PlaceHolder 3"/>
          <p:cNvSpPr>
            <a:spLocks noGrp="1"/>
          </p:cNvSpPr>
          <p:nvPr>
            <p:ph type="ftr" idx="19"/>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1" name="PlaceHolder 4"/>
          <p:cNvSpPr>
            <a:spLocks noGrp="1"/>
          </p:cNvSpPr>
          <p:nvPr>
            <p:ph type="sldNum" idx="20"/>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E70DDBF3-8A23-43E8-A0BB-6AB2280374B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62" name="PlaceHolder 5"/>
          <p:cNvSpPr>
            <a:spLocks noGrp="1"/>
          </p:cNvSpPr>
          <p:nvPr>
            <p:ph type="dt" idx="21"/>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65" name="Group 6"/>
          <p:cNvGrpSpPr/>
          <p:nvPr/>
        </p:nvGrpSpPr>
        <p:grpSpPr>
          <a:xfrm>
            <a:off x="0" y="-8640"/>
            <a:ext cx="12190680" cy="6867720"/>
            <a:chOff x="0" y="-8640"/>
            <a:chExt cx="12190680" cy="6867720"/>
          </a:xfrm>
        </p:grpSpPr>
        <p:cxnSp>
          <p:nvCxnSpPr>
            <p:cNvPr id="166" name="Straight Connector 19"/>
            <p:cNvCxnSpPr/>
            <p:nvPr/>
          </p:nvCxnSpPr>
          <p:spPr>
            <a:xfrm>
              <a:off x="9370800" y="0"/>
              <a:ext cx="1220760" cy="6859440"/>
            </a:xfrm>
            <a:prstGeom prst="straightConnector1">
              <a:avLst/>
            </a:prstGeom>
            <a:ln cap="rnd" w="9360">
              <a:solidFill>
                <a:srgbClr val="BFBFBF"/>
              </a:solidFill>
              <a:round/>
            </a:ln>
          </p:spPr>
        </p:cxnSp>
        <p:cxnSp>
          <p:nvCxnSpPr>
            <p:cNvPr id="167"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16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4"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5"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76"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77"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78" name="PlaceHolder 3"/>
          <p:cNvSpPr>
            <a:spLocks noGrp="1"/>
          </p:cNvSpPr>
          <p:nvPr>
            <p:ph type="ftr" idx="22"/>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9" name="PlaceHolder 4"/>
          <p:cNvSpPr>
            <a:spLocks noGrp="1"/>
          </p:cNvSpPr>
          <p:nvPr>
            <p:ph type="sldNum" idx="23"/>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C79C99A9-ECE0-4D50-9AF3-FCD70752D5E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80" name="PlaceHolder 5"/>
          <p:cNvSpPr>
            <a:spLocks noGrp="1"/>
          </p:cNvSpPr>
          <p:nvPr>
            <p:ph type="dt" idx="24"/>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83" name="Group 6"/>
          <p:cNvGrpSpPr/>
          <p:nvPr/>
        </p:nvGrpSpPr>
        <p:grpSpPr>
          <a:xfrm>
            <a:off x="0" y="-8640"/>
            <a:ext cx="12190680" cy="6867720"/>
            <a:chOff x="0" y="-8640"/>
            <a:chExt cx="12190680" cy="6867720"/>
          </a:xfrm>
        </p:grpSpPr>
        <p:cxnSp>
          <p:nvCxnSpPr>
            <p:cNvPr id="184" name="Straight Connector 19"/>
            <p:cNvCxnSpPr/>
            <p:nvPr/>
          </p:nvCxnSpPr>
          <p:spPr>
            <a:xfrm>
              <a:off x="9370800" y="0"/>
              <a:ext cx="1220760" cy="6859440"/>
            </a:xfrm>
            <a:prstGeom prst="straightConnector1">
              <a:avLst/>
            </a:prstGeom>
            <a:ln cap="rnd" w="9360">
              <a:solidFill>
                <a:srgbClr val="BFBFBF"/>
              </a:solidFill>
              <a:round/>
            </a:ln>
          </p:spPr>
        </p:cxnSp>
        <p:cxnSp>
          <p:nvCxnSpPr>
            <p:cNvPr id="185"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18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8"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2"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94"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95" name="PlaceHolder 2"/>
          <p:cNvSpPr>
            <a:spLocks noGrp="1"/>
          </p:cNvSpPr>
          <p:nvPr>
            <p:ph type="body"/>
          </p:nvPr>
        </p:nvSpPr>
        <p:spPr>
          <a:xfrm>
            <a:off x="677160" y="2160720"/>
            <a:ext cx="8595360" cy="3879360"/>
          </a:xfrm>
          <a:prstGeom prst="rect">
            <a:avLst/>
          </a:prstGeom>
          <a:noFill/>
          <a:ln w="0">
            <a:noFill/>
          </a:ln>
        </p:spPr>
        <p:txBody>
          <a:bodyPr lIns="0" tIns="0" rIns="0" bIns="0" anchor="t" vert="eaVe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96" name="PlaceHolder 3"/>
          <p:cNvSpPr>
            <a:spLocks noGrp="1"/>
          </p:cNvSpPr>
          <p:nvPr>
            <p:ph type="ftr" idx="25"/>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7" name="PlaceHolder 4"/>
          <p:cNvSpPr>
            <a:spLocks noGrp="1"/>
          </p:cNvSpPr>
          <p:nvPr>
            <p:ph type="sldNum" idx="26"/>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2E555A31-0C8F-447C-B9C4-DCB7DAE01A5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98" name="PlaceHolder 5"/>
          <p:cNvSpPr>
            <a:spLocks noGrp="1"/>
          </p:cNvSpPr>
          <p:nvPr>
            <p:ph type="dt" idx="27"/>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01" name="Group 6"/>
          <p:cNvGrpSpPr/>
          <p:nvPr/>
        </p:nvGrpSpPr>
        <p:grpSpPr>
          <a:xfrm>
            <a:off x="0" y="-8640"/>
            <a:ext cx="12190680" cy="6867720"/>
            <a:chOff x="0" y="-8640"/>
            <a:chExt cx="12190680" cy="6867720"/>
          </a:xfrm>
        </p:grpSpPr>
        <p:cxnSp>
          <p:nvCxnSpPr>
            <p:cNvPr id="202" name="Straight Connector 19"/>
            <p:cNvCxnSpPr/>
            <p:nvPr/>
          </p:nvCxnSpPr>
          <p:spPr>
            <a:xfrm>
              <a:off x="9370800" y="0"/>
              <a:ext cx="1220760" cy="6859440"/>
            </a:xfrm>
            <a:prstGeom prst="straightConnector1">
              <a:avLst/>
            </a:prstGeom>
            <a:ln cap="rnd" w="9360">
              <a:solidFill>
                <a:srgbClr val="BFBFBF"/>
              </a:solidFill>
              <a:round/>
            </a:ln>
          </p:spPr>
        </p:cxnSp>
        <p:cxnSp>
          <p:nvCxnSpPr>
            <p:cNvPr id="203"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20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0"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1"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12"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13" name="PlaceHolder 2"/>
          <p:cNvSpPr>
            <a:spLocks noGrp="1"/>
          </p:cNvSpPr>
          <p:nvPr>
            <p:ph type="body"/>
          </p:nvPr>
        </p:nvSpPr>
        <p:spPr>
          <a:xfrm>
            <a:off x="677160" y="2160720"/>
            <a:ext cx="8595360" cy="3879360"/>
          </a:xfrm>
          <a:prstGeom prst="rect">
            <a:avLst/>
          </a:prstGeom>
          <a:noFill/>
          <a:ln w="0">
            <a:noFill/>
          </a:ln>
        </p:spPr>
        <p:txBody>
          <a:bodyPr lIns="0" tIns="0" rIns="0" bIns="0" anchor="t" vert="eaVe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14" name="PlaceHolder 3"/>
          <p:cNvSpPr>
            <a:spLocks noGrp="1"/>
          </p:cNvSpPr>
          <p:nvPr>
            <p:ph type="ftr" idx="28"/>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5" name="PlaceHolder 4"/>
          <p:cNvSpPr>
            <a:spLocks noGrp="1"/>
          </p:cNvSpPr>
          <p:nvPr>
            <p:ph type="sldNum" idx="29"/>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B871AD2C-43EC-410E-B8E4-EB707EFDB0C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16" name="PlaceHolder 5"/>
          <p:cNvSpPr>
            <a:spLocks noGrp="1"/>
          </p:cNvSpPr>
          <p:nvPr>
            <p:ph type="dt" idx="30"/>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50" name="Group 6"/>
          <p:cNvGrpSpPr/>
          <p:nvPr/>
        </p:nvGrpSpPr>
        <p:grpSpPr>
          <a:xfrm>
            <a:off x="0" y="-8640"/>
            <a:ext cx="12190680" cy="6867720"/>
            <a:chOff x="0" y="-8640"/>
            <a:chExt cx="12190680" cy="6867720"/>
          </a:xfrm>
        </p:grpSpPr>
        <p:cxnSp>
          <p:nvCxnSpPr>
            <p:cNvPr id="251" name="Straight Connector 19"/>
            <p:cNvCxnSpPr/>
            <p:nvPr/>
          </p:nvCxnSpPr>
          <p:spPr>
            <a:xfrm>
              <a:off x="9370800" y="0"/>
              <a:ext cx="1220760" cy="6859440"/>
            </a:xfrm>
            <a:prstGeom prst="straightConnector1">
              <a:avLst/>
            </a:prstGeom>
            <a:ln cap="rnd" w="9360">
              <a:solidFill>
                <a:srgbClr val="BFBFBF"/>
              </a:solidFill>
              <a:round/>
            </a:ln>
          </p:spPr>
        </p:cxnSp>
        <p:cxnSp>
          <p:nvCxnSpPr>
            <p:cNvPr id="252" name="Straight Connector 20"/>
            <p:cNvCxnSpPr/>
            <p:nvPr/>
          </p:nvCxnSpPr>
          <p:spPr>
            <a:xfrm flipH="1">
              <a:off x="7425000" y="3681360"/>
              <a:ext cx="4764960" cy="3178080"/>
            </a:xfrm>
            <a:prstGeom prst="straightConnector1">
              <a:avLst/>
            </a:prstGeom>
            <a:ln cap="rnd" w="9360">
              <a:solidFill>
                <a:srgbClr val="D9D9D9"/>
              </a:solidFill>
              <a:round/>
            </a:ln>
          </p:spPr>
        </p:cxnSp>
        <p:sp>
          <p:nvSpPr>
            <p:cNvPr id="25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5" name="Isosceles Triangle 23"/>
            <p:cNvSpPr/>
            <p:nvPr/>
          </p:nvSpPr>
          <p:spPr>
            <a:xfrm>
              <a:off x="8932320" y="3048120"/>
              <a:ext cx="3258360" cy="380844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9" name="Isosceles Triangle 27"/>
            <p:cNvSpPr/>
            <p:nvPr/>
          </p:nvSpPr>
          <p:spPr>
            <a:xfrm>
              <a:off x="10371600" y="3589920"/>
              <a:ext cx="1815840" cy="326664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Isosceles Triangle 28"/>
            <p:cNvSpPr/>
            <p:nvPr/>
          </p:nvSpPr>
          <p:spPr>
            <a:xfrm>
              <a:off x="0" y="4013280"/>
              <a:ext cx="447120" cy="284328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61" name="PlaceHolder 1"/>
          <p:cNvSpPr>
            <a:spLocks noGrp="1"/>
          </p:cNvSpPr>
          <p:nvPr>
            <p:ph type="title"/>
          </p:nvPr>
        </p:nvSpPr>
        <p:spPr>
          <a:xfrm>
            <a:off x="677160" y="934200"/>
            <a:ext cx="859536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62" name="PlaceHolder 2"/>
          <p:cNvSpPr>
            <a:spLocks noGrp="1"/>
          </p:cNvSpPr>
          <p:nvPr>
            <p:ph type="body"/>
          </p:nvPr>
        </p:nvSpPr>
        <p:spPr>
          <a:xfrm>
            <a:off x="677160" y="2160720"/>
            <a:ext cx="8595360" cy="38793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63" name="PlaceHolder 3"/>
          <p:cNvSpPr>
            <a:spLocks noGrp="1"/>
          </p:cNvSpPr>
          <p:nvPr>
            <p:ph type="ftr" idx="37"/>
          </p:nvPr>
        </p:nvSpPr>
        <p:spPr>
          <a:xfrm>
            <a:off x="677160" y="6041520"/>
            <a:ext cx="6296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4" name="PlaceHolder 4"/>
          <p:cNvSpPr>
            <a:spLocks noGrp="1"/>
          </p:cNvSpPr>
          <p:nvPr>
            <p:ph type="sldNum" idx="38"/>
          </p:nvPr>
        </p:nvSpPr>
        <p:spPr>
          <a:xfrm>
            <a:off x="8590680" y="6041520"/>
            <a:ext cx="68184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24AA6134-8F08-4646-9730-8266F0F715A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65" name="PlaceHolder 5"/>
          <p:cNvSpPr>
            <a:spLocks noGrp="1"/>
          </p:cNvSpPr>
          <p:nvPr>
            <p:ph type="dt" idx="39"/>
          </p:nvPr>
        </p:nvSpPr>
        <p:spPr>
          <a:xfrm>
            <a:off x="7205040" y="6041520"/>
            <a:ext cx="91044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2" r:id="rId2"/>
    <p:sldLayoutId id="2147483673" r:id="rId3"/>
    <p:sldLayoutId id="2147483674"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5.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slideLayout" Target="../slideLayouts/slideLayout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1449720" y="457200"/>
            <a:ext cx="7693200" cy="1024920"/>
          </a:xfrm>
          <a:prstGeom prst="rect">
            <a:avLst/>
          </a:prstGeom>
          <a:noFill/>
          <a:ln w="0">
            <a:noFill/>
          </a:ln>
        </p:spPr>
        <p:txBody>
          <a:bodyPr lIns="91440" tIns="45720" rIns="91440" bIns="45720" anchor="b">
            <a:normAutofit lnSpcReduction="9999"/>
          </a:bodyPr>
          <a:p>
            <a:pPr indent="0" algn="ctr" defTabSz="457200">
              <a:lnSpc>
                <a:spcPct val="100000"/>
              </a:lnSpc>
              <a:buNone/>
              <a:tabLst>
                <a:tab pos="0" algn="l"/>
              </a:tabLst>
            </a:pPr>
            <a:r>
              <a:rPr lang="en-IN" sz="3200" b="1" u="none" strike="noStrike">
                <a:solidFill>
                  <a:schemeClr val="dk1">
                    <a:lumMod val="85000"/>
                    <a:lumOff val="15000"/>
                  </a:schemeClr>
                </a:solidFill>
                <a:effectLst/>
                <a:uFillTx/>
                <a:latin typeface="Trebuchet MS"/>
              </a:rPr>
              <a:t>SmartDRM: Blockchain based Digital Rights Management System</a:t>
            </a:r>
            <a:endParaRPr lang="en-US" sz="3200" b="0" u="none" strike="noStrike">
              <a:solidFill>
                <a:srgbClr val="000000"/>
              </a:solidFill>
              <a:effectLst/>
              <a:uFillTx/>
              <a:latin typeface="Arial"/>
            </a:endParaRPr>
          </a:p>
        </p:txBody>
      </p:sp>
      <p:sp>
        <p:nvSpPr>
          <p:cNvPr id="279" name="PlaceHolder 2"/>
          <p:cNvSpPr>
            <a:spLocks noGrp="1"/>
          </p:cNvSpPr>
          <p:nvPr>
            <p:ph type="subTitle"/>
          </p:nvPr>
        </p:nvSpPr>
        <p:spPr>
          <a:xfrm>
            <a:off x="2539080" y="2286000"/>
            <a:ext cx="5689440" cy="2829240"/>
          </a:xfrm>
          <a:prstGeom prst="rect">
            <a:avLst/>
          </a:prstGeom>
          <a:noFill/>
          <a:ln w="0">
            <a:noFill/>
          </a:ln>
        </p:spPr>
        <p:txBody>
          <a:bodyPr lIns="91440" tIns="45720" rIns="91440" bIns="45720" anchor="t">
            <a:normAutofit fontScale="85000" lnSpcReduction="9999"/>
          </a:bodyPr>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TEAM MEMBERS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Silambarasan. B</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( 620822205102 )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Muralidharan. C</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( 620822205064 )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Pradeep. M</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( 620822205075 )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Srinath. P</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( 620822205105 )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GUIDE : Mrs. Sathiyapriya K, AP/IT</a:t>
            </a:r>
            <a:endParaRPr lang="en-US" sz="20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90360" y="228600"/>
            <a:ext cx="8595360" cy="68472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IN" sz="3600" b="1" u="none" strike="noStrike">
                <a:solidFill>
                  <a:schemeClr val="dk1"/>
                </a:solidFill>
                <a:effectLst/>
                <a:uFillTx/>
                <a:latin typeface="Trebuchet MS"/>
              </a:rPr>
              <a:t>Objective</a:t>
            </a:r>
            <a:endParaRPr lang="en-US" sz="3600" b="0" u="none" strike="noStrike">
              <a:solidFill>
                <a:srgbClr val="000000"/>
              </a:solidFill>
              <a:effectLst/>
              <a:uFillTx/>
              <a:latin typeface="Arial"/>
            </a:endParaRPr>
          </a:p>
        </p:txBody>
      </p:sp>
      <p:sp>
        <p:nvSpPr>
          <p:cNvPr id="281" name="PlaceHolder 2"/>
          <p:cNvSpPr>
            <a:spLocks noGrp="1"/>
          </p:cNvSpPr>
          <p:nvPr>
            <p:ph/>
          </p:nvPr>
        </p:nvSpPr>
        <p:spPr>
          <a:xfrm>
            <a:off x="547560" y="1017720"/>
            <a:ext cx="8595360" cy="561060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decentralized DRM framework using blockchain technology</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ensure immutable ownership and license records through smart contracts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controlled and flexible access mechanisms for digital assets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detect suspicious usage behavior using AI-based analysis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maintain an auditable and transparent activity log</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develop a modern, user-friendly interface for asset management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202320" y="0"/>
            <a:ext cx="8254800" cy="131940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Arial"/>
            </a:endParaRPr>
          </a:p>
        </p:txBody>
      </p:sp>
      <p:sp>
        <p:nvSpPr>
          <p:cNvPr id="283" name="PlaceHolder 2"/>
          <p:cNvSpPr>
            <a:spLocks noGrp="1"/>
          </p:cNvSpPr>
          <p:nvPr>
            <p:ph/>
          </p:nvPr>
        </p:nvSpPr>
        <p:spPr>
          <a:xfrm>
            <a:off x="604800" y="685800"/>
            <a:ext cx="8080920" cy="274212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Current DRM solutions primarily operate using centralized servers managed by content distributors or platform providers.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Characteristics: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Central authority controls access and licenses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User authentication and permissions stored centrally</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DRM policies enforced at application level</a:t>
            </a:r>
            <a:endParaRPr lang="en-US" sz="1800" b="0" u="none" strike="noStrike">
              <a:solidFill>
                <a:srgbClr val="000000"/>
              </a:solidFill>
              <a:effectLst/>
              <a:uFillTx/>
              <a:latin typeface="Arial"/>
            </a:endParaRPr>
          </a:p>
        </p:txBody>
      </p:sp>
      <p:sp>
        <p:nvSpPr>
          <p:cNvPr id="284" name="PlaceHolder 3"/>
          <p:cNvSpPr>
            <a:spLocks noGrp="1"/>
          </p:cNvSpPr>
          <p:nvPr>
            <p:ph/>
          </p:nvPr>
        </p:nvSpPr>
        <p:spPr>
          <a:xfrm>
            <a:off x="685800" y="4114800"/>
            <a:ext cx="8080920" cy="241236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Single-point failure and high vulnerability to attacks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in ownership verification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Dependency on trusted third parties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access and usage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Poor scalability for large digital ecosystems</a:t>
            </a:r>
            <a:endParaRPr lang="en-US" sz="1800" b="0" u="none" strike="noStrike">
              <a:solidFill>
                <a:srgbClr val="000000"/>
              </a:solidFill>
              <a:effectLst/>
              <a:uFillTx/>
              <a:latin typeface="Arial"/>
            </a:endParaRPr>
          </a:p>
        </p:txBody>
      </p:sp>
      <p:sp>
        <p:nvSpPr>
          <p:cNvPr id="285" name="Rectangle 3"/>
          <p:cNvSpPr/>
          <p:nvPr/>
        </p:nvSpPr>
        <p:spPr>
          <a:xfrm>
            <a:off x="228600" y="3240360"/>
            <a:ext cx="3500640" cy="63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ea typeface="DejaVu Sans"/>
              </a:rPr>
              <a:t>Disadvantage</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43560" y="0"/>
            <a:ext cx="8595360" cy="131940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Arial"/>
            </a:endParaRPr>
          </a:p>
        </p:txBody>
      </p:sp>
      <p:sp>
        <p:nvSpPr>
          <p:cNvPr id="287" name="Rectangle 4"/>
          <p:cNvSpPr/>
          <p:nvPr/>
        </p:nvSpPr>
        <p:spPr>
          <a:xfrm>
            <a:off x="184680" y="3429000"/>
            <a:ext cx="3121200" cy="63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ea typeface="DejaVu Sans"/>
              </a:rPr>
              <a:t>Advantage </a:t>
            </a:r>
            <a:endParaRPr lang="en-US" sz="3600" b="0" u="none" strike="noStrike">
              <a:solidFill>
                <a:srgbClr val="000000"/>
              </a:solidFill>
              <a:effectLst/>
              <a:uFillTx/>
              <a:latin typeface="Arial"/>
            </a:endParaRPr>
          </a:p>
        </p:txBody>
      </p:sp>
      <p:sp>
        <p:nvSpPr>
          <p:cNvPr id="288" name="PlaceHolder 2"/>
          <p:cNvSpPr>
            <a:spLocks noGrp="1"/>
          </p:cNvSpPr>
          <p:nvPr>
            <p:ph/>
          </p:nvPr>
        </p:nvSpPr>
        <p:spPr>
          <a:xfrm>
            <a:off x="558000" y="857880"/>
            <a:ext cx="8080920" cy="234144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asset registration and ownership proof</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contract-driven license issuance and enforcement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AI-powered behavioral risk analysis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Secure audit logging for all critical actions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Full-stack web interface for real-time interaction</a:t>
            </a:r>
            <a:endParaRPr lang="en-US" sz="1800" b="0" u="none" strike="noStrike">
              <a:solidFill>
                <a:srgbClr val="000000"/>
              </a:solidFill>
              <a:effectLst/>
              <a:uFillTx/>
              <a:latin typeface="Arial"/>
            </a:endParaRPr>
          </a:p>
        </p:txBody>
      </p:sp>
      <p:sp>
        <p:nvSpPr>
          <p:cNvPr id="289" name="PlaceHolder 3"/>
          <p:cNvSpPr>
            <a:spLocks noGrp="1"/>
          </p:cNvSpPr>
          <p:nvPr>
            <p:ph/>
          </p:nvPr>
        </p:nvSpPr>
        <p:spPr>
          <a:xfrm>
            <a:off x="604800" y="4114800"/>
            <a:ext cx="8080920" cy="251352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Immutable and tamper-proof ownership records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license enforcement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piracy and unauthorized access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royalty-ready transaction tracking</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24840" y="0"/>
            <a:ext cx="10311120" cy="685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IN" sz="3600" b="1" u="none" strike="noStrike">
                <a:solidFill>
                  <a:schemeClr val="dk1"/>
                </a:solidFill>
                <a:effectLst/>
                <a:uFillTx/>
                <a:latin typeface="Trebuchet MS"/>
              </a:rPr>
              <a:t>SYSTEM ARCHITECTURE/FLOW DIAGRAM</a:t>
            </a:r>
            <a:endParaRPr lang="en-US" sz="3600" b="0" u="none" strike="noStrike">
              <a:solidFill>
                <a:srgbClr val="000000"/>
              </a:solidFill>
              <a:effectLst/>
              <a:uFillTx/>
              <a:latin typeface="Arial"/>
            </a:endParaRPr>
          </a:p>
        </p:txBody>
      </p:sp>
      <p:sp>
        <p:nvSpPr>
          <p:cNvPr id="291" name=""/>
          <p:cNvSpPr/>
          <p:nvPr/>
        </p:nvSpPr>
        <p:spPr>
          <a:xfrm>
            <a:off x="2743200" y="2058840"/>
            <a:ext cx="3426840" cy="455040"/>
          </a:xfrm>
          <a:prstGeom prst="rect">
            <a:avLst/>
          </a:prstGeom>
          <a:solidFill>
            <a:srgbClr val="FFFF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Frontend (React + Tailwind)</a:t>
            </a:r>
            <a:endParaRPr lang="en-US" sz="1800" b="0" u="none" strike="noStrike">
              <a:solidFill>
                <a:srgbClr val="000000"/>
              </a:solidFill>
              <a:effectLst/>
              <a:uFillTx/>
              <a:latin typeface="Arial"/>
            </a:endParaRPr>
          </a:p>
        </p:txBody>
      </p:sp>
      <p:sp>
        <p:nvSpPr>
          <p:cNvPr id="292" name=""/>
          <p:cNvSpPr/>
          <p:nvPr/>
        </p:nvSpPr>
        <p:spPr>
          <a:xfrm>
            <a:off x="2755800" y="2973240"/>
            <a:ext cx="3426840" cy="455040"/>
          </a:xfrm>
          <a:prstGeom prst="rect">
            <a:avLst/>
          </a:prstGeom>
          <a:solidFill>
            <a:srgbClr val="FF80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600" b="0" u="none" strike="noStrike">
                <a:solidFill>
                  <a:srgbClr val="000000"/>
                </a:solidFill>
                <a:effectLst/>
                <a:uFillTx/>
                <a:latin typeface="Noto Serif"/>
                <a:ea typeface="DejaVu Sans"/>
              </a:rPr>
              <a:t>Backend (FastAPI)</a:t>
            </a:r>
            <a:endParaRPr lang="en-US" sz="1600" b="0" u="none" strike="noStrike">
              <a:solidFill>
                <a:srgbClr val="000000"/>
              </a:solidFill>
              <a:effectLst/>
              <a:uFillTx/>
              <a:latin typeface="Arial"/>
            </a:endParaRPr>
          </a:p>
        </p:txBody>
      </p:sp>
      <p:sp>
        <p:nvSpPr>
          <p:cNvPr id="293" name=""/>
          <p:cNvSpPr/>
          <p:nvPr/>
        </p:nvSpPr>
        <p:spPr>
          <a:xfrm>
            <a:off x="2755800" y="3887640"/>
            <a:ext cx="3426840" cy="455040"/>
          </a:xfrm>
          <a:prstGeom prst="rect">
            <a:avLst/>
          </a:prstGeom>
          <a:solidFill>
            <a:srgbClr val="FF4000"/>
          </a:solidFill>
          <a:ln w="0">
            <a:solidFill>
              <a:srgbClr val="FF0000"/>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ea typeface="DejaVu Sans"/>
              </a:rPr>
              <a:t>AI Engine</a:t>
            </a:r>
            <a:endParaRPr lang="en-US" sz="1800" b="0" u="none" strike="noStrike">
              <a:solidFill>
                <a:srgbClr val="FFFFFF"/>
              </a:solidFill>
              <a:effectLst/>
              <a:uFillTx/>
              <a:latin typeface="Arial"/>
            </a:endParaRPr>
          </a:p>
        </p:txBody>
      </p:sp>
      <p:sp>
        <p:nvSpPr>
          <p:cNvPr id="294" name=""/>
          <p:cNvSpPr/>
          <p:nvPr/>
        </p:nvSpPr>
        <p:spPr>
          <a:xfrm>
            <a:off x="2755800" y="4802040"/>
            <a:ext cx="3426840" cy="455040"/>
          </a:xfrm>
          <a:prstGeom prst="rect">
            <a:avLst/>
          </a:prstGeom>
          <a:solidFill>
            <a:srgbClr val="F10D0C"/>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ea typeface="DejaVu Sans"/>
              </a:rPr>
              <a:t>Blockchain Network</a:t>
            </a:r>
            <a:endParaRPr lang="en-US" sz="1800" b="0" u="none" strike="noStrike">
              <a:solidFill>
                <a:srgbClr val="FFFFFF"/>
              </a:solidFill>
              <a:effectLst/>
              <a:uFillTx/>
              <a:latin typeface="Arial"/>
            </a:endParaRPr>
          </a:p>
        </p:txBody>
      </p:sp>
      <p:sp>
        <p:nvSpPr>
          <p:cNvPr id="295" name=""/>
          <p:cNvSpPr/>
          <p:nvPr/>
        </p:nvSpPr>
        <p:spPr>
          <a:xfrm>
            <a:off x="2984400" y="1017000"/>
            <a:ext cx="3198240" cy="582480"/>
          </a:xfrm>
          <a:prstGeom prst="flowChartInputOutput">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User Data / Files</a:t>
            </a:r>
            <a:endParaRPr lang="en-US" sz="1800" b="0" u="none" strike="noStrike">
              <a:solidFill>
                <a:srgbClr val="000000"/>
              </a:solidFill>
              <a:effectLst/>
              <a:uFillTx/>
              <a:latin typeface="Arial"/>
            </a:endParaRPr>
          </a:p>
        </p:txBody>
      </p:sp>
      <p:sp>
        <p:nvSpPr>
          <p:cNvPr id="296" name=""/>
          <p:cNvSpPr/>
          <p:nvPr/>
        </p:nvSpPr>
        <p:spPr>
          <a:xfrm>
            <a:off x="2755800" y="5716440"/>
            <a:ext cx="3198240" cy="683640"/>
          </a:xfrm>
          <a:prstGeom prst="flowChartMagneticDrum">
            <a:avLst/>
          </a:prstGeom>
          <a:solidFill>
            <a:srgbClr val="00A933"/>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ea typeface="DejaVu Sans"/>
              </a:rPr>
              <a:t>Audit &amp; Storage</a:t>
            </a:r>
            <a:endParaRPr lang="en-US" sz="1800" b="0" u="none" strike="noStrike">
              <a:solidFill>
                <a:srgbClr val="FFFFFF"/>
              </a:solidFill>
              <a:effectLst/>
              <a:uFillTx/>
              <a:latin typeface="Arial"/>
            </a:endParaRPr>
          </a:p>
        </p:txBody>
      </p:sp>
      <p:sp>
        <p:nvSpPr>
          <p:cNvPr id="297" name=""/>
          <p:cNvSpPr/>
          <p:nvPr/>
        </p:nvSpPr>
        <p:spPr>
          <a:xfrm>
            <a:off x="4356000" y="5259240"/>
            <a:ext cx="226440" cy="4550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298" name=""/>
          <p:cNvSpPr/>
          <p:nvPr/>
        </p:nvSpPr>
        <p:spPr>
          <a:xfrm>
            <a:off x="4356000" y="4344840"/>
            <a:ext cx="226440" cy="4550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299" name=""/>
          <p:cNvSpPr/>
          <p:nvPr/>
        </p:nvSpPr>
        <p:spPr>
          <a:xfrm>
            <a:off x="4356000" y="2516040"/>
            <a:ext cx="226440" cy="4550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00" name=""/>
          <p:cNvSpPr/>
          <p:nvPr/>
        </p:nvSpPr>
        <p:spPr>
          <a:xfrm>
            <a:off x="4356000" y="3430440"/>
            <a:ext cx="226440" cy="4550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01" name=""/>
          <p:cNvSpPr/>
          <p:nvPr/>
        </p:nvSpPr>
        <p:spPr>
          <a:xfrm>
            <a:off x="4356000" y="1601640"/>
            <a:ext cx="226440" cy="4550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457200" y="0"/>
            <a:ext cx="7999920" cy="91332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303" name="PlaceHolder 2"/>
          <p:cNvSpPr>
            <a:spLocks noGrp="1"/>
          </p:cNvSpPr>
          <p:nvPr>
            <p:ph/>
          </p:nvPr>
        </p:nvSpPr>
        <p:spPr>
          <a:xfrm>
            <a:off x="90360" y="64800"/>
            <a:ext cx="8595360" cy="619920"/>
          </a:xfrm>
          <a:prstGeom prst="rect">
            <a:avLst/>
          </a:prstGeom>
          <a:noFill/>
          <a:ln w="0">
            <a:noFill/>
          </a:ln>
        </p:spPr>
        <p:txBody>
          <a:bodyPr lIns="91440" tIns="45720" rIns="91440" bIns="45720" anchor="t">
            <a:normAutofit fontScale="25000" lnSpcReduction="19999"/>
          </a:bodyPr>
          <a:p>
            <a:pPr marL="343080" indent="-343080" algn="just" defTabSz="457200">
              <a:lnSpc>
                <a:spcPct val="150000"/>
              </a:lnSpc>
              <a:spcBef>
                <a:spcPts val="1001"/>
              </a:spcBef>
              <a:buNone/>
              <a:tabLst>
                <a:tab pos="0" algn="l"/>
              </a:tabLst>
            </a:pPr>
            <a:r>
              <a:rPr lang="en-IN" sz="14400" b="1" u="none" strike="noStrike">
                <a:solidFill>
                  <a:schemeClr val="dk1"/>
                </a:solidFill>
                <a:effectLst/>
                <a:uFillTx/>
                <a:latin typeface="Trebuchet MS"/>
              </a:rPr>
              <a:t> Modules :</a:t>
            </a:r>
            <a:endParaRPr lang="en-US" sz="14400" b="0" u="none" strike="noStrike">
              <a:solidFill>
                <a:srgbClr val="000000"/>
              </a:solidFill>
              <a:effectLst/>
              <a:uFillTx/>
              <a:latin typeface="Arial"/>
            </a:endParaRPr>
          </a:p>
          <a:p>
            <a:pPr indent="0" algn="just" defTabSz="457200">
              <a:lnSpc>
                <a:spcPct val="150000"/>
              </a:lnSpc>
              <a:spcBef>
                <a:spcPts val="1001"/>
              </a:spcBef>
              <a:buNone/>
              <a:tabLst>
                <a:tab pos="0" algn="l"/>
              </a:tabLst>
            </a:pPr>
            <a:endParaRPr lang="en-US" sz="1800" b="0" u="none" strike="noStrike">
              <a:solidFill>
                <a:srgbClr val="000000"/>
              </a:solidFill>
              <a:effectLst/>
              <a:uFillTx/>
              <a:latin typeface="Arial"/>
            </a:endParaRPr>
          </a:p>
        </p:txBody>
      </p:sp>
      <p:sp>
        <p:nvSpPr>
          <p:cNvPr id="304" name="Rectangle 4"/>
          <p:cNvSpPr/>
          <p:nvPr/>
        </p:nvSpPr>
        <p:spPr>
          <a:xfrm>
            <a:off x="275760" y="3599280"/>
            <a:ext cx="3030480" cy="63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ea typeface="DejaVu Sans"/>
              </a:rPr>
              <a:t> </a:t>
            </a:r>
            <a:endParaRPr lang="en-US" sz="3600" b="0" u="none" strike="noStrike">
              <a:solidFill>
                <a:srgbClr val="000000"/>
              </a:solidFill>
              <a:effectLst/>
              <a:uFillTx/>
              <a:latin typeface="Arial"/>
            </a:endParaRPr>
          </a:p>
        </p:txBody>
      </p:sp>
      <p:sp>
        <p:nvSpPr>
          <p:cNvPr id="305" name="PlaceHolder 3"/>
          <p:cNvSpPr>
            <a:spLocks noGrp="1"/>
          </p:cNvSpPr>
          <p:nvPr>
            <p:ph/>
          </p:nvPr>
        </p:nvSpPr>
        <p:spPr>
          <a:xfrm>
            <a:off x="677520" y="1148760"/>
            <a:ext cx="8595360" cy="387936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Authentication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Asset Management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 &amp; Smart Contract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AI-Based Risk Analysis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Front-end Dashboard Module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228600" y="156240"/>
            <a:ext cx="11146320" cy="528480"/>
          </a:xfrm>
          <a:prstGeom prst="rect">
            <a:avLst/>
          </a:prstGeom>
          <a:noFill/>
          <a:ln w="0">
            <a:noFill/>
          </a:ln>
        </p:spPr>
        <p:txBody>
          <a:bodyPr lIns="91440" tIns="45720" rIns="91440" bIns="45720" anchor="t">
            <a:noAutofit/>
          </a:bodyPr>
          <a:p>
            <a:pPr marL="343080" indent="0" algn="l" defTabSz="457200">
              <a:lnSpc>
                <a:spcPct val="100000"/>
              </a:lnSpc>
              <a:spcBef>
                <a:spcPts val="1191"/>
              </a:spcBef>
              <a:spcAft>
                <a:spcPts val="992"/>
              </a:spcAft>
              <a:buNone/>
            </a:pPr>
            <a:r>
              <a:rPr lang="en-US" sz="3600" b="1" u="none" strike="noStrike">
                <a:solidFill>
                  <a:srgbClr val="111111"/>
                </a:solidFill>
                <a:effectLst/>
                <a:uFillTx/>
                <a:latin typeface="Trebuchet MS"/>
                <a:ea typeface="Noto Sans"/>
              </a:rPr>
              <a:t>Module 1: </a:t>
            </a:r>
            <a:r>
              <a:rPr lang="en-US" sz="3200" b="1" u="none" strike="noStrike">
                <a:solidFill>
                  <a:srgbClr val="111111"/>
                </a:solidFill>
                <a:effectLst/>
                <a:uFillTx/>
                <a:latin typeface="Trebuchet MS"/>
                <a:ea typeface="Noto Sans"/>
              </a:rPr>
              <a:t>Authentication Module</a:t>
            </a:r>
            <a:endParaRPr lang="en-US" sz="3200" b="0" u="none" strike="noStrike">
              <a:solidFill>
                <a:srgbClr val="000000"/>
              </a:solidFill>
              <a:effectLst/>
              <a:uFillTx/>
              <a:latin typeface="Arial"/>
            </a:endParaRPr>
          </a:p>
        </p:txBody>
      </p:sp>
      <p:sp>
        <p:nvSpPr>
          <p:cNvPr id="307" name="PlaceHolder 2"/>
          <p:cNvSpPr>
            <a:spLocks noGrp="1"/>
          </p:cNvSpPr>
          <p:nvPr>
            <p:ph/>
          </p:nvPr>
        </p:nvSpPr>
        <p:spPr>
          <a:xfrm>
            <a:off x="750240" y="1194480"/>
            <a:ext cx="8595360" cy="49777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Handles user registration, login, and identity verification for all protected APIs.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Features: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User registration with BCrypt-hashed passwords stored in SQLite (/auth/register).</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Login endpoint that validates credentials and returns a lightweight token (user_id:username) (/auth/login).</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Reusable get_current_user dependency that extracts the user from the Bearer token on every protected request.</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Role field (admin / user) used by other modules (e.g., AI analytics, asset licensing) for authorization decisions.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Tech Stack: FastAPI, SQLAlchemy models, BCrypt hashing, HTTP Bearer auth.</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228600" y="156240"/>
            <a:ext cx="1120032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2: Asset Management Module</a:t>
            </a:r>
            <a:br>
              <a:rPr sz="3600"/>
            </a:br>
            <a:br>
              <a:rPr sz="3600"/>
            </a:br>
            <a:endParaRPr lang="en-US" sz="3600" b="0" u="none" strike="noStrike">
              <a:solidFill>
                <a:srgbClr val="000000"/>
              </a:solidFill>
              <a:effectLst/>
              <a:uFillTx/>
              <a:latin typeface="Arial"/>
            </a:endParaRPr>
          </a:p>
        </p:txBody>
      </p:sp>
      <p:sp>
        <p:nvSpPr>
          <p:cNvPr id="309" name="PlaceHolder 8"/>
          <p:cNvSpPr txBox="1"/>
          <p:nvPr/>
        </p:nvSpPr>
        <p:spPr>
          <a:xfrm>
            <a:off x="750240" y="1143000"/>
            <a:ext cx="8595360" cy="4800600"/>
          </a:xfrm>
          <a:prstGeom prst="rect">
            <a:avLst/>
          </a:prstGeom>
          <a:noFill/>
          <a:ln w="0">
            <a:noFill/>
          </a:ln>
        </p:spPr>
        <p:txBody>
          <a:bodyPr anchor="t">
            <a:normAutofit/>
          </a:bodyPr>
          <a:p>
            <a:pPr marL="343080" indent="-343080"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 Encrypts files using AES-256-GCM before writing to disk — only encrypted blobs stored.</a:t>
            </a: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Associates each asset with metadata: owner, filename, asset hash, blockchain tx hash.</a:t>
            </a: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Upload: /asset/upload → encrypt → store .enc file → create asset DB row.</a:t>
            </a: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List My Assets: /asset/list shows owned assets; /asset/list/shared shows licensed assets.</a:t>
            </a: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Download: /asset/download/{hash} → license check → decrypt → stream file to user.</a:t>
            </a: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SHA-256 hash of asset computed at upload and stored for integrity verification.</a:t>
            </a: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endParaRPr lang="en-US" sz="1800" b="0" u="none" strike="noStrike">
              <a:solidFill>
                <a:srgbClr val="000000"/>
              </a:solidFill>
              <a:effectLst/>
              <a:uFillTx/>
              <a:latin typeface="Arial"/>
            </a:endParaRPr>
          </a:p>
          <a:p>
            <a:pPr marL="343080" indent="-343080"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Logs ASSET_UPLOADED and ASSET_ACCESSED events to audit trail automatically.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228600" y="156240"/>
            <a:ext cx="1068912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3: Blockchain &amp; Smart Contract</a:t>
            </a:r>
            <a:br>
              <a:rPr sz="3600"/>
            </a:br>
            <a:br>
              <a:rPr sz="3600"/>
            </a:br>
            <a:br>
              <a:rPr sz="3600"/>
            </a:br>
            <a:endParaRPr lang="en-US" sz="3600" b="0" u="none" strike="noStrike">
              <a:solidFill>
                <a:srgbClr val="000000"/>
              </a:solidFill>
              <a:effectLst/>
              <a:uFillTx/>
              <a:latin typeface="Arial"/>
            </a:endParaRPr>
          </a:p>
        </p:txBody>
      </p:sp>
      <p:sp>
        <p:nvSpPr>
          <p:cNvPr id="311" name="PlaceHolder 2"/>
          <p:cNvSpPr>
            <a:spLocks noGrp="1"/>
          </p:cNvSpPr>
          <p:nvPr>
            <p:ph/>
          </p:nvPr>
        </p:nvSpPr>
        <p:spPr>
          <a:xfrm>
            <a:off x="750240" y="914400"/>
            <a:ext cx="8595360" cy="3200400"/>
          </a:xfrm>
          <a:prstGeom prst="rect">
            <a:avLst/>
          </a:prstGeom>
          <a:noFill/>
          <a:ln w="0">
            <a:noFill/>
          </a:ln>
        </p:spPr>
        <p:txBody>
          <a:bodyPr lIns="91440" tIns="45720" rIns="91440" bIns="45720" anchor="t">
            <a:normAutofit/>
          </a:bodyPr>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LicenseManager Solidity contract stores mappings of asset hashes and license records.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register_asset_on_chain(asset_hash) called automatically after each successful upload.</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issue_license_on_chain(asset_id, holder, expiry, limit) records license terms on-chain.</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On-chain data serves as independent audit layer beyond local database records.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Backend uses web3.py to communicate with deployed contracts on Ganache node.</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Falls back to mock transaction hashes in offline or testing mode gracefully.</a:t>
            </a:r>
            <a:endParaRPr lang="en-US" sz="1800" b="0" u="none" strike="noStrike">
              <a:solidFill>
                <a:srgbClr val="000000"/>
              </a:solidFill>
              <a:effectLst/>
              <a:uFillTx/>
              <a:latin typeface="Arial"/>
            </a:endParaRPr>
          </a:p>
        </p:txBody>
      </p:sp>
      <p:sp>
        <p:nvSpPr>
          <p:cNvPr id="312" name=""/>
          <p:cNvSpPr/>
          <p:nvPr/>
        </p:nvSpPr>
        <p:spPr>
          <a:xfrm>
            <a:off x="457560" y="4572360"/>
            <a:ext cx="2056680" cy="45648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13" name=""/>
          <p:cNvSpPr/>
          <p:nvPr/>
        </p:nvSpPr>
        <p:spPr>
          <a:xfrm>
            <a:off x="457920" y="4572360"/>
            <a:ext cx="2056680" cy="456480"/>
          </a:xfrm>
          <a:prstGeom prst="roundRect">
            <a:avLst>
              <a:gd name="adj" fmla="val 16667"/>
            </a:avLst>
          </a:prstGeom>
          <a:solidFill>
            <a:srgbClr val="81D41A"/>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Arial"/>
                <a:ea typeface="DejaVu Sans"/>
              </a:rPr>
              <a:t>Browser (Frontend)</a:t>
            </a:r>
            <a:endParaRPr lang="en-US" sz="1800" b="0" u="none" strike="noStrike">
              <a:solidFill>
                <a:srgbClr val="000000"/>
              </a:solidFill>
              <a:effectLst/>
              <a:uFillTx/>
              <a:latin typeface="Arial"/>
            </a:endParaRPr>
          </a:p>
        </p:txBody>
      </p:sp>
      <p:sp>
        <p:nvSpPr>
          <p:cNvPr id="314" name=""/>
          <p:cNvSpPr/>
          <p:nvPr/>
        </p:nvSpPr>
        <p:spPr>
          <a:xfrm>
            <a:off x="7315560" y="4572360"/>
            <a:ext cx="2056680" cy="456480"/>
          </a:xfrm>
          <a:prstGeom prst="roundRect">
            <a:avLst>
              <a:gd name="adj"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Smart Contract</a:t>
            </a:r>
            <a:endParaRPr lang="en-US" sz="1800" b="0" u="none" strike="noStrike">
              <a:solidFill>
                <a:srgbClr val="FFFFFF"/>
              </a:solidFill>
              <a:effectLst/>
              <a:uFillTx/>
              <a:latin typeface="Arial"/>
            </a:endParaRPr>
          </a:p>
        </p:txBody>
      </p:sp>
      <p:sp>
        <p:nvSpPr>
          <p:cNvPr id="315" name=""/>
          <p:cNvSpPr/>
          <p:nvPr/>
        </p:nvSpPr>
        <p:spPr>
          <a:xfrm>
            <a:off x="5029560" y="4572360"/>
            <a:ext cx="2056680" cy="456480"/>
          </a:xfrm>
          <a:prstGeom prst="roundRect">
            <a:avLst>
              <a:gd name="adj" fmla="val 16667"/>
            </a:avLst>
          </a:prstGeom>
          <a:solidFill>
            <a:srgbClr val="158466"/>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Ganache Node</a:t>
            </a:r>
            <a:endParaRPr lang="en-US" sz="1800" b="0" u="none" strike="noStrike">
              <a:solidFill>
                <a:srgbClr val="FFFFFF"/>
              </a:solidFill>
              <a:effectLst/>
              <a:uFillTx/>
              <a:latin typeface="Arial"/>
            </a:endParaRPr>
          </a:p>
        </p:txBody>
      </p:sp>
      <p:sp>
        <p:nvSpPr>
          <p:cNvPr id="316" name=""/>
          <p:cNvSpPr/>
          <p:nvPr/>
        </p:nvSpPr>
        <p:spPr>
          <a:xfrm>
            <a:off x="2743560" y="4572360"/>
            <a:ext cx="2056680" cy="456480"/>
          </a:xfrm>
          <a:prstGeom prst="roundRect">
            <a:avLst>
              <a:gd name="adj" fmla="val 16667"/>
            </a:avLst>
          </a:prstGeom>
          <a:solidFill>
            <a:srgbClr val="00A933"/>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FastAPI Backend</a:t>
            </a:r>
            <a:endParaRPr lang="en-US" sz="1800" b="0" u="none" strike="noStrike">
              <a:solidFill>
                <a:srgbClr val="FFFFFF"/>
              </a:solidFill>
              <a:effectLst/>
              <a:uFillTx/>
              <a:latin typeface="Arial"/>
            </a:endParaRPr>
          </a:p>
        </p:txBody>
      </p:sp>
      <p:sp>
        <p:nvSpPr>
          <p:cNvPr id="317" name=""/>
          <p:cNvSpPr/>
          <p:nvPr/>
        </p:nvSpPr>
        <p:spPr>
          <a:xfrm>
            <a:off x="7315560" y="5258160"/>
            <a:ext cx="2056680" cy="456480"/>
          </a:xfrm>
          <a:prstGeom prst="roundRect">
            <a:avLst>
              <a:gd name="adj" fmla="val 16667"/>
            </a:avLst>
          </a:prstGeom>
          <a:solidFill>
            <a:srgbClr val="BF0041"/>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   SQLite DB</a:t>
            </a:r>
            <a:endParaRPr lang="en-US" sz="1800" b="0" u="none" strike="noStrike">
              <a:solidFill>
                <a:srgbClr val="FFFFFF"/>
              </a:solidFill>
              <a:effectLst/>
              <a:uFillTx/>
              <a:latin typeface="Arial"/>
            </a:endParaRPr>
          </a:p>
        </p:txBody>
      </p:sp>
      <p:sp>
        <p:nvSpPr>
          <p:cNvPr id="318" name=""/>
          <p:cNvSpPr/>
          <p:nvPr/>
        </p:nvSpPr>
        <p:spPr>
          <a:xfrm>
            <a:off x="8229960" y="5029560"/>
            <a:ext cx="360" cy="22860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19" name=""/>
          <p:cNvSpPr/>
          <p:nvPr/>
        </p:nvSpPr>
        <p:spPr>
          <a:xfrm>
            <a:off x="7086960" y="4800960"/>
            <a:ext cx="228600" cy="36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20" name=""/>
          <p:cNvSpPr/>
          <p:nvPr/>
        </p:nvSpPr>
        <p:spPr>
          <a:xfrm>
            <a:off x="4800960" y="4800960"/>
            <a:ext cx="228600" cy="36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21" name=""/>
          <p:cNvSpPr/>
          <p:nvPr/>
        </p:nvSpPr>
        <p:spPr>
          <a:xfrm>
            <a:off x="2515320" y="4800960"/>
            <a:ext cx="228600" cy="36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228600" y="156240"/>
            <a:ext cx="1068912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4: AI-Based Risk Analysis Module</a:t>
            </a:r>
            <a:br>
              <a:rPr sz="3600"/>
            </a:br>
            <a:br>
              <a:rPr sz="3600"/>
            </a:br>
            <a:br>
              <a:rPr sz="3600"/>
            </a:br>
            <a:endParaRPr lang="en-US" sz="3600" b="0" u="none" strike="noStrike">
              <a:solidFill>
                <a:srgbClr val="000000"/>
              </a:solidFill>
              <a:effectLst/>
              <a:uFillTx/>
              <a:latin typeface="Arial"/>
            </a:endParaRPr>
          </a:p>
        </p:txBody>
      </p:sp>
      <p:sp>
        <p:nvSpPr>
          <p:cNvPr id="323" name="PlaceHolder 2"/>
          <p:cNvSpPr>
            <a:spLocks noGrp="1"/>
          </p:cNvSpPr>
          <p:nvPr>
            <p:ph/>
          </p:nvPr>
        </p:nvSpPr>
        <p:spPr>
          <a:xfrm>
            <a:off x="750240" y="1143000"/>
            <a:ext cx="8595360" cy="4114800"/>
          </a:xfrm>
          <a:prstGeom prst="rect">
            <a:avLst/>
          </a:prstGeom>
          <a:noFill/>
          <a:ln w="0">
            <a:noFill/>
          </a:ln>
        </p:spPr>
        <p:txBody>
          <a:bodyPr lIns="91440" tIns="45720" rIns="91440" bIns="45720" anchor="t">
            <a:normAutofit lnSpcReduction="9999"/>
          </a:bodyPr>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Monitors user behavior across all asset interactions and detects anomalous patterns.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Assigns quantitative risk scores to download, access, and license request events.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Flags high-risk users for admin review based on configurable thresholds.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Uses frequency analysis, time-of-day patterns, and unusual asset combinations.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Integrates directly with audit log for real-time event correlation and scoring.</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Risk reports and summaries accessible only to users with admin role.</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Historical access data analyzed per user and per asset for trend detection.</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Helps content creators identify potential piracy or license abuse early.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228600" y="156240"/>
            <a:ext cx="1068912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4: Implementation Details</a:t>
            </a:r>
            <a:br>
              <a:rPr sz="3600"/>
            </a:br>
            <a:br>
              <a:rPr sz="3600"/>
            </a:br>
            <a:br>
              <a:rPr sz="3600"/>
            </a:br>
            <a:endParaRPr lang="en-US" sz="3600" b="0" u="none" strike="noStrike">
              <a:solidFill>
                <a:srgbClr val="000000"/>
              </a:solidFill>
              <a:effectLst/>
              <a:uFillTx/>
              <a:latin typeface="Arial"/>
            </a:endParaRPr>
          </a:p>
        </p:txBody>
      </p:sp>
      <p:sp>
        <p:nvSpPr>
          <p:cNvPr id="325" name="PlaceHolder 2"/>
          <p:cNvSpPr>
            <a:spLocks noGrp="1"/>
          </p:cNvSpPr>
          <p:nvPr>
            <p:ph/>
          </p:nvPr>
        </p:nvSpPr>
        <p:spPr>
          <a:xfrm>
            <a:off x="750240" y="1143000"/>
            <a:ext cx="8595360" cy="4800600"/>
          </a:xfrm>
          <a:prstGeom prst="rect">
            <a:avLst/>
          </a:prstGeom>
          <a:noFill/>
          <a:ln w="0">
            <a:noFill/>
          </a:ln>
        </p:spPr>
        <p:txBody>
          <a:bodyPr lIns="91440" tIns="45720" rIns="91440" bIns="45720" anchor="t">
            <a:normAutofit fontScale="85000" lnSpcReduction="9999"/>
          </a:bodyPr>
          <a:p>
            <a:pPr marL="343080" indent="-343080" algn="l" defTabSz="457200">
              <a:lnSpc>
                <a:spcPct val="100000"/>
              </a:lnSpc>
              <a:buClr>
                <a:srgbClr val="90C226"/>
              </a:buClr>
              <a:buSzPct val="80000"/>
              <a:buFont typeface="Wingdings 3" charset="2"/>
              <a:buChar char=""/>
            </a:pPr>
            <a:r>
              <a:rPr lang="en-US" sz="1800" b="1" u="none" strike="noStrike">
                <a:solidFill>
                  <a:schemeClr val="dk1">
                    <a:lumMod val="75000"/>
                    <a:lumOff val="25000"/>
                  </a:schemeClr>
                </a:solidFill>
                <a:effectLst/>
                <a:uFillTx/>
                <a:latin typeface="Calibri"/>
              </a:rPr>
              <a:t>API Endpoints (ai_routes.py):</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GET /analytics/risk — returns per-user risk scores and flagged events.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GET /analytics/summary — aggregate stats: total events, blocked attempts, risk distribution.</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GET /analytics/user/{user_id} — detailed risk timeline for a specific user.</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1" u="none" strike="noStrike">
                <a:solidFill>
                  <a:schemeClr val="dk1">
                    <a:lumMod val="75000"/>
                    <a:lumOff val="25000"/>
                  </a:schemeClr>
                </a:solidFill>
                <a:effectLst/>
                <a:uFillTx/>
                <a:latin typeface="Calibri"/>
              </a:rPr>
              <a:t>Risk Scoring Algorithm:</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 Base score computed from: download frequency per hour, after-hours access, bulk requests.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Asset diversity score: high score if one user accesses many unrelated assets rapidly.</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License expiry probing: repeated access after license expiry raises risk flag.</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Risk levels: LOW (0–30), MEDIUM (31–60), HIGH (61–100).</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1" u="none" strike="noStrike">
                <a:solidFill>
                  <a:schemeClr val="dk1">
                    <a:lumMod val="75000"/>
                    <a:lumOff val="25000"/>
                  </a:schemeClr>
                </a:solidFill>
                <a:effectLst/>
                <a:uFillTx/>
                <a:latin typeface="Calibri"/>
              </a:rPr>
              <a:t>Database Queries: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Queries AuditLog table grouped by user_id and time windows.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Anomaly threshold configurable via SMARTDRM_RISK_THRESHOLD env variable.</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All risk computations are read-only — no modification to asset or user data.</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228600" y="156240"/>
            <a:ext cx="1068912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5: Front-end Dashboard Module</a:t>
            </a:r>
            <a:br>
              <a:rPr sz="3600"/>
            </a:br>
            <a:br>
              <a:rPr sz="3600"/>
            </a:br>
            <a:br>
              <a:rPr sz="3600"/>
            </a:br>
            <a:endParaRPr lang="en-US" sz="3600" b="0" u="none" strike="noStrike">
              <a:solidFill>
                <a:srgbClr val="000000"/>
              </a:solidFill>
              <a:effectLst/>
              <a:uFillTx/>
              <a:latin typeface="Arial"/>
            </a:endParaRPr>
          </a:p>
        </p:txBody>
      </p:sp>
      <p:sp>
        <p:nvSpPr>
          <p:cNvPr id="327" name="PlaceHolder 2"/>
          <p:cNvSpPr>
            <a:spLocks noGrp="1"/>
          </p:cNvSpPr>
          <p:nvPr>
            <p:ph/>
          </p:nvPr>
        </p:nvSpPr>
        <p:spPr>
          <a:xfrm>
            <a:off x="750240" y="1143000"/>
            <a:ext cx="8595360" cy="4800600"/>
          </a:xfrm>
          <a:prstGeom prst="rect">
            <a:avLst/>
          </a:prstGeom>
          <a:noFill/>
          <a:ln w="0">
            <a:noFill/>
          </a:ln>
        </p:spPr>
        <p:txBody>
          <a:bodyPr lIns="91440" tIns="45720" rIns="91440" bIns="45720" anchor="t">
            <a:normAutofit/>
          </a:bodyPr>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React-based single-page application for complete digital asset lifecycle management.</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Tailwind CSS provides responsive, modern UI adapting to all screen sizes.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Role-aware views: content creator interface differs from consumer interface.</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Real-time status updates via API polling for license approvals and risk alerts.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Full workflow: upload asset → request license → approve/deny → download.</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Admin dashboard integrates AI risk scores, audit logs, and blockchain status.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Drag-and-drop file upload with progress indicator and encryption confirmation.</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0" u="none" strike="noStrike">
                <a:solidFill>
                  <a:schemeClr val="dk1">
                    <a:lumMod val="75000"/>
                    <a:lumOff val="25000"/>
                  </a:schemeClr>
                </a:solidFill>
                <a:effectLst/>
                <a:uFillTx/>
                <a:latin typeface="Calibri"/>
              </a:rPr>
              <a:t>License request and approval workflow with expiry date and usage limit controls.</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228600" y="156240"/>
            <a:ext cx="1068912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5: Implementation Details</a:t>
            </a:r>
            <a:br>
              <a:rPr sz="3600"/>
            </a:br>
            <a:br>
              <a:rPr sz="3600"/>
            </a:br>
            <a:br>
              <a:rPr sz="3600"/>
            </a:br>
            <a:endParaRPr lang="en-US" sz="3600" b="0" u="none" strike="noStrike">
              <a:solidFill>
                <a:srgbClr val="000000"/>
              </a:solidFill>
              <a:effectLst/>
              <a:uFillTx/>
              <a:latin typeface="Arial"/>
            </a:endParaRPr>
          </a:p>
        </p:txBody>
      </p:sp>
      <p:sp>
        <p:nvSpPr>
          <p:cNvPr id="329" name="PlaceHolder 2"/>
          <p:cNvSpPr>
            <a:spLocks noGrp="1"/>
          </p:cNvSpPr>
          <p:nvPr>
            <p:ph/>
          </p:nvPr>
        </p:nvSpPr>
        <p:spPr>
          <a:xfrm>
            <a:off x="750240" y="1143000"/>
            <a:ext cx="8595360" cy="5257800"/>
          </a:xfrm>
          <a:prstGeom prst="rect">
            <a:avLst/>
          </a:prstGeom>
          <a:noFill/>
          <a:ln w="0">
            <a:noFill/>
          </a:ln>
        </p:spPr>
        <p:txBody>
          <a:bodyPr lIns="91440" tIns="45720" rIns="91440" bIns="45720" anchor="t">
            <a:normAutofit lnSpcReduction="9999"/>
          </a:bodyPr>
          <a:p>
            <a:pPr marL="343080" indent="-343080" algn="l" defTabSz="457200">
              <a:lnSpc>
                <a:spcPct val="100000"/>
              </a:lnSpc>
              <a:buClr>
                <a:srgbClr val="90C226"/>
              </a:buClr>
              <a:buSzPct val="80000"/>
              <a:buFont typeface="Wingdings 3" charset="2"/>
              <a:buChar char=""/>
            </a:pPr>
            <a:r>
              <a:rPr lang="en-US" sz="1800" b="1" u="none" strike="noStrike">
                <a:solidFill>
                  <a:schemeClr val="dk1">
                    <a:lumMod val="75000"/>
                    <a:lumOff val="25000"/>
                  </a:schemeClr>
                </a:solidFill>
                <a:effectLst/>
                <a:uFillTx/>
                <a:latin typeface="Calibri"/>
              </a:rPr>
              <a:t>React Components: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AssetList: displays owned and licensed assets with metadata cards.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UploadForm: drag-and-drop with mime-type validation and progress bar.</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RequestAccess: license request form with proposed terms (duration, usage limit).</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AdminPanel: approves/denies requests; shows risk dashboard and audit log.</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1" u="none" strike="noStrike">
                <a:solidFill>
                  <a:schemeClr val="dk1">
                    <a:lumMod val="75000"/>
                    <a:lumOff val="25000"/>
                  </a:schemeClr>
                </a:solidFill>
                <a:effectLst/>
                <a:uFillTx/>
                <a:latin typeface="Calibri"/>
              </a:rPr>
              <a:t>State Management &amp; API:</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Axios for all REST API calls with Bearer token injected via request interceptor.</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React useState + useEffect for component-level state and polling.</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JWT-style token stored in localStorage; cleared on logout.</a:t>
            </a:r>
            <a:endParaRPr lang="en-US" sz="1800" b="0" u="none" strike="noStrike">
              <a:solidFill>
                <a:srgbClr val="000000"/>
              </a:solidFill>
              <a:effectLst/>
              <a:uFillTx/>
              <a:latin typeface="Arial"/>
            </a:endParaRPr>
          </a:p>
          <a:p>
            <a:pPr marL="343080" indent="0" algn="l" defTabSz="457200">
              <a:lnSpc>
                <a:spcPct val="100000"/>
              </a:lnSpc>
              <a:buNone/>
            </a:pPr>
            <a:endParaRPr lang="en-US" sz="1800" b="0" u="none" strike="noStrike">
              <a:solidFill>
                <a:srgbClr val="000000"/>
              </a:solidFill>
              <a:effectLst/>
              <a:uFillTx/>
              <a:latin typeface="Arial"/>
            </a:endParaRPr>
          </a:p>
          <a:p>
            <a:pPr marL="343080" indent="-343080" algn="l" defTabSz="457200">
              <a:lnSpc>
                <a:spcPct val="100000"/>
              </a:lnSpc>
              <a:buClr>
                <a:srgbClr val="90C226"/>
              </a:buClr>
              <a:buSzPct val="80000"/>
              <a:buFont typeface="Wingdings 3" charset="2"/>
              <a:buChar char=""/>
            </a:pPr>
            <a:r>
              <a:rPr lang="en-US" sz="1800" b="1" u="none" strike="noStrike">
                <a:solidFill>
                  <a:schemeClr val="dk1">
                    <a:lumMod val="75000"/>
                    <a:lumOff val="25000"/>
                  </a:schemeClr>
                </a:solidFill>
                <a:effectLst/>
                <a:uFillTx/>
                <a:latin typeface="Calibri"/>
              </a:rPr>
              <a:t>Routing:</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React Router v6: /dashboard, /upload, /assets, /requests, /admin.</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Protected routes redirect unauthenticated users to /login.</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Calibri"/>
              </a:rPr>
              <a:t>Admin-only routes check role from decoded token before rendering.</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228600" y="156240"/>
            <a:ext cx="1234368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Screenshot: Source code</a:t>
            </a:r>
            <a:br>
              <a:rPr sz="3600"/>
            </a:br>
            <a:endParaRPr lang="en-US" sz="3600" b="0" u="none" strike="noStrike">
              <a:solidFill>
                <a:srgbClr val="000000"/>
              </a:solidFill>
              <a:effectLst/>
              <a:uFillTx/>
              <a:latin typeface="Arial"/>
            </a:endParaRPr>
          </a:p>
        </p:txBody>
      </p:sp>
      <p:pic>
        <p:nvPicPr>
          <p:cNvPr id="331" name=""/>
          <p:cNvPicPr/>
          <p:nvPr/>
        </p:nvPicPr>
        <p:blipFill>
          <a:blip r:embed="rId1"/>
          <a:stretch/>
        </p:blipFill>
        <p:spPr>
          <a:xfrm>
            <a:off x="5029200" y="3657600"/>
            <a:ext cx="4199400" cy="2963880"/>
          </a:xfrm>
          <a:prstGeom prst="rect">
            <a:avLst/>
          </a:prstGeom>
          <a:noFill/>
          <a:ln w="0">
            <a:noFill/>
          </a:ln>
        </p:spPr>
      </p:pic>
      <p:pic>
        <p:nvPicPr>
          <p:cNvPr id="332" name=""/>
          <p:cNvPicPr/>
          <p:nvPr/>
        </p:nvPicPr>
        <p:blipFill>
          <a:blip r:embed="rId2"/>
          <a:stretch/>
        </p:blipFill>
        <p:spPr>
          <a:xfrm>
            <a:off x="685800" y="3657600"/>
            <a:ext cx="4114080" cy="2971800"/>
          </a:xfrm>
          <a:prstGeom prst="rect">
            <a:avLst/>
          </a:prstGeom>
          <a:noFill/>
          <a:ln w="0">
            <a:noFill/>
          </a:ln>
        </p:spPr>
      </p:pic>
      <p:pic>
        <p:nvPicPr>
          <p:cNvPr id="333" name=""/>
          <p:cNvPicPr/>
          <p:nvPr/>
        </p:nvPicPr>
        <p:blipFill>
          <a:blip r:embed="rId3"/>
          <a:stretch/>
        </p:blipFill>
        <p:spPr>
          <a:xfrm>
            <a:off x="685800" y="903960"/>
            <a:ext cx="4114800" cy="2525040"/>
          </a:xfrm>
          <a:prstGeom prst="rect">
            <a:avLst/>
          </a:prstGeom>
          <a:noFill/>
          <a:ln w="0">
            <a:noFill/>
          </a:ln>
        </p:spPr>
      </p:pic>
      <p:pic>
        <p:nvPicPr>
          <p:cNvPr id="334" name=""/>
          <p:cNvPicPr/>
          <p:nvPr/>
        </p:nvPicPr>
        <p:blipFill>
          <a:blip r:embed="rId4"/>
          <a:stretch/>
        </p:blipFill>
        <p:spPr>
          <a:xfrm>
            <a:off x="5029200" y="914400"/>
            <a:ext cx="4114800" cy="25146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228600" y="156240"/>
            <a:ext cx="12343680" cy="5284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Screenshot: UI</a:t>
            </a:r>
            <a:br>
              <a:rPr sz="3600"/>
            </a:br>
            <a:endParaRPr lang="en-US" sz="3600" b="0" u="none" strike="noStrike">
              <a:solidFill>
                <a:srgbClr val="000000"/>
              </a:solidFill>
              <a:effectLst/>
              <a:uFillTx/>
              <a:latin typeface="Arial"/>
            </a:endParaRPr>
          </a:p>
        </p:txBody>
      </p:sp>
      <p:pic>
        <p:nvPicPr>
          <p:cNvPr id="336" name=""/>
          <p:cNvPicPr/>
          <p:nvPr/>
        </p:nvPicPr>
        <p:blipFill>
          <a:blip r:embed="rId1"/>
          <a:stretch/>
        </p:blipFill>
        <p:spPr>
          <a:xfrm>
            <a:off x="457200" y="915120"/>
            <a:ext cx="4343400" cy="2513880"/>
          </a:xfrm>
          <a:prstGeom prst="rect">
            <a:avLst/>
          </a:prstGeom>
          <a:noFill/>
          <a:ln w="0">
            <a:noFill/>
          </a:ln>
        </p:spPr>
      </p:pic>
      <p:pic>
        <p:nvPicPr>
          <p:cNvPr id="337" name=""/>
          <p:cNvPicPr/>
          <p:nvPr/>
        </p:nvPicPr>
        <p:blipFill>
          <a:blip r:embed="rId2"/>
          <a:stretch/>
        </p:blipFill>
        <p:spPr>
          <a:xfrm>
            <a:off x="457200" y="3657600"/>
            <a:ext cx="4343400" cy="2948760"/>
          </a:xfrm>
          <a:prstGeom prst="rect">
            <a:avLst/>
          </a:prstGeom>
          <a:noFill/>
          <a:ln w="0">
            <a:noFill/>
          </a:ln>
        </p:spPr>
      </p:pic>
      <p:pic>
        <p:nvPicPr>
          <p:cNvPr id="338" name=""/>
          <p:cNvPicPr/>
          <p:nvPr/>
        </p:nvPicPr>
        <p:blipFill>
          <a:blip r:embed="rId3"/>
          <a:stretch/>
        </p:blipFill>
        <p:spPr>
          <a:xfrm>
            <a:off x="5029200" y="3658320"/>
            <a:ext cx="4343400" cy="2971080"/>
          </a:xfrm>
          <a:prstGeom prst="rect">
            <a:avLst/>
          </a:prstGeom>
          <a:noFill/>
          <a:ln w="0">
            <a:noFill/>
          </a:ln>
        </p:spPr>
      </p:pic>
      <p:pic>
        <p:nvPicPr>
          <p:cNvPr id="339" name=""/>
          <p:cNvPicPr/>
          <p:nvPr/>
        </p:nvPicPr>
        <p:blipFill>
          <a:blip r:embed="rId4"/>
          <a:stretch/>
        </p:blipFill>
        <p:spPr>
          <a:xfrm>
            <a:off x="5029200" y="914400"/>
            <a:ext cx="4285440" cy="243036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74520" y="156240"/>
            <a:ext cx="8595360" cy="757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Arial"/>
            </a:endParaRPr>
          </a:p>
        </p:txBody>
      </p:sp>
      <p:sp>
        <p:nvSpPr>
          <p:cNvPr id="341" name="PlaceHolder 2"/>
          <p:cNvSpPr>
            <a:spLocks noGrp="1"/>
          </p:cNvSpPr>
          <p:nvPr>
            <p:ph/>
          </p:nvPr>
        </p:nvSpPr>
        <p:spPr>
          <a:xfrm>
            <a:off x="667080" y="914400"/>
            <a:ext cx="8595360" cy="45709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demonstrates how blockchain and artificial intelligence can be effectively integrated to build a secure, transparent, and intelligent Digital Rights Management system. By decentralizing ownership records, automating license enforcement, and introducing behavioral analysis, the system significantly improves trust and security in digital content distribution.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framework is scalable, extensible, and suitable for applications in education, digital media platforms, enterprise document management, and software licensing. Future enhancements may include integration with decentralized storage systems and advanced machine learning models for predictive piracy detection.</a:t>
            </a:r>
            <a:endParaRPr lang="en-US" sz="1800" b="0" u="none" strike="noStrike">
              <a:solidFill>
                <a:srgbClr val="000000"/>
              </a:solidFill>
              <a:effectLst/>
              <a:uFillTx/>
              <a:latin typeface="Arial"/>
            </a:endParaRPr>
          </a:p>
        </p:txBody>
      </p:sp>
      <p:sp>
        <p:nvSpPr>
          <p:cNvPr id="342" name="Cloud Callout 3"/>
          <p:cNvSpPr/>
          <p:nvPr/>
        </p:nvSpPr>
        <p:spPr>
          <a:xfrm>
            <a:off x="2656440" y="5029200"/>
            <a:ext cx="4658040" cy="1272960"/>
          </a:xfrm>
          <a:prstGeom prst="cloudCallout">
            <a:avLst>
              <a:gd name="adj1" fmla="val -20833"/>
              <a:gd name="adj2" fmla="val 62500"/>
            </a:avLst>
          </a:prstGeom>
          <a:solidFill>
            <a:schemeClr val="lt1"/>
          </a:solidFill>
          <a:ln cap="rnd" w="19080">
            <a:solidFill>
              <a:srgbClr val="90C226"/>
            </a:solidFill>
            <a:round/>
          </a:ln>
        </p:spPr>
        <p:style>
          <a:lnRef idx="0"/>
          <a:fillRef idx="0"/>
          <a:effectRef idx="0"/>
          <a:fontRef idx="minor"/>
        </p:style>
        <p:txBody>
          <a:bodyPr lIns="90000" tIns="45000" rIns="90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ea typeface="DejaVu Sans"/>
              </a:rPr>
              <a:t>THANK YOU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1352</TotalTime>
  <Application>LibreOffice/26.2.1.2$Linux_X86_64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2026-04-05T16:21:08Z</dcterms:modified>
  <cp:revision>22</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Widescreen</vt:lpwstr>
  </property>
  <property fmtid="{D5CDD505-2E9C-101B-9397-08002B2CF9AE}" pid="4" name="Slides">
    <vt:r8>13</vt:r8>
  </property>
</Properties>
</file>