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5.xml" ContentType="application/vnd.openxmlformats-officedocument.presentationml.slideMaster+xml"/>
  <Override PartName="/ppt/slideMasters/slideMaster1.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2.xml" ContentType="application/vnd.openxmlformats-officedocument.presentationml.slideMaster+xml"/>
  <Override PartName="/ppt/slideMasters/slideMaster19.xml" ContentType="application/vnd.openxmlformats-officedocument.presentationml.slideMaster+xml"/>
  <Override PartName="/ppt/presProps.xml" ContentType="application/vnd.openxmlformats-officedocument.presentationml.presProps+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21.xml" ContentType="application/vnd.openxmlformats-officedocument.theme+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3.xml" ContentType="application/vnd.openxmlformats-officedocument.presentationml.slideLayout+xml"/>
  <Override PartName="/ppt/slideLayouts/slideLayout20.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s/slide12.xml" ContentType="application/vnd.openxmlformats-officedocument.presentationml.slide+xml"/>
  <Override PartName="/ppt/slides/slide6.xml" ContentType="application/vnd.openxmlformats-officedocument.presentationml.slide+xml"/>
  <Override PartName="/ppt/slides/slide11.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notesSlides/notesSlide1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64" r:id="rId4"/>
    <p:sldMasterId id="2147483666" r:id="rId5"/>
    <p:sldMasterId id="2147483668" r:id="rId6"/>
    <p:sldMasterId id="2147483670" r:id="rId7"/>
    <p:sldMasterId id="2147483672"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15.xml"/><Relationship Id="rId5" Type="http://schemas.openxmlformats.org/officeDocument/2006/relationships/slideMaster" Target="slideMasters/slideMaster16.xml"/><Relationship Id="rId6" Type="http://schemas.openxmlformats.org/officeDocument/2006/relationships/slideMaster" Target="slideMasters/slideMaster17.xml"/><Relationship Id="rId7" Type="http://schemas.openxmlformats.org/officeDocument/2006/relationships/slideMaster" Target="slideMasters/slideMaster18.xml"/><Relationship Id="rId8" Type="http://schemas.openxmlformats.org/officeDocument/2006/relationships/slideMaster" Target="slideMasters/slideMaster19.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1.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pPr algn="ctr"/>
            <a:r>
              <a:rPr lang="en-US" sz="4400" b="0" u="none" strike="noStrike">
                <a:solidFill>
                  <a:srgbClr val="000000"/>
                </a:solidFill>
                <a:effectLst/>
                <a:uFillTx/>
                <a:latin typeface="Arial"/>
              </a:rPr>
              <a:t>Click to move the slide</a:t>
            </a:r>
            <a:endParaRPr lang="en-US" sz="4400" b="0" u="none" strike="noStrike">
              <a:solidFill>
                <a:srgbClr val="000000"/>
              </a:solidFill>
              <a:effectLst/>
              <a:uFillTx/>
              <a:latin typeface="Arial"/>
            </a:endParaRPr>
          </a:p>
        </p:txBody>
      </p:sp>
      <p:sp>
        <p:nvSpPr>
          <p:cNvPr id="361"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362"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363" name="PlaceHolder 4"/>
          <p:cNvSpPr>
            <a:spLocks noGrp="1"/>
          </p:cNvSpPr>
          <p:nvPr>
            <p:ph type="dt" idx="6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364" name="PlaceHolder 5"/>
          <p:cNvSpPr>
            <a:spLocks noGrp="1"/>
          </p:cNvSpPr>
          <p:nvPr>
            <p:ph type="ftr" idx="6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65" name="PlaceHolder 6"/>
          <p:cNvSpPr>
            <a:spLocks noGrp="1"/>
          </p:cNvSpPr>
          <p:nvPr>
            <p:ph type="sldNum" idx="6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BFDB3B60-5AF1-482D-8695-400AE4CE7621}"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sldImg"/>
          </p:nvPr>
        </p:nvSpPr>
        <p:spPr>
          <a:xfrm>
            <a:off x="380880" y="685800"/>
            <a:ext cx="6094080" cy="3427200"/>
          </a:xfrm>
          <a:prstGeom prst="rect">
            <a:avLst/>
          </a:prstGeom>
          <a:ln w="0">
            <a:noFill/>
          </a:ln>
        </p:spPr>
      </p:sp>
      <p:sp>
        <p:nvSpPr>
          <p:cNvPr id="410" name="PlaceHolder 2"/>
          <p:cNvSpPr>
            <a:spLocks noGrp="1"/>
          </p:cNvSpPr>
          <p:nvPr>
            <p:ph type="body"/>
          </p:nvPr>
        </p:nvSpPr>
        <p:spPr>
          <a:xfrm>
            <a:off x="685800" y="4343400"/>
            <a:ext cx="5484600" cy="4113000"/>
          </a:xfrm>
          <a:prstGeom prst="rect">
            <a:avLst/>
          </a:prstGeom>
          <a:noFill/>
          <a:ln w="0">
            <a:noFill/>
          </a:ln>
        </p:spPr>
        <p:txBody>
          <a:bodyPr lIns="91440" tIns="45720" rIns="91440" bIns="45720" anchor="t">
            <a:normAutofit/>
          </a:bodyPr>
          <a:p>
            <a:pPr indent="0" algn="l">
              <a:buNone/>
            </a:pPr>
            <a:endParaRPr lang="en-US" sz="1800" b="0" u="none" strike="noStrike">
              <a:solidFill>
                <a:srgbClr val="000000"/>
              </a:solidFill>
              <a:effectLst/>
              <a:uFillTx/>
              <a:latin typeface="Arial"/>
            </a:endParaRPr>
          </a:p>
        </p:txBody>
      </p:sp>
      <p:sp>
        <p:nvSpPr>
          <p:cNvPr id="411" name="PlaceHolder 3"/>
          <p:cNvSpPr>
            <a:spLocks noGrp="1"/>
          </p:cNvSpPr>
          <p:nvPr>
            <p:ph type="sldNum" idx="67"/>
          </p:nvPr>
        </p:nvSpPr>
        <p:spPr>
          <a:xfrm>
            <a:off x="3884760" y="8685360"/>
            <a:ext cx="2970000" cy="455400"/>
          </a:xfrm>
          <a:prstGeom prst="rect">
            <a:avLst/>
          </a:prstGeom>
          <a:noFill/>
          <a:ln w="0">
            <a:noFill/>
          </a:ln>
        </p:spPr>
        <p:txBody>
          <a:bodyPr lIns="91440" tIns="45720" rIns="91440" bIns="45720" anchor="b">
            <a:noAutofit/>
          </a:bodyPr>
          <a:lstStyle>
            <a:lvl1pPr indent="0" algn="r" defTabSz="457200">
              <a:lnSpc>
                <a:spcPct val="100000"/>
              </a:lnSpc>
              <a:buNone/>
              <a:tabLst>
                <a:tab pos="0" algn="l"/>
              </a:tabLst>
              <a:defRPr lang="en-US" sz="1200" b="0" u="none" strike="noStrike">
                <a:solidFill>
                  <a:schemeClr val="dk1"/>
                </a:solidFill>
                <a:effectLst/>
                <a:uFillTx/>
                <a:latin typeface="+mn-lt"/>
                <a:ea typeface="+mn-ea"/>
              </a:defRPr>
            </a:lvl1pPr>
          </a:lstStyle>
          <a:p>
            <a:pPr indent="0" algn="r" defTabSz="457200">
              <a:lnSpc>
                <a:spcPct val="100000"/>
              </a:lnSpc>
              <a:buNone/>
              <a:tabLst>
                <a:tab pos="0" algn="l"/>
              </a:tabLst>
            </a:pPr>
            <a:fld id="{5D5051CD-8467-4A02-AA33-C5ACE734734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Relationship Id="rId2" Type="http://schemas.openxmlformats.org/officeDocument/2006/relationships/image" Target="../media/image1.jpe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9.xml"/><Relationship Id="rId2" Type="http://schemas.openxmlformats.org/officeDocument/2006/relationships/image" Target="../media/image1.jpe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9.xml"/><Relationship Id="rId2" Type="http://schemas.openxmlformats.org/officeDocument/2006/relationships/image" Target="../media/image1.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29" name="PlaceHolder 1"/>
          <p:cNvSpPr>
            <a:spLocks noGrp="1"/>
          </p:cNvSpPr>
          <p:nvPr>
            <p:ph type="title"/>
          </p:nvPr>
        </p:nvSpPr>
        <p:spPr>
          <a:xfrm>
            <a:off x="677160" y="609480"/>
            <a:ext cx="8595000" cy="1319040"/>
          </a:xfrm>
          <a:prstGeom prst="rect">
            <a:avLst/>
          </a:prstGeom>
          <a:noFill/>
          <a:ln w="0">
            <a:noFill/>
          </a:ln>
        </p:spPr>
        <p:txBody>
          <a:bodyPr lIns="0" tIns="0" rIns="0" bIns="0" anchor="ctr">
            <a:spAutoFit/>
          </a:bodyPr>
          <a:p>
            <a:pPr indent="0" algn="l">
              <a:buNone/>
            </a:pPr>
            <a:endParaRPr lang="en-US" sz="4400" b="0" u="none" strike="noStrike">
              <a:solidFill>
                <a:srgbClr val="000000"/>
              </a:solidFill>
              <a:effectLst/>
              <a:uFillTx/>
              <a:latin typeface="Arial"/>
            </a:endParaRPr>
          </a:p>
        </p:txBody>
      </p:sp>
      <p:sp>
        <p:nvSpPr>
          <p:cNvPr id="30" name="PlaceHolder 2"/>
          <p:cNvSpPr>
            <a:spLocks noGrp="1"/>
          </p:cNvSpPr>
          <p:nvPr>
            <p:ph type="subTitle"/>
          </p:nvPr>
        </p:nvSpPr>
        <p:spPr>
          <a:xfrm>
            <a:off x="677160" y="2160720"/>
            <a:ext cx="8595000" cy="387900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E5E53708-8553-452D-9501-1E86954BFE69}"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 name="Group 6"/>
          <p:cNvGrpSpPr/>
          <p:nvPr/>
        </p:nvGrpSpPr>
        <p:grpSpPr>
          <a:xfrm>
            <a:off x="0" y="-8640"/>
            <a:ext cx="12190320" cy="6868080"/>
            <a:chOff x="0" y="-8640"/>
            <a:chExt cx="12190320" cy="6868080"/>
          </a:xfrm>
        </p:grpSpPr>
        <p:cxnSp>
          <p:nvCxnSpPr>
            <p:cNvPr id="32" name="Straight Connector 19"/>
            <p:cNvCxnSpPr/>
            <p:nvPr/>
          </p:nvCxnSpPr>
          <p:spPr>
            <a:xfrm>
              <a:off x="9370800" y="0"/>
              <a:ext cx="1221120" cy="6859800"/>
            </a:xfrm>
            <a:prstGeom prst="straightConnector1">
              <a:avLst/>
            </a:prstGeom>
            <a:ln cap="rnd" w="9525">
              <a:solidFill>
                <a:srgbClr val="BFBFBF"/>
              </a:solidFill>
              <a:round/>
            </a:ln>
          </p:spPr>
        </p:cxnSp>
        <p:cxnSp>
          <p:nvCxnSpPr>
            <p:cNvPr id="33"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34"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5"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6"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7"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8"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9"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0"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1"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42" name="PlaceHolder 1"/>
          <p:cNvSpPr>
            <a:spLocks noGrp="1"/>
          </p:cNvSpPr>
          <p:nvPr>
            <p:ph type="title"/>
          </p:nvPr>
        </p:nvSpPr>
        <p:spPr>
          <a:xfrm>
            <a:off x="7967520" y="609480"/>
            <a:ext cx="1302840" cy="5249520"/>
          </a:xfrm>
          <a:prstGeom prst="rect">
            <a:avLst/>
          </a:prstGeom>
          <a:noFill/>
          <a:ln w="0">
            <a:noFill/>
          </a:ln>
        </p:spPr>
        <p:txBody>
          <a:bodyPr lIns="91440" tIns="45720" rIns="91440" bIns="45720" anchor="ctr" vert="eaVe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Arial"/>
            </a:endParaRPr>
          </a:p>
        </p:txBody>
      </p:sp>
      <p:sp>
        <p:nvSpPr>
          <p:cNvPr id="43" name="PlaceHolder 2"/>
          <p:cNvSpPr>
            <a:spLocks noGrp="1"/>
          </p:cNvSpPr>
          <p:nvPr>
            <p:ph type="body"/>
          </p:nvPr>
        </p:nvSpPr>
        <p:spPr>
          <a:xfrm>
            <a:off x="677160" y="609480"/>
            <a:ext cx="7058520" cy="5249520"/>
          </a:xfrm>
          <a:prstGeom prst="rect">
            <a:avLst/>
          </a:prstGeom>
          <a:noFill/>
          <a:ln w="0">
            <a:noFill/>
          </a:ln>
        </p:spPr>
        <p:txBody>
          <a:bodyPr lIns="91440" tIns="45720" rIns="91440" bIns="45720" anchor="t" vert="eaVert">
            <a:noAutofit/>
          </a:bodyPr>
          <a:lstStyle>
            <a:lvl1pPr algn="l" defTabSz="457200">
              <a:lnSpc>
                <a:spcPct val="100000"/>
              </a:lnSpc>
              <a:spcBef>
                <a:spcPts val="1001"/>
              </a:spcBef>
              <a:buClr>
                <a:srgbClr val="90C226"/>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Arial"/>
            </a:endParaRPr>
          </a:p>
          <a:p>
            <a:pPr marL="743040" lvl="1" indent="-285840" algn="l"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Arial"/>
            </a:endParaRPr>
          </a:p>
          <a:p>
            <a:pPr marL="1143000" lvl="2" indent="-228600" algn="l"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Arial"/>
            </a:endParaRPr>
          </a:p>
          <a:p>
            <a:pPr marL="1600200" lvl="3"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Arial"/>
            </a:endParaRPr>
          </a:p>
          <a:p>
            <a:pPr marL="2057400" lvl="4"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Arial"/>
            </a:endParaRPr>
          </a:p>
        </p:txBody>
      </p:sp>
      <p:sp>
        <p:nvSpPr>
          <p:cNvPr id="44" name="PlaceHolder 3"/>
          <p:cNvSpPr>
            <a:spLocks noGrp="1"/>
          </p:cNvSpPr>
          <p:nvPr>
            <p:ph type="dt" idx="4"/>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 </a:t>
            </a:r>
            <a:endParaRPr lang="en-US" sz="900" b="0" u="none" strike="noStrike">
              <a:solidFill>
                <a:srgbClr val="000000"/>
              </a:solidFill>
              <a:effectLst/>
              <a:uFillTx/>
              <a:latin typeface="Times New Roman"/>
            </a:endParaRPr>
          </a:p>
        </p:txBody>
      </p:sp>
      <p:sp>
        <p:nvSpPr>
          <p:cNvPr id="45" name="PlaceHolder 4"/>
          <p:cNvSpPr>
            <a:spLocks noGrp="1"/>
          </p:cNvSpPr>
          <p:nvPr>
            <p:ph type="ftr" idx="5"/>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Times New Roman"/>
            </a:endParaRPr>
          </a:p>
        </p:txBody>
      </p:sp>
      <p:sp>
        <p:nvSpPr>
          <p:cNvPr id="46" name="PlaceHolder 5"/>
          <p:cNvSpPr>
            <a:spLocks noGrp="1"/>
          </p:cNvSpPr>
          <p:nvPr>
            <p:ph type="sldNum" idx="6"/>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DABA497D-8988-4528-94F9-AC840CF5EAB4}" type="slidenum">
              <a:rPr lang="en-IN" sz="900" b="0" u="none" strike="noStrike">
                <a:solidFill>
                  <a:schemeClr val="accent1"/>
                </a:solidFill>
                <a:effectLst/>
                <a:uFillTx/>
                <a:latin typeface="Trebuchet MS"/>
              </a:rPr>
              <a:t>1</a:t>
            </a:fld>
            <a:endParaRPr lang="en-US" sz="9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47" name="Group 6"/>
          <p:cNvGrpSpPr/>
          <p:nvPr/>
        </p:nvGrpSpPr>
        <p:grpSpPr>
          <a:xfrm>
            <a:off x="0" y="-8640"/>
            <a:ext cx="12190320" cy="6868080"/>
            <a:chOff x="0" y="-8640"/>
            <a:chExt cx="12190320" cy="6868080"/>
          </a:xfrm>
        </p:grpSpPr>
        <p:cxnSp>
          <p:nvCxnSpPr>
            <p:cNvPr id="48" name="Straight Connector 19"/>
            <p:cNvCxnSpPr/>
            <p:nvPr/>
          </p:nvCxnSpPr>
          <p:spPr>
            <a:xfrm>
              <a:off x="9370800" y="0"/>
              <a:ext cx="1221120" cy="6859800"/>
            </a:xfrm>
            <a:prstGeom prst="straightConnector1">
              <a:avLst/>
            </a:prstGeom>
            <a:ln cap="rnd" w="9525">
              <a:solidFill>
                <a:srgbClr val="BFBFBF"/>
              </a:solidFill>
              <a:round/>
            </a:ln>
          </p:spPr>
        </p:cxnSp>
        <p:cxnSp>
          <p:nvCxnSpPr>
            <p:cNvPr id="49"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50"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51"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52"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53"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54"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55"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56"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57"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58" name="PlaceHolder 1"/>
          <p:cNvSpPr>
            <a:spLocks noGrp="1"/>
          </p:cNvSpPr>
          <p:nvPr>
            <p:ph type="title"/>
          </p:nvPr>
        </p:nvSpPr>
        <p:spPr>
          <a:xfrm>
            <a:off x="677160" y="2700720"/>
            <a:ext cx="8595000" cy="182484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40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000" b="0" u="none" strike="noStrike">
                <a:solidFill>
                  <a:schemeClr val="accent1"/>
                </a:solidFill>
                <a:effectLst/>
                <a:uFillTx/>
                <a:latin typeface="Trebuchet MS"/>
              </a:rPr>
              <a:t>Click to edit Master title style</a:t>
            </a:r>
            <a:endParaRPr lang="en-US" sz="4000" b="0" u="none" strike="noStrike">
              <a:solidFill>
                <a:srgbClr val="000000"/>
              </a:solidFill>
              <a:effectLst/>
              <a:uFillTx/>
              <a:latin typeface="Arial"/>
            </a:endParaRPr>
          </a:p>
        </p:txBody>
      </p:sp>
      <p:sp>
        <p:nvSpPr>
          <p:cNvPr id="59" name="PlaceHolder 2"/>
          <p:cNvSpPr>
            <a:spLocks noGrp="1"/>
          </p:cNvSpPr>
          <p:nvPr>
            <p:ph type="body"/>
          </p:nvPr>
        </p:nvSpPr>
        <p:spPr>
          <a:xfrm>
            <a:off x="677160" y="4527360"/>
            <a:ext cx="8595000" cy="858600"/>
          </a:xfrm>
          <a:prstGeom prst="rect">
            <a:avLst/>
          </a:prstGeom>
          <a:noFill/>
          <a:ln w="0">
            <a:noFill/>
          </a:ln>
        </p:spPr>
        <p:txBody>
          <a:bodyPr lIns="91440" tIns="45720" rIns="91440" bIns="45720" anchor="t">
            <a:noAutofit/>
          </a:bodyPr>
          <a:lstStyle>
            <a:lvl1pPr indent="0" algn="l" defTabSz="457200">
              <a:lnSpc>
                <a:spcPct val="100000"/>
              </a:lnSpc>
              <a:spcBef>
                <a:spcPts val="1001"/>
              </a:spcBef>
              <a:buNone/>
              <a:tabLst>
                <a:tab pos="0" algn="l"/>
              </a:tabLst>
              <a:defRPr lang="en-US" sz="2000" b="0" u="none" strike="noStrike">
                <a:solidFill>
                  <a:schemeClr val="dk1">
                    <a:lumMod val="50000"/>
                    <a:lumOff val="50000"/>
                  </a:schemeClr>
                </a:solidFill>
                <a:effectLst/>
                <a:uFillTx/>
                <a:latin typeface="Trebuchet MS"/>
              </a:defRPr>
            </a:lvl1pPr>
          </a:lstStyle>
          <a:p>
            <a:pPr indent="0" algn="l" defTabSz="457200">
              <a:lnSpc>
                <a:spcPct val="100000"/>
              </a:lnSpc>
              <a:spcBef>
                <a:spcPts val="1001"/>
              </a:spcBef>
              <a:buNone/>
              <a:tabLst>
                <a:tab pos="0" algn="l"/>
              </a:tabLst>
            </a:pPr>
            <a:r>
              <a:rPr lang="en-US" sz="2000" b="0" u="none" strike="noStrike">
                <a:solidFill>
                  <a:schemeClr val="dk1">
                    <a:lumMod val="50000"/>
                    <a:lumOff val="50000"/>
                  </a:schemeClr>
                </a:solidFill>
                <a:effectLst/>
                <a:uFillTx/>
                <a:latin typeface="Trebuchet MS"/>
              </a:rPr>
              <a:t>Click to edit Master text styles</a:t>
            </a:r>
            <a:endParaRPr lang="en-US" sz="2000" b="0" u="none" strike="noStrike">
              <a:solidFill>
                <a:srgbClr val="000000"/>
              </a:solidFill>
              <a:effectLst/>
              <a:uFillTx/>
              <a:latin typeface="Arial"/>
            </a:endParaRPr>
          </a:p>
        </p:txBody>
      </p:sp>
      <p:sp>
        <p:nvSpPr>
          <p:cNvPr id="60" name="PlaceHolder 3"/>
          <p:cNvSpPr>
            <a:spLocks noGrp="1"/>
          </p:cNvSpPr>
          <p:nvPr>
            <p:ph type="dt" idx="7"/>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 </a:t>
            </a:r>
            <a:endParaRPr lang="en-US" sz="900" b="0" u="none" strike="noStrike">
              <a:solidFill>
                <a:srgbClr val="000000"/>
              </a:solidFill>
              <a:effectLst/>
              <a:uFillTx/>
              <a:latin typeface="Times New Roman"/>
            </a:endParaRPr>
          </a:p>
        </p:txBody>
      </p:sp>
      <p:sp>
        <p:nvSpPr>
          <p:cNvPr id="61" name="PlaceHolder 4"/>
          <p:cNvSpPr>
            <a:spLocks noGrp="1"/>
          </p:cNvSpPr>
          <p:nvPr>
            <p:ph type="ftr" idx="8"/>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Times New Roman"/>
            </a:endParaRPr>
          </a:p>
        </p:txBody>
      </p:sp>
      <p:sp>
        <p:nvSpPr>
          <p:cNvPr id="62" name="PlaceHolder 5"/>
          <p:cNvSpPr>
            <a:spLocks noGrp="1"/>
          </p:cNvSpPr>
          <p:nvPr>
            <p:ph type="sldNum" idx="9"/>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39B39B4D-96BD-420A-830E-731C22AEFACF}" type="slidenum">
              <a:rPr lang="en-IN" sz="900" b="0" u="none" strike="noStrike">
                <a:solidFill>
                  <a:schemeClr val="accent1"/>
                </a:solidFill>
                <a:effectLst/>
                <a:uFillTx/>
                <a:latin typeface="Trebuchet MS"/>
              </a:rPr>
              <a:t>1</a:t>
            </a:fld>
            <a:endParaRPr lang="en-US" sz="9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63" name="Group 6"/>
          <p:cNvGrpSpPr/>
          <p:nvPr/>
        </p:nvGrpSpPr>
        <p:grpSpPr>
          <a:xfrm>
            <a:off x="0" y="-8640"/>
            <a:ext cx="12190320" cy="6868080"/>
            <a:chOff x="0" y="-8640"/>
            <a:chExt cx="12190320" cy="6868080"/>
          </a:xfrm>
        </p:grpSpPr>
        <p:cxnSp>
          <p:nvCxnSpPr>
            <p:cNvPr id="64" name="Straight Connector 19"/>
            <p:cNvCxnSpPr/>
            <p:nvPr/>
          </p:nvCxnSpPr>
          <p:spPr>
            <a:xfrm>
              <a:off x="9370800" y="0"/>
              <a:ext cx="1221120" cy="6859800"/>
            </a:xfrm>
            <a:prstGeom prst="straightConnector1">
              <a:avLst/>
            </a:prstGeom>
            <a:ln cap="rnd" w="9525">
              <a:solidFill>
                <a:srgbClr val="BFBFBF"/>
              </a:solidFill>
              <a:round/>
            </a:ln>
          </p:spPr>
        </p:cxnSp>
        <p:cxnSp>
          <p:nvCxnSpPr>
            <p:cNvPr id="65"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66"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67"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68"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69"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70"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71"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72"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73"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74" name="PlaceHolder 1"/>
          <p:cNvSpPr>
            <a:spLocks noGrp="1"/>
          </p:cNvSpPr>
          <p:nvPr>
            <p:ph type="title"/>
          </p:nvPr>
        </p:nvSpPr>
        <p:spPr>
          <a:xfrm>
            <a:off x="677160" y="609480"/>
            <a:ext cx="8595000" cy="131904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Arial"/>
            </a:endParaRPr>
          </a:p>
        </p:txBody>
      </p:sp>
      <p:sp>
        <p:nvSpPr>
          <p:cNvPr id="75" name="PlaceHolder 2"/>
          <p:cNvSpPr>
            <a:spLocks noGrp="1"/>
          </p:cNvSpPr>
          <p:nvPr>
            <p:ph type="body"/>
          </p:nvPr>
        </p:nvSpPr>
        <p:spPr>
          <a:xfrm>
            <a:off x="677160" y="2160720"/>
            <a:ext cx="4182120" cy="387900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90C226"/>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Arial"/>
            </a:endParaRPr>
          </a:p>
          <a:p>
            <a:pPr marL="743040" lvl="1" indent="-285840" algn="l"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Arial"/>
            </a:endParaRPr>
          </a:p>
          <a:p>
            <a:pPr marL="1143000" lvl="2" indent="-228600" algn="l"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Arial"/>
            </a:endParaRPr>
          </a:p>
          <a:p>
            <a:pPr marL="1600200" lvl="3"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Arial"/>
            </a:endParaRPr>
          </a:p>
          <a:p>
            <a:pPr marL="2057400" lvl="4"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Arial"/>
            </a:endParaRPr>
          </a:p>
        </p:txBody>
      </p:sp>
      <p:sp>
        <p:nvSpPr>
          <p:cNvPr id="76" name="PlaceHolder 3"/>
          <p:cNvSpPr>
            <a:spLocks noGrp="1"/>
          </p:cNvSpPr>
          <p:nvPr>
            <p:ph type="body"/>
          </p:nvPr>
        </p:nvSpPr>
        <p:spPr>
          <a:xfrm>
            <a:off x="5090040" y="2160720"/>
            <a:ext cx="4182120" cy="387900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90C226"/>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Arial"/>
            </a:endParaRPr>
          </a:p>
          <a:p>
            <a:pPr marL="743040" lvl="1" indent="-285840" algn="l"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Arial"/>
            </a:endParaRPr>
          </a:p>
          <a:p>
            <a:pPr marL="1143000" lvl="2" indent="-228600" algn="l"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Arial"/>
            </a:endParaRPr>
          </a:p>
          <a:p>
            <a:pPr marL="1600200" lvl="3"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Arial"/>
            </a:endParaRPr>
          </a:p>
          <a:p>
            <a:pPr marL="2057400" lvl="4"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Arial"/>
            </a:endParaRPr>
          </a:p>
        </p:txBody>
      </p:sp>
      <p:sp>
        <p:nvSpPr>
          <p:cNvPr id="77" name="PlaceHolder 4"/>
          <p:cNvSpPr>
            <a:spLocks noGrp="1"/>
          </p:cNvSpPr>
          <p:nvPr>
            <p:ph type="dt" idx="10"/>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 </a:t>
            </a:r>
            <a:endParaRPr lang="en-US" sz="900" b="0" u="none" strike="noStrike">
              <a:solidFill>
                <a:srgbClr val="000000"/>
              </a:solidFill>
              <a:effectLst/>
              <a:uFillTx/>
              <a:latin typeface="Times New Roman"/>
            </a:endParaRPr>
          </a:p>
        </p:txBody>
      </p:sp>
      <p:sp>
        <p:nvSpPr>
          <p:cNvPr id="78" name="PlaceHolder 5"/>
          <p:cNvSpPr>
            <a:spLocks noGrp="1"/>
          </p:cNvSpPr>
          <p:nvPr>
            <p:ph type="ftr" idx="11"/>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Times New Roman"/>
            </a:endParaRPr>
          </a:p>
        </p:txBody>
      </p:sp>
      <p:sp>
        <p:nvSpPr>
          <p:cNvPr id="79" name="PlaceHolder 6"/>
          <p:cNvSpPr>
            <a:spLocks noGrp="1"/>
          </p:cNvSpPr>
          <p:nvPr>
            <p:ph type="sldNum" idx="12"/>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468B7B1B-F9CC-4AC3-8EE3-A0AA9C2C3C61}" type="slidenum">
              <a:rPr lang="en-IN" sz="900" b="0" u="none" strike="noStrike">
                <a:solidFill>
                  <a:schemeClr val="accent1"/>
                </a:solidFill>
                <a:effectLst/>
                <a:uFillTx/>
                <a:latin typeface="Trebuchet MS"/>
              </a:rPr>
              <a:t>1</a:t>
            </a:fld>
            <a:endParaRPr lang="en-US" sz="9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80" name="Group 6"/>
          <p:cNvGrpSpPr/>
          <p:nvPr/>
        </p:nvGrpSpPr>
        <p:grpSpPr>
          <a:xfrm>
            <a:off x="0" y="-8640"/>
            <a:ext cx="12190320" cy="6868080"/>
            <a:chOff x="0" y="-8640"/>
            <a:chExt cx="12190320" cy="6868080"/>
          </a:xfrm>
        </p:grpSpPr>
        <p:cxnSp>
          <p:nvCxnSpPr>
            <p:cNvPr id="81" name="Straight Connector 19"/>
            <p:cNvCxnSpPr/>
            <p:nvPr/>
          </p:nvCxnSpPr>
          <p:spPr>
            <a:xfrm>
              <a:off x="9370800" y="0"/>
              <a:ext cx="1221120" cy="6859800"/>
            </a:xfrm>
            <a:prstGeom prst="straightConnector1">
              <a:avLst/>
            </a:prstGeom>
            <a:ln cap="rnd" w="9525">
              <a:solidFill>
                <a:srgbClr val="BFBFBF"/>
              </a:solidFill>
              <a:round/>
            </a:ln>
          </p:spPr>
        </p:cxnSp>
        <p:cxnSp>
          <p:nvCxnSpPr>
            <p:cNvPr id="82"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83"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84"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85"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86"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87"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88"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89"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90"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91" name="PlaceHolder 1"/>
          <p:cNvSpPr>
            <a:spLocks noGrp="1"/>
          </p:cNvSpPr>
          <p:nvPr>
            <p:ph type="title"/>
          </p:nvPr>
        </p:nvSpPr>
        <p:spPr>
          <a:xfrm>
            <a:off x="677160" y="609480"/>
            <a:ext cx="8595000" cy="131904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Arial"/>
            </a:endParaRPr>
          </a:p>
        </p:txBody>
      </p:sp>
      <p:sp>
        <p:nvSpPr>
          <p:cNvPr id="92" name="PlaceHolder 2"/>
          <p:cNvSpPr>
            <a:spLocks noGrp="1"/>
          </p:cNvSpPr>
          <p:nvPr>
            <p:ph type="body"/>
          </p:nvPr>
        </p:nvSpPr>
        <p:spPr>
          <a:xfrm>
            <a:off x="675720" y="2161080"/>
            <a:ext cx="4183920" cy="574560"/>
          </a:xfrm>
          <a:prstGeom prst="rect">
            <a:avLst/>
          </a:prstGeom>
          <a:noFill/>
          <a:ln w="0">
            <a:noFill/>
          </a:ln>
        </p:spPr>
        <p:txBody>
          <a:bodyPr lIns="91440" tIns="45720" rIns="91440" bIns="45720" anchor="b">
            <a:noAutofit/>
          </a:bodyPr>
          <a:lstStyle>
            <a:lvl1pPr indent="0" algn="l" defTabSz="457200">
              <a:lnSpc>
                <a:spcPct val="100000"/>
              </a:lnSpc>
              <a:spcBef>
                <a:spcPts val="1001"/>
              </a:spcBef>
              <a:buNone/>
              <a:tabLst>
                <a:tab pos="0" algn="l"/>
              </a:tabLst>
              <a:defRPr lang="en-US" sz="24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Arial"/>
            </a:endParaRPr>
          </a:p>
        </p:txBody>
      </p:sp>
      <p:sp>
        <p:nvSpPr>
          <p:cNvPr id="93" name="PlaceHolder 3"/>
          <p:cNvSpPr>
            <a:spLocks noGrp="1"/>
          </p:cNvSpPr>
          <p:nvPr>
            <p:ph type="body"/>
          </p:nvPr>
        </p:nvSpPr>
        <p:spPr>
          <a:xfrm>
            <a:off x="675720" y="2737080"/>
            <a:ext cx="4183920" cy="3302280"/>
          </a:xfrm>
          <a:prstGeom prst="rect">
            <a:avLst/>
          </a:prstGeom>
          <a:noFill/>
          <a:ln w="0">
            <a:noFill/>
          </a:ln>
        </p:spPr>
        <p:txBody>
          <a:bodyPr lIns="91440" tIns="45720" rIns="91440" bIns="45720" anchor="t">
            <a:normAutofit/>
          </a:bodyPr>
          <a:lstStyle>
            <a:lvl1pPr algn="l" defTabSz="457200">
              <a:lnSpc>
                <a:spcPct val="100000"/>
              </a:lnSpc>
              <a:spcBef>
                <a:spcPts val="1001"/>
              </a:spcBef>
              <a:buClr>
                <a:srgbClr val="90C226"/>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Arial"/>
            </a:endParaRPr>
          </a:p>
          <a:p>
            <a:pPr marL="743040" lvl="1" indent="-285840" algn="l"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Arial"/>
            </a:endParaRPr>
          </a:p>
          <a:p>
            <a:pPr marL="1143000" lvl="2" indent="-228600" algn="l"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Arial"/>
            </a:endParaRPr>
          </a:p>
          <a:p>
            <a:pPr marL="1600200" lvl="3"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Arial"/>
            </a:endParaRPr>
          </a:p>
          <a:p>
            <a:pPr marL="2057400" lvl="4"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Arial"/>
            </a:endParaRPr>
          </a:p>
        </p:txBody>
      </p:sp>
      <p:sp>
        <p:nvSpPr>
          <p:cNvPr id="94" name="PlaceHolder 4"/>
          <p:cNvSpPr>
            <a:spLocks noGrp="1"/>
          </p:cNvSpPr>
          <p:nvPr>
            <p:ph type="body"/>
          </p:nvPr>
        </p:nvSpPr>
        <p:spPr>
          <a:xfrm>
            <a:off x="5088240" y="2161080"/>
            <a:ext cx="4183920" cy="574560"/>
          </a:xfrm>
          <a:prstGeom prst="rect">
            <a:avLst/>
          </a:prstGeom>
          <a:noFill/>
          <a:ln w="0">
            <a:noFill/>
          </a:ln>
        </p:spPr>
        <p:txBody>
          <a:bodyPr lIns="91440" tIns="45720" rIns="91440" bIns="45720" anchor="b">
            <a:noAutofit/>
          </a:bodyPr>
          <a:lstStyle>
            <a:lvl1pPr indent="0" algn="l" defTabSz="457200">
              <a:lnSpc>
                <a:spcPct val="100000"/>
              </a:lnSpc>
              <a:spcBef>
                <a:spcPts val="1001"/>
              </a:spcBef>
              <a:buNone/>
              <a:tabLst>
                <a:tab pos="0" algn="l"/>
              </a:tabLst>
              <a:defRPr lang="en-US" sz="24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Arial"/>
            </a:endParaRPr>
          </a:p>
        </p:txBody>
      </p:sp>
      <p:sp>
        <p:nvSpPr>
          <p:cNvPr id="95" name="PlaceHolder 5"/>
          <p:cNvSpPr>
            <a:spLocks noGrp="1"/>
          </p:cNvSpPr>
          <p:nvPr>
            <p:ph type="body"/>
          </p:nvPr>
        </p:nvSpPr>
        <p:spPr>
          <a:xfrm>
            <a:off x="5088240" y="2737080"/>
            <a:ext cx="4183920" cy="3302280"/>
          </a:xfrm>
          <a:prstGeom prst="rect">
            <a:avLst/>
          </a:prstGeom>
          <a:noFill/>
          <a:ln w="0">
            <a:noFill/>
          </a:ln>
        </p:spPr>
        <p:txBody>
          <a:bodyPr lIns="91440" tIns="45720" rIns="91440" bIns="45720" anchor="t">
            <a:normAutofit/>
          </a:bodyPr>
          <a:lstStyle>
            <a:lvl1pPr algn="l" defTabSz="457200">
              <a:lnSpc>
                <a:spcPct val="100000"/>
              </a:lnSpc>
              <a:spcBef>
                <a:spcPts val="1001"/>
              </a:spcBef>
              <a:buClr>
                <a:srgbClr val="90C226"/>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Arial"/>
            </a:endParaRPr>
          </a:p>
          <a:p>
            <a:pPr marL="743040" lvl="1" indent="-285840" algn="l"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Arial"/>
            </a:endParaRPr>
          </a:p>
          <a:p>
            <a:pPr marL="1143000" lvl="2" indent="-228600" algn="l"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Arial"/>
            </a:endParaRPr>
          </a:p>
          <a:p>
            <a:pPr marL="1600200" lvl="3"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Arial"/>
            </a:endParaRPr>
          </a:p>
          <a:p>
            <a:pPr marL="2057400" lvl="4"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Arial"/>
            </a:endParaRPr>
          </a:p>
        </p:txBody>
      </p:sp>
      <p:sp>
        <p:nvSpPr>
          <p:cNvPr id="96" name="PlaceHolder 6"/>
          <p:cNvSpPr>
            <a:spLocks noGrp="1"/>
          </p:cNvSpPr>
          <p:nvPr>
            <p:ph type="dt" idx="13"/>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97" name="PlaceHolder 7"/>
          <p:cNvSpPr>
            <a:spLocks noGrp="1"/>
          </p:cNvSpPr>
          <p:nvPr>
            <p:ph type="ftr" idx="14"/>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98" name="PlaceHolder 8"/>
          <p:cNvSpPr>
            <a:spLocks noGrp="1"/>
          </p:cNvSpPr>
          <p:nvPr>
            <p:ph type="sldNum" idx="15"/>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BC15E5A8-9BD3-4893-A0D4-9D62A546CF62}"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99" name="Group 6"/>
          <p:cNvGrpSpPr/>
          <p:nvPr/>
        </p:nvGrpSpPr>
        <p:grpSpPr>
          <a:xfrm>
            <a:off x="0" y="-8640"/>
            <a:ext cx="12190320" cy="6868080"/>
            <a:chOff x="0" y="-8640"/>
            <a:chExt cx="12190320" cy="6868080"/>
          </a:xfrm>
        </p:grpSpPr>
        <p:cxnSp>
          <p:nvCxnSpPr>
            <p:cNvPr id="100" name="Straight Connector 19"/>
            <p:cNvCxnSpPr/>
            <p:nvPr/>
          </p:nvCxnSpPr>
          <p:spPr>
            <a:xfrm>
              <a:off x="9370800" y="0"/>
              <a:ext cx="1221120" cy="6859800"/>
            </a:xfrm>
            <a:prstGeom prst="straightConnector1">
              <a:avLst/>
            </a:prstGeom>
            <a:ln cap="rnd" w="9525">
              <a:solidFill>
                <a:srgbClr val="BFBFBF"/>
              </a:solidFill>
              <a:round/>
            </a:ln>
          </p:spPr>
        </p:cxnSp>
        <p:cxnSp>
          <p:nvCxnSpPr>
            <p:cNvPr id="101"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102"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03"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04"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05"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06"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07"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08"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09"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110" name="PlaceHolder 1"/>
          <p:cNvSpPr>
            <a:spLocks noGrp="1"/>
          </p:cNvSpPr>
          <p:nvPr>
            <p:ph type="title"/>
          </p:nvPr>
        </p:nvSpPr>
        <p:spPr>
          <a:xfrm>
            <a:off x="677160" y="609480"/>
            <a:ext cx="8595000" cy="131904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Arial"/>
            </a:endParaRPr>
          </a:p>
        </p:txBody>
      </p:sp>
      <p:sp>
        <p:nvSpPr>
          <p:cNvPr id="111" name="PlaceHolder 2"/>
          <p:cNvSpPr>
            <a:spLocks noGrp="1"/>
          </p:cNvSpPr>
          <p:nvPr>
            <p:ph type="dt" idx="16"/>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112" name="PlaceHolder 3"/>
          <p:cNvSpPr>
            <a:spLocks noGrp="1"/>
          </p:cNvSpPr>
          <p:nvPr>
            <p:ph type="ftr" idx="17"/>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113" name="PlaceHolder 4"/>
          <p:cNvSpPr>
            <a:spLocks noGrp="1"/>
          </p:cNvSpPr>
          <p:nvPr>
            <p:ph type="sldNum" idx="18"/>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025461E8-FF28-40F5-8CD2-9E4355CE82C4}"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14" name="Group 6"/>
          <p:cNvGrpSpPr/>
          <p:nvPr/>
        </p:nvGrpSpPr>
        <p:grpSpPr>
          <a:xfrm>
            <a:off x="0" y="-8640"/>
            <a:ext cx="12190320" cy="6868080"/>
            <a:chOff x="0" y="-8640"/>
            <a:chExt cx="12190320" cy="6868080"/>
          </a:xfrm>
        </p:grpSpPr>
        <p:cxnSp>
          <p:nvCxnSpPr>
            <p:cNvPr id="115" name="Straight Connector 19"/>
            <p:cNvCxnSpPr/>
            <p:nvPr/>
          </p:nvCxnSpPr>
          <p:spPr>
            <a:xfrm>
              <a:off x="9370800" y="0"/>
              <a:ext cx="1221120" cy="6859800"/>
            </a:xfrm>
            <a:prstGeom prst="straightConnector1">
              <a:avLst/>
            </a:prstGeom>
            <a:ln cap="rnd" w="9525">
              <a:solidFill>
                <a:srgbClr val="BFBFBF"/>
              </a:solidFill>
              <a:round/>
            </a:ln>
          </p:spPr>
        </p:cxnSp>
        <p:cxnSp>
          <p:nvCxnSpPr>
            <p:cNvPr id="116"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117"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18"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19"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20"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21"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22"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23"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24"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125" name="PlaceHolder 1"/>
          <p:cNvSpPr>
            <a:spLocks noGrp="1"/>
          </p:cNvSpPr>
          <p:nvPr>
            <p:ph type="title"/>
          </p:nvPr>
        </p:nvSpPr>
        <p:spPr>
          <a:xfrm>
            <a:off x="677160" y="1498680"/>
            <a:ext cx="3852720" cy="1276560"/>
          </a:xfrm>
          <a:prstGeom prst="rect">
            <a:avLst/>
          </a:prstGeom>
          <a:noFill/>
          <a:ln w="0">
            <a:noFill/>
          </a:ln>
        </p:spPr>
        <p:txBody>
          <a:bodyPr lIns="91440" tIns="45720" rIns="91440" bIns="45720" anchor="b">
            <a:normAutofit/>
          </a:bodyPr>
          <a:lstStyle>
            <a:lvl1pPr indent="0" algn="l" defTabSz="457200">
              <a:lnSpc>
                <a:spcPct val="100000"/>
              </a:lnSpc>
              <a:buNone/>
              <a:tabLst>
                <a:tab pos="0" algn="l"/>
              </a:tabLst>
              <a:defRPr lang="en-US" sz="2000" b="0" u="none" strike="noStrike">
                <a:solidFill>
                  <a:schemeClr val="accent1"/>
                </a:solidFill>
                <a:effectLst/>
                <a:uFillTx/>
                <a:latin typeface="Trebuchet MS"/>
              </a:defRPr>
            </a:lvl1pPr>
          </a:lstStyle>
          <a:p>
            <a:pPr indent="0" algn="l" defTabSz="457200">
              <a:lnSpc>
                <a:spcPct val="100000"/>
              </a:lnSpc>
              <a:buNone/>
              <a:tabLst>
                <a:tab pos="0" algn="l"/>
              </a:tabLst>
            </a:pPr>
            <a:r>
              <a:rPr lang="en-US" sz="2000" b="0" u="none" strike="noStrike">
                <a:solidFill>
                  <a:schemeClr val="accent1"/>
                </a:solidFill>
                <a:effectLst/>
                <a:uFillTx/>
                <a:latin typeface="Trebuchet MS"/>
              </a:rPr>
              <a:t>Click to edit Master title style</a:t>
            </a:r>
            <a:endParaRPr lang="en-US" sz="2000" b="0" u="none" strike="noStrike">
              <a:solidFill>
                <a:srgbClr val="000000"/>
              </a:solidFill>
              <a:effectLst/>
              <a:uFillTx/>
              <a:latin typeface="Arial"/>
            </a:endParaRPr>
          </a:p>
        </p:txBody>
      </p:sp>
      <p:sp>
        <p:nvSpPr>
          <p:cNvPr id="126" name="PlaceHolder 2"/>
          <p:cNvSpPr>
            <a:spLocks noGrp="1"/>
          </p:cNvSpPr>
          <p:nvPr>
            <p:ph type="body"/>
          </p:nvPr>
        </p:nvSpPr>
        <p:spPr>
          <a:xfrm>
            <a:off x="4760640" y="514800"/>
            <a:ext cx="4511880" cy="5524560"/>
          </a:xfrm>
          <a:prstGeom prst="rect">
            <a:avLst/>
          </a:prstGeom>
          <a:noFill/>
          <a:ln w="0">
            <a:noFill/>
          </a:ln>
        </p:spPr>
        <p:txBody>
          <a:bodyPr lIns="91440" tIns="45720" rIns="91440" bIns="45720" anchor="t">
            <a:normAutofit/>
          </a:bodyPr>
          <a:lstStyle>
            <a:lvl1pPr algn="l" defTabSz="457200">
              <a:lnSpc>
                <a:spcPct val="100000"/>
              </a:lnSpc>
              <a:spcBef>
                <a:spcPts val="1001"/>
              </a:spcBef>
              <a:buClr>
                <a:srgbClr val="90C226"/>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Arial"/>
            </a:endParaRPr>
          </a:p>
          <a:p>
            <a:pPr marL="743040" lvl="1" indent="-285840" algn="l"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Arial"/>
            </a:endParaRPr>
          </a:p>
          <a:p>
            <a:pPr marL="1143000" lvl="2" indent="-228600" algn="l"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Arial"/>
            </a:endParaRPr>
          </a:p>
          <a:p>
            <a:pPr marL="1600200" lvl="3"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Arial"/>
            </a:endParaRPr>
          </a:p>
          <a:p>
            <a:pPr marL="2057400" lvl="4"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Arial"/>
            </a:endParaRPr>
          </a:p>
        </p:txBody>
      </p:sp>
      <p:sp>
        <p:nvSpPr>
          <p:cNvPr id="127" name="PlaceHolder 3"/>
          <p:cNvSpPr>
            <a:spLocks noGrp="1"/>
          </p:cNvSpPr>
          <p:nvPr>
            <p:ph type="body"/>
          </p:nvPr>
        </p:nvSpPr>
        <p:spPr>
          <a:xfrm>
            <a:off x="677160" y="2777040"/>
            <a:ext cx="3852720" cy="258264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en-US" sz="14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1400" b="0" u="none" strike="noStrike">
                <a:solidFill>
                  <a:schemeClr val="dk1">
                    <a:lumMod val="75000"/>
                    <a:lumOff val="25000"/>
                  </a:schemeClr>
                </a:solidFill>
                <a:effectLst/>
                <a:uFillTx/>
                <a:latin typeface="Trebuchet MS"/>
              </a:rPr>
              <a:t>Click to edit Master text styles</a:t>
            </a:r>
            <a:endParaRPr lang="en-US" sz="1400" b="0" u="none" strike="noStrike">
              <a:solidFill>
                <a:srgbClr val="000000"/>
              </a:solidFill>
              <a:effectLst/>
              <a:uFillTx/>
              <a:latin typeface="Arial"/>
            </a:endParaRPr>
          </a:p>
        </p:txBody>
      </p:sp>
      <p:sp>
        <p:nvSpPr>
          <p:cNvPr id="128" name="PlaceHolder 4"/>
          <p:cNvSpPr>
            <a:spLocks noGrp="1"/>
          </p:cNvSpPr>
          <p:nvPr>
            <p:ph type="dt" idx="19"/>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129" name="PlaceHolder 5"/>
          <p:cNvSpPr>
            <a:spLocks noGrp="1"/>
          </p:cNvSpPr>
          <p:nvPr>
            <p:ph type="ftr" idx="20"/>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130" name="PlaceHolder 6"/>
          <p:cNvSpPr>
            <a:spLocks noGrp="1"/>
          </p:cNvSpPr>
          <p:nvPr>
            <p:ph type="sldNum" idx="21"/>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4A6A89CC-CEEF-414E-8129-4EFE3683E0C7}"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31" name="Group 6"/>
          <p:cNvGrpSpPr/>
          <p:nvPr/>
        </p:nvGrpSpPr>
        <p:grpSpPr>
          <a:xfrm>
            <a:off x="0" y="-8640"/>
            <a:ext cx="12190320" cy="6868080"/>
            <a:chOff x="0" y="-8640"/>
            <a:chExt cx="12190320" cy="6868080"/>
          </a:xfrm>
        </p:grpSpPr>
        <p:cxnSp>
          <p:nvCxnSpPr>
            <p:cNvPr id="132" name="Straight Connector 19"/>
            <p:cNvCxnSpPr/>
            <p:nvPr/>
          </p:nvCxnSpPr>
          <p:spPr>
            <a:xfrm>
              <a:off x="9370800" y="0"/>
              <a:ext cx="1221120" cy="6859800"/>
            </a:xfrm>
            <a:prstGeom prst="straightConnector1">
              <a:avLst/>
            </a:prstGeom>
            <a:ln cap="rnd" w="9525">
              <a:solidFill>
                <a:srgbClr val="BFBFBF"/>
              </a:solidFill>
              <a:round/>
            </a:ln>
          </p:spPr>
        </p:cxnSp>
        <p:cxnSp>
          <p:nvCxnSpPr>
            <p:cNvPr id="133"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134"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35"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36"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37"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38"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39"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40"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41"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142" name="PlaceHolder 1"/>
          <p:cNvSpPr>
            <a:spLocks noGrp="1"/>
          </p:cNvSpPr>
          <p:nvPr>
            <p:ph type="title"/>
          </p:nvPr>
        </p:nvSpPr>
        <p:spPr>
          <a:xfrm>
            <a:off x="677160" y="4800600"/>
            <a:ext cx="8595000" cy="564840"/>
          </a:xfrm>
          <a:prstGeom prst="rect">
            <a:avLst/>
          </a:prstGeom>
          <a:noFill/>
          <a:ln w="0">
            <a:noFill/>
          </a:ln>
        </p:spPr>
        <p:txBody>
          <a:bodyPr lIns="91440" tIns="45720" rIns="91440" bIns="45720" anchor="b">
            <a:normAutofit/>
          </a:bodyPr>
          <a:lstStyle>
            <a:lvl1pPr indent="0" algn="l" defTabSz="457200">
              <a:lnSpc>
                <a:spcPct val="100000"/>
              </a:lnSpc>
              <a:buNone/>
              <a:tabLst>
                <a:tab pos="0" algn="l"/>
              </a:tabLst>
              <a:defRPr lang="en-US" sz="2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2400" b="0" u="none" strike="noStrike">
                <a:solidFill>
                  <a:schemeClr val="accent1"/>
                </a:solidFill>
                <a:effectLst/>
                <a:uFillTx/>
                <a:latin typeface="Trebuchet MS"/>
              </a:rPr>
              <a:t>Click to edit Master title style</a:t>
            </a:r>
            <a:endParaRPr lang="en-US" sz="2400" b="0" u="none" strike="noStrike">
              <a:solidFill>
                <a:srgbClr val="000000"/>
              </a:solidFill>
              <a:effectLst/>
              <a:uFillTx/>
              <a:latin typeface="Arial"/>
            </a:endParaRPr>
          </a:p>
        </p:txBody>
      </p:sp>
      <p:sp>
        <p:nvSpPr>
          <p:cNvPr id="143" name="PlaceHolder 2"/>
          <p:cNvSpPr>
            <a:spLocks noGrp="1"/>
          </p:cNvSpPr>
          <p:nvPr>
            <p:ph type="body"/>
          </p:nvPr>
        </p:nvSpPr>
        <p:spPr>
          <a:xfrm>
            <a:off x="677160" y="609480"/>
            <a:ext cx="8595000" cy="3844080"/>
          </a:xfrm>
          <a:prstGeom prst="rect">
            <a:avLst/>
          </a:prstGeom>
          <a:noFill/>
          <a:ln w="0">
            <a:noFill/>
          </a:ln>
        </p:spPr>
        <p:txBody>
          <a:bodyPr lIns="90000" tIns="45000" rIns="90000" bIns="45000" anchor="t">
            <a:normAutofit/>
          </a:bodyPr>
          <a:lstStyle>
            <a:lvl1pPr indent="0" algn="ctr" defTabSz="457200">
              <a:lnSpc>
                <a:spcPct val="100000"/>
              </a:lnSpc>
              <a:buNone/>
              <a:tabLst>
                <a:tab pos="0" algn="l"/>
              </a:tabLst>
              <a:defRPr lang="en-US" sz="1600" b="0" u="none" strike="noStrike">
                <a:solidFill>
                  <a:schemeClr val="dk1"/>
                </a:solidFill>
                <a:effectLst/>
                <a:uFillTx/>
                <a:latin typeface="Trebuchet MS"/>
              </a:defRPr>
            </a:lvl1pPr>
          </a:lstStyle>
          <a:p>
            <a:pPr indent="0" algn="ctr" defTabSz="457200">
              <a:lnSpc>
                <a:spcPct val="100000"/>
              </a:lnSpc>
              <a:buNone/>
              <a:tabLst>
                <a:tab pos="0" algn="l"/>
              </a:tabLst>
            </a:pPr>
            <a:r>
              <a:rPr lang="en-US" sz="1600" b="0" u="none" strike="noStrike">
                <a:solidFill>
                  <a:schemeClr val="dk1"/>
                </a:solidFill>
                <a:effectLst/>
                <a:uFillTx/>
                <a:latin typeface="Trebuchet MS"/>
              </a:rPr>
              <a:t>Click icon to add picture</a:t>
            </a:r>
            <a:endParaRPr lang="en-US" sz="1600" b="0" u="none" strike="noStrike">
              <a:solidFill>
                <a:srgbClr val="000000"/>
              </a:solidFill>
              <a:effectLst/>
              <a:uFillTx/>
              <a:latin typeface="Arial"/>
            </a:endParaRPr>
          </a:p>
        </p:txBody>
      </p:sp>
      <p:sp>
        <p:nvSpPr>
          <p:cNvPr id="144" name="PlaceHolder 3"/>
          <p:cNvSpPr>
            <a:spLocks noGrp="1"/>
          </p:cNvSpPr>
          <p:nvPr>
            <p:ph type="body"/>
          </p:nvPr>
        </p:nvSpPr>
        <p:spPr>
          <a:xfrm>
            <a:off x="677160" y="5367240"/>
            <a:ext cx="8595000" cy="67212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en-US" sz="12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1200" b="0" u="none" strike="noStrike">
                <a:solidFill>
                  <a:schemeClr val="dk1">
                    <a:lumMod val="75000"/>
                    <a:lumOff val="25000"/>
                  </a:schemeClr>
                </a:solidFill>
                <a:effectLst/>
                <a:uFillTx/>
                <a:latin typeface="Trebuchet MS"/>
              </a:rPr>
              <a:t>Click to edit Master text styles</a:t>
            </a:r>
            <a:endParaRPr lang="en-US" sz="1200" b="0" u="none" strike="noStrike">
              <a:solidFill>
                <a:srgbClr val="000000"/>
              </a:solidFill>
              <a:effectLst/>
              <a:uFillTx/>
              <a:latin typeface="Arial"/>
            </a:endParaRPr>
          </a:p>
        </p:txBody>
      </p:sp>
      <p:sp>
        <p:nvSpPr>
          <p:cNvPr id="145" name="PlaceHolder 4"/>
          <p:cNvSpPr>
            <a:spLocks noGrp="1"/>
          </p:cNvSpPr>
          <p:nvPr>
            <p:ph type="dt" idx="22"/>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146" name="PlaceHolder 5"/>
          <p:cNvSpPr>
            <a:spLocks noGrp="1"/>
          </p:cNvSpPr>
          <p:nvPr>
            <p:ph type="ftr" idx="23"/>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147" name="PlaceHolder 6"/>
          <p:cNvSpPr>
            <a:spLocks noGrp="1"/>
          </p:cNvSpPr>
          <p:nvPr>
            <p:ph type="sldNum" idx="24"/>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D600F190-317A-4BCF-B630-D91280C2B92F}"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48" name="Group 6"/>
          <p:cNvGrpSpPr/>
          <p:nvPr/>
        </p:nvGrpSpPr>
        <p:grpSpPr>
          <a:xfrm>
            <a:off x="0" y="-8640"/>
            <a:ext cx="12190320" cy="6868080"/>
            <a:chOff x="0" y="-8640"/>
            <a:chExt cx="12190320" cy="6868080"/>
          </a:xfrm>
        </p:grpSpPr>
        <p:cxnSp>
          <p:nvCxnSpPr>
            <p:cNvPr id="149" name="Straight Connector 19"/>
            <p:cNvCxnSpPr/>
            <p:nvPr/>
          </p:nvCxnSpPr>
          <p:spPr>
            <a:xfrm>
              <a:off x="9370800" y="0"/>
              <a:ext cx="1221120" cy="6859800"/>
            </a:xfrm>
            <a:prstGeom prst="straightConnector1">
              <a:avLst/>
            </a:prstGeom>
            <a:ln cap="rnd" w="9525">
              <a:solidFill>
                <a:srgbClr val="BFBFBF"/>
              </a:solidFill>
              <a:round/>
            </a:ln>
          </p:spPr>
        </p:cxnSp>
        <p:cxnSp>
          <p:nvCxnSpPr>
            <p:cNvPr id="150"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151"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52"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53"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54"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55"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56"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57"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58"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159" name="PlaceHolder 1"/>
          <p:cNvSpPr>
            <a:spLocks noGrp="1"/>
          </p:cNvSpPr>
          <p:nvPr>
            <p:ph type="title"/>
          </p:nvPr>
        </p:nvSpPr>
        <p:spPr>
          <a:xfrm>
            <a:off x="677160" y="609480"/>
            <a:ext cx="8595000" cy="3401640"/>
          </a:xfrm>
          <a:prstGeom prst="rect">
            <a:avLst/>
          </a:prstGeom>
          <a:noFill/>
          <a:ln w="0">
            <a:noFill/>
          </a:ln>
        </p:spPr>
        <p:txBody>
          <a:bodyPr lIns="91440" tIns="45720" rIns="91440" bIns="45720" anchor="ctr">
            <a:normAutofit/>
          </a:bodyPr>
          <a:lstStyle>
            <a:lvl1pPr indent="0" algn="l" defTabSz="457200">
              <a:lnSpc>
                <a:spcPct val="100000"/>
              </a:lnSpc>
              <a:buNone/>
              <a:tabLst>
                <a:tab pos="0" algn="l"/>
              </a:tabLst>
              <a:defRPr lang="en-US" sz="4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Arial"/>
            </a:endParaRPr>
          </a:p>
        </p:txBody>
      </p:sp>
      <p:sp>
        <p:nvSpPr>
          <p:cNvPr id="160" name="PlaceHolder 2"/>
          <p:cNvSpPr>
            <a:spLocks noGrp="1"/>
          </p:cNvSpPr>
          <p:nvPr>
            <p:ph type="body"/>
          </p:nvPr>
        </p:nvSpPr>
        <p:spPr>
          <a:xfrm>
            <a:off x="677160" y="4470480"/>
            <a:ext cx="8595000" cy="1569240"/>
          </a:xfrm>
          <a:prstGeom prst="rect">
            <a:avLst/>
          </a:prstGeom>
          <a:noFill/>
          <a:ln w="0">
            <a:noFill/>
          </a:ln>
        </p:spPr>
        <p:txBody>
          <a:bodyPr lIns="91440" tIns="45720" rIns="91440" bIns="45720" anchor="ctr">
            <a:normAutofit/>
          </a:bodyPr>
          <a:lstStyle>
            <a:lvl1pPr indent="0" algn="l" defTabSz="457200">
              <a:lnSpc>
                <a:spcPct val="100000"/>
              </a:lnSpc>
              <a:spcBef>
                <a:spcPts val="1001"/>
              </a:spcBef>
              <a:buNone/>
              <a:tabLst>
                <a:tab pos="0" algn="l"/>
              </a:tabLst>
              <a:defRPr lang="en-US" sz="18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Arial"/>
            </a:endParaRPr>
          </a:p>
        </p:txBody>
      </p:sp>
      <p:sp>
        <p:nvSpPr>
          <p:cNvPr id="161" name="PlaceHolder 3"/>
          <p:cNvSpPr>
            <a:spLocks noGrp="1"/>
          </p:cNvSpPr>
          <p:nvPr>
            <p:ph type="dt" idx="25"/>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162" name="PlaceHolder 4"/>
          <p:cNvSpPr>
            <a:spLocks noGrp="1"/>
          </p:cNvSpPr>
          <p:nvPr>
            <p:ph type="ftr" idx="26"/>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163" name="PlaceHolder 5"/>
          <p:cNvSpPr>
            <a:spLocks noGrp="1"/>
          </p:cNvSpPr>
          <p:nvPr>
            <p:ph type="sldNum" idx="27"/>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A0FC723B-49FD-4F0B-ADAD-3E754E02EF83}"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64" name="Group 6"/>
          <p:cNvGrpSpPr/>
          <p:nvPr/>
        </p:nvGrpSpPr>
        <p:grpSpPr>
          <a:xfrm>
            <a:off x="0" y="-8640"/>
            <a:ext cx="12190320" cy="6868080"/>
            <a:chOff x="0" y="-8640"/>
            <a:chExt cx="12190320" cy="6868080"/>
          </a:xfrm>
        </p:grpSpPr>
        <p:cxnSp>
          <p:nvCxnSpPr>
            <p:cNvPr id="165" name="Straight Connector 19"/>
            <p:cNvCxnSpPr/>
            <p:nvPr/>
          </p:nvCxnSpPr>
          <p:spPr>
            <a:xfrm>
              <a:off x="9370800" y="0"/>
              <a:ext cx="1221120" cy="6859800"/>
            </a:xfrm>
            <a:prstGeom prst="straightConnector1">
              <a:avLst/>
            </a:prstGeom>
            <a:ln cap="rnd" w="9525">
              <a:solidFill>
                <a:srgbClr val="BFBFBF"/>
              </a:solidFill>
              <a:round/>
            </a:ln>
          </p:spPr>
        </p:cxnSp>
        <p:cxnSp>
          <p:nvCxnSpPr>
            <p:cNvPr id="166"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167"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68"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69"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70"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71"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72"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73"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74"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175" name="PlaceHolder 1"/>
          <p:cNvSpPr>
            <a:spLocks noGrp="1"/>
          </p:cNvSpPr>
          <p:nvPr>
            <p:ph type="title"/>
          </p:nvPr>
        </p:nvSpPr>
        <p:spPr>
          <a:xfrm>
            <a:off x="931320" y="609480"/>
            <a:ext cx="8092440" cy="3020760"/>
          </a:xfrm>
          <a:prstGeom prst="rect">
            <a:avLst/>
          </a:prstGeom>
          <a:noFill/>
          <a:ln w="0">
            <a:noFill/>
          </a:ln>
        </p:spPr>
        <p:txBody>
          <a:bodyPr lIns="91440" tIns="45720" rIns="91440" bIns="45720" anchor="ctr">
            <a:normAutofit/>
          </a:bodyPr>
          <a:lstStyle>
            <a:lvl1pPr indent="0" algn="l" defTabSz="457200">
              <a:lnSpc>
                <a:spcPct val="100000"/>
              </a:lnSpc>
              <a:buNone/>
              <a:tabLst>
                <a:tab pos="0" algn="l"/>
              </a:tabLst>
              <a:defRPr lang="en-US" sz="4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Arial"/>
            </a:endParaRPr>
          </a:p>
        </p:txBody>
      </p:sp>
      <p:sp>
        <p:nvSpPr>
          <p:cNvPr id="176" name="PlaceHolder 2"/>
          <p:cNvSpPr>
            <a:spLocks noGrp="1"/>
          </p:cNvSpPr>
          <p:nvPr>
            <p:ph type="body"/>
          </p:nvPr>
        </p:nvSpPr>
        <p:spPr>
          <a:xfrm>
            <a:off x="1366200" y="3632040"/>
            <a:ext cx="7222680" cy="379080"/>
          </a:xfrm>
          <a:prstGeom prst="rect">
            <a:avLst/>
          </a:prstGeom>
          <a:noFill/>
          <a:ln w="0">
            <a:noFill/>
          </a:ln>
        </p:spPr>
        <p:txBody>
          <a:bodyPr lIns="91440" tIns="45720" rIns="91440" bIns="45720" anchor="ctr">
            <a:noAutofit/>
          </a:bodyPr>
          <a:lstStyle>
            <a:lvl1pPr indent="0" algn="l" defTabSz="457200">
              <a:lnSpc>
                <a:spcPct val="100000"/>
              </a:lnSpc>
              <a:spcBef>
                <a:spcPts val="1001"/>
              </a:spcBef>
              <a:buNone/>
              <a:tabLst>
                <a:tab pos="0" algn="l"/>
              </a:tabLst>
              <a:defRPr lang="en-US" sz="1600" b="0" u="none" strike="noStrike">
                <a:solidFill>
                  <a:schemeClr val="dk1">
                    <a:lumMod val="50000"/>
                    <a:lumOff val="50000"/>
                  </a:schemeClr>
                </a:solidFill>
                <a:effectLst/>
                <a:uFillTx/>
                <a:latin typeface="Trebuchet MS"/>
              </a:defRPr>
            </a:lvl1pPr>
          </a:lstStyle>
          <a:p>
            <a:pPr indent="0" algn="l" defTabSz="457200">
              <a:lnSpc>
                <a:spcPct val="100000"/>
              </a:lnSpc>
              <a:spcBef>
                <a:spcPts val="1001"/>
              </a:spcBef>
              <a:buNone/>
              <a:tabLst>
                <a:tab pos="0" algn="l"/>
              </a:tabLst>
            </a:pPr>
            <a:r>
              <a:rPr lang="en-US" sz="1600" b="0" u="none" strike="noStrike">
                <a:solidFill>
                  <a:schemeClr val="dk1">
                    <a:lumMod val="50000"/>
                    <a:lumOff val="50000"/>
                  </a:schemeClr>
                </a:solidFill>
                <a:effectLst/>
                <a:uFillTx/>
                <a:latin typeface="Trebuchet MS"/>
              </a:rPr>
              <a:t>Click to edit Master text styles</a:t>
            </a:r>
            <a:endParaRPr lang="en-US" sz="1600" b="0" u="none" strike="noStrike">
              <a:solidFill>
                <a:srgbClr val="000000"/>
              </a:solidFill>
              <a:effectLst/>
              <a:uFillTx/>
              <a:latin typeface="Arial"/>
            </a:endParaRPr>
          </a:p>
        </p:txBody>
      </p:sp>
      <p:sp>
        <p:nvSpPr>
          <p:cNvPr id="177" name="PlaceHolder 3"/>
          <p:cNvSpPr>
            <a:spLocks noGrp="1"/>
          </p:cNvSpPr>
          <p:nvPr>
            <p:ph type="body"/>
          </p:nvPr>
        </p:nvSpPr>
        <p:spPr>
          <a:xfrm>
            <a:off x="677160" y="4470480"/>
            <a:ext cx="8595000" cy="1569240"/>
          </a:xfrm>
          <a:prstGeom prst="rect">
            <a:avLst/>
          </a:prstGeom>
          <a:noFill/>
          <a:ln w="0">
            <a:noFill/>
          </a:ln>
        </p:spPr>
        <p:txBody>
          <a:bodyPr lIns="91440" tIns="45720" rIns="91440" bIns="45720" anchor="ctr">
            <a:normAutofit/>
          </a:bodyPr>
          <a:lstStyle>
            <a:lvl1pPr indent="0" algn="l" defTabSz="457200">
              <a:lnSpc>
                <a:spcPct val="100000"/>
              </a:lnSpc>
              <a:spcBef>
                <a:spcPts val="1001"/>
              </a:spcBef>
              <a:buNone/>
              <a:tabLst>
                <a:tab pos="0" algn="l"/>
              </a:tabLst>
              <a:defRPr lang="en-US" sz="18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Arial"/>
            </a:endParaRPr>
          </a:p>
        </p:txBody>
      </p:sp>
      <p:sp>
        <p:nvSpPr>
          <p:cNvPr id="178" name="PlaceHolder 4"/>
          <p:cNvSpPr>
            <a:spLocks noGrp="1"/>
          </p:cNvSpPr>
          <p:nvPr>
            <p:ph type="dt" idx="28"/>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179" name="PlaceHolder 5"/>
          <p:cNvSpPr>
            <a:spLocks noGrp="1"/>
          </p:cNvSpPr>
          <p:nvPr>
            <p:ph type="ftr" idx="29"/>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180" name="PlaceHolder 6"/>
          <p:cNvSpPr>
            <a:spLocks noGrp="1"/>
          </p:cNvSpPr>
          <p:nvPr>
            <p:ph type="sldNum" idx="30"/>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82A1FF5E-75D9-4063-B13A-1C922508952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181" name="TextBox 19"/>
          <p:cNvSpPr/>
          <p:nvPr/>
        </p:nvSpPr>
        <p:spPr>
          <a:xfrm>
            <a:off x="541800" y="790200"/>
            <a:ext cx="607680" cy="58284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Arial"/>
            </a:endParaRPr>
          </a:p>
        </p:txBody>
      </p:sp>
      <p:sp>
        <p:nvSpPr>
          <p:cNvPr id="182" name="TextBox 21"/>
          <p:cNvSpPr/>
          <p:nvPr/>
        </p:nvSpPr>
        <p:spPr>
          <a:xfrm>
            <a:off x="8893080" y="2886480"/>
            <a:ext cx="607680" cy="58284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83" name="Group 6"/>
          <p:cNvGrpSpPr/>
          <p:nvPr/>
        </p:nvGrpSpPr>
        <p:grpSpPr>
          <a:xfrm>
            <a:off x="0" y="-8640"/>
            <a:ext cx="12190320" cy="6868080"/>
            <a:chOff x="0" y="-8640"/>
            <a:chExt cx="12190320" cy="6868080"/>
          </a:xfrm>
        </p:grpSpPr>
        <p:cxnSp>
          <p:nvCxnSpPr>
            <p:cNvPr id="184" name="Straight Connector 19"/>
            <p:cNvCxnSpPr/>
            <p:nvPr/>
          </p:nvCxnSpPr>
          <p:spPr>
            <a:xfrm>
              <a:off x="9370800" y="0"/>
              <a:ext cx="1221120" cy="6859800"/>
            </a:xfrm>
            <a:prstGeom prst="straightConnector1">
              <a:avLst/>
            </a:prstGeom>
            <a:ln cap="rnd" w="9525">
              <a:solidFill>
                <a:srgbClr val="BFBFBF"/>
              </a:solidFill>
              <a:round/>
            </a:ln>
          </p:spPr>
        </p:cxnSp>
        <p:cxnSp>
          <p:nvCxnSpPr>
            <p:cNvPr id="185"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186"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87"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88"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89"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90"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91"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92"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93"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194" name="PlaceHolder 1"/>
          <p:cNvSpPr>
            <a:spLocks noGrp="1"/>
          </p:cNvSpPr>
          <p:nvPr>
            <p:ph type="title"/>
          </p:nvPr>
        </p:nvSpPr>
        <p:spPr>
          <a:xfrm>
            <a:off x="677160" y="1932120"/>
            <a:ext cx="8595000" cy="2593800"/>
          </a:xfrm>
          <a:prstGeom prst="rect">
            <a:avLst/>
          </a:prstGeom>
          <a:noFill/>
          <a:ln w="0">
            <a:noFill/>
          </a:ln>
        </p:spPr>
        <p:txBody>
          <a:bodyPr lIns="91440" tIns="45720" rIns="91440" bIns="45720" anchor="b">
            <a:normAutofit/>
          </a:bodyPr>
          <a:lstStyle>
            <a:lvl1pPr indent="0" algn="l" defTabSz="457200">
              <a:lnSpc>
                <a:spcPct val="100000"/>
              </a:lnSpc>
              <a:buNone/>
              <a:tabLst>
                <a:tab pos="0" algn="l"/>
              </a:tabLst>
              <a:defRPr lang="en-US" sz="4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Arial"/>
            </a:endParaRPr>
          </a:p>
        </p:txBody>
      </p:sp>
      <p:sp>
        <p:nvSpPr>
          <p:cNvPr id="195" name="PlaceHolder 2"/>
          <p:cNvSpPr>
            <a:spLocks noGrp="1"/>
          </p:cNvSpPr>
          <p:nvPr>
            <p:ph type="body"/>
          </p:nvPr>
        </p:nvSpPr>
        <p:spPr>
          <a:xfrm>
            <a:off x="677160" y="4527360"/>
            <a:ext cx="8595000" cy="151200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en-US" sz="18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Arial"/>
            </a:endParaRPr>
          </a:p>
        </p:txBody>
      </p:sp>
      <p:sp>
        <p:nvSpPr>
          <p:cNvPr id="196" name="PlaceHolder 3"/>
          <p:cNvSpPr>
            <a:spLocks noGrp="1"/>
          </p:cNvSpPr>
          <p:nvPr>
            <p:ph type="dt" idx="31"/>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197" name="PlaceHolder 4"/>
          <p:cNvSpPr>
            <a:spLocks noGrp="1"/>
          </p:cNvSpPr>
          <p:nvPr>
            <p:ph type="ftr" idx="32"/>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198" name="PlaceHolder 5"/>
          <p:cNvSpPr>
            <a:spLocks noGrp="1"/>
          </p:cNvSpPr>
          <p:nvPr>
            <p:ph type="sldNum" idx="33"/>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1BA22226-4B9F-4EF1-B3AE-6434DAD349E7}"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99" name="Group 6"/>
          <p:cNvGrpSpPr/>
          <p:nvPr/>
        </p:nvGrpSpPr>
        <p:grpSpPr>
          <a:xfrm>
            <a:off x="0" y="-8640"/>
            <a:ext cx="12190320" cy="6868080"/>
            <a:chOff x="0" y="-8640"/>
            <a:chExt cx="12190320" cy="6868080"/>
          </a:xfrm>
        </p:grpSpPr>
        <p:cxnSp>
          <p:nvCxnSpPr>
            <p:cNvPr id="200" name="Straight Connector 19"/>
            <p:cNvCxnSpPr/>
            <p:nvPr/>
          </p:nvCxnSpPr>
          <p:spPr>
            <a:xfrm>
              <a:off x="9370800" y="0"/>
              <a:ext cx="1221120" cy="6859800"/>
            </a:xfrm>
            <a:prstGeom prst="straightConnector1">
              <a:avLst/>
            </a:prstGeom>
            <a:ln cap="rnd" w="9525">
              <a:solidFill>
                <a:srgbClr val="BFBFBF"/>
              </a:solidFill>
              <a:round/>
            </a:ln>
          </p:spPr>
        </p:cxnSp>
        <p:cxnSp>
          <p:nvCxnSpPr>
            <p:cNvPr id="201"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202"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03"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04"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05"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06"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07"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08"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09"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210" name="PlaceHolder 1"/>
          <p:cNvSpPr>
            <a:spLocks noGrp="1"/>
          </p:cNvSpPr>
          <p:nvPr>
            <p:ph type="title"/>
          </p:nvPr>
        </p:nvSpPr>
        <p:spPr>
          <a:xfrm>
            <a:off x="931320" y="609480"/>
            <a:ext cx="8092440" cy="3020760"/>
          </a:xfrm>
          <a:prstGeom prst="rect">
            <a:avLst/>
          </a:prstGeom>
          <a:noFill/>
          <a:ln w="0">
            <a:noFill/>
          </a:ln>
        </p:spPr>
        <p:txBody>
          <a:bodyPr lIns="91440" tIns="45720" rIns="91440" bIns="45720" anchor="ctr">
            <a:normAutofit/>
          </a:bodyPr>
          <a:lstStyle>
            <a:lvl1pPr indent="0" algn="l" defTabSz="457200">
              <a:lnSpc>
                <a:spcPct val="100000"/>
              </a:lnSpc>
              <a:buNone/>
              <a:tabLst>
                <a:tab pos="0" algn="l"/>
              </a:tabLst>
              <a:defRPr lang="en-US" sz="4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Arial"/>
            </a:endParaRPr>
          </a:p>
        </p:txBody>
      </p:sp>
      <p:sp>
        <p:nvSpPr>
          <p:cNvPr id="211" name="PlaceHolder 2"/>
          <p:cNvSpPr>
            <a:spLocks noGrp="1"/>
          </p:cNvSpPr>
          <p:nvPr>
            <p:ph type="body"/>
          </p:nvPr>
        </p:nvSpPr>
        <p:spPr>
          <a:xfrm>
            <a:off x="677160" y="4013280"/>
            <a:ext cx="8595000" cy="512280"/>
          </a:xfrm>
          <a:prstGeom prst="rect">
            <a:avLst/>
          </a:prstGeom>
          <a:noFill/>
          <a:ln w="0">
            <a:noFill/>
          </a:ln>
        </p:spPr>
        <p:txBody>
          <a:bodyPr lIns="91440" tIns="45720" rIns="91440" bIns="45720" anchor="b">
            <a:noAutofit/>
          </a:bodyPr>
          <a:lstStyle>
            <a:lvl1pPr indent="0" algn="l" defTabSz="457200">
              <a:lnSpc>
                <a:spcPct val="100000"/>
              </a:lnSpc>
              <a:spcBef>
                <a:spcPts val="1001"/>
              </a:spcBef>
              <a:buNone/>
              <a:tabLst>
                <a:tab pos="0" algn="l"/>
              </a:tabLst>
              <a:defRPr lang="en-US" sz="24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Arial"/>
            </a:endParaRPr>
          </a:p>
        </p:txBody>
      </p:sp>
      <p:sp>
        <p:nvSpPr>
          <p:cNvPr id="212" name="PlaceHolder 3"/>
          <p:cNvSpPr>
            <a:spLocks noGrp="1"/>
          </p:cNvSpPr>
          <p:nvPr>
            <p:ph type="body"/>
          </p:nvPr>
        </p:nvSpPr>
        <p:spPr>
          <a:xfrm>
            <a:off x="677160" y="4527360"/>
            <a:ext cx="8595000" cy="151200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en-US" sz="1800" b="0" u="none" strike="noStrike">
                <a:solidFill>
                  <a:schemeClr val="dk1">
                    <a:lumMod val="50000"/>
                    <a:lumOff val="50000"/>
                  </a:schemeClr>
                </a:solidFill>
                <a:effectLst/>
                <a:uFillTx/>
                <a:latin typeface="Trebuchet MS"/>
              </a:defRPr>
            </a:lvl1pPr>
          </a:lstStyle>
          <a:p>
            <a:pPr indent="0" algn="l" defTabSz="457200">
              <a:lnSpc>
                <a:spcPct val="100000"/>
              </a:lnSpc>
              <a:spcBef>
                <a:spcPts val="1001"/>
              </a:spcBef>
              <a:buNone/>
              <a:tabLst>
                <a:tab pos="0" algn="l"/>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Arial"/>
            </a:endParaRPr>
          </a:p>
        </p:txBody>
      </p:sp>
      <p:sp>
        <p:nvSpPr>
          <p:cNvPr id="213" name="PlaceHolder 4"/>
          <p:cNvSpPr>
            <a:spLocks noGrp="1"/>
          </p:cNvSpPr>
          <p:nvPr>
            <p:ph type="dt" idx="34"/>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214" name="PlaceHolder 5"/>
          <p:cNvSpPr>
            <a:spLocks noGrp="1"/>
          </p:cNvSpPr>
          <p:nvPr>
            <p:ph type="ftr" idx="35"/>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215" name="PlaceHolder 6"/>
          <p:cNvSpPr>
            <a:spLocks noGrp="1"/>
          </p:cNvSpPr>
          <p:nvPr>
            <p:ph type="sldNum" idx="36"/>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C59E8B7E-4A77-4A52-B6F7-DF2989FA480A}"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216" name="TextBox 23"/>
          <p:cNvSpPr/>
          <p:nvPr/>
        </p:nvSpPr>
        <p:spPr>
          <a:xfrm>
            <a:off x="541800" y="790200"/>
            <a:ext cx="607680" cy="58284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Arial"/>
            </a:endParaRPr>
          </a:p>
        </p:txBody>
      </p:sp>
      <p:sp>
        <p:nvSpPr>
          <p:cNvPr id="217" name="TextBox 24"/>
          <p:cNvSpPr/>
          <p:nvPr/>
        </p:nvSpPr>
        <p:spPr>
          <a:xfrm>
            <a:off x="8893080" y="2886480"/>
            <a:ext cx="607680" cy="58284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18" name="Group 6"/>
          <p:cNvGrpSpPr/>
          <p:nvPr/>
        </p:nvGrpSpPr>
        <p:grpSpPr>
          <a:xfrm>
            <a:off x="0" y="-8640"/>
            <a:ext cx="12190320" cy="6868080"/>
            <a:chOff x="0" y="-8640"/>
            <a:chExt cx="12190320" cy="6868080"/>
          </a:xfrm>
        </p:grpSpPr>
        <p:cxnSp>
          <p:nvCxnSpPr>
            <p:cNvPr id="219" name="Straight Connector 19"/>
            <p:cNvCxnSpPr/>
            <p:nvPr/>
          </p:nvCxnSpPr>
          <p:spPr>
            <a:xfrm>
              <a:off x="9370800" y="0"/>
              <a:ext cx="1221120" cy="6859800"/>
            </a:xfrm>
            <a:prstGeom prst="straightConnector1">
              <a:avLst/>
            </a:prstGeom>
            <a:ln cap="rnd" w="9525">
              <a:solidFill>
                <a:srgbClr val="BFBFBF"/>
              </a:solidFill>
              <a:round/>
            </a:ln>
          </p:spPr>
        </p:cxnSp>
        <p:cxnSp>
          <p:nvCxnSpPr>
            <p:cNvPr id="220"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221"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22"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23"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24"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25"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26"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27"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28"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229" name="PlaceHolder 1"/>
          <p:cNvSpPr>
            <a:spLocks noGrp="1"/>
          </p:cNvSpPr>
          <p:nvPr>
            <p:ph type="title"/>
          </p:nvPr>
        </p:nvSpPr>
        <p:spPr>
          <a:xfrm>
            <a:off x="685800" y="609480"/>
            <a:ext cx="8586360" cy="3020760"/>
          </a:xfrm>
          <a:prstGeom prst="rect">
            <a:avLst/>
          </a:prstGeom>
          <a:noFill/>
          <a:ln w="0">
            <a:noFill/>
          </a:ln>
        </p:spPr>
        <p:txBody>
          <a:bodyPr lIns="91440" tIns="45720" rIns="91440" bIns="45720" anchor="ctr">
            <a:normAutofit/>
          </a:bodyPr>
          <a:lstStyle>
            <a:lvl1pPr indent="0" algn="l" defTabSz="457200">
              <a:lnSpc>
                <a:spcPct val="100000"/>
              </a:lnSpc>
              <a:buNone/>
              <a:tabLst>
                <a:tab pos="0" algn="l"/>
              </a:tabLst>
              <a:defRPr lang="en-US" sz="4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Arial"/>
            </a:endParaRPr>
          </a:p>
        </p:txBody>
      </p:sp>
      <p:sp>
        <p:nvSpPr>
          <p:cNvPr id="230" name="PlaceHolder 2"/>
          <p:cNvSpPr>
            <a:spLocks noGrp="1"/>
          </p:cNvSpPr>
          <p:nvPr>
            <p:ph type="body"/>
          </p:nvPr>
        </p:nvSpPr>
        <p:spPr>
          <a:xfrm>
            <a:off x="677160" y="4013280"/>
            <a:ext cx="8595000" cy="512280"/>
          </a:xfrm>
          <a:prstGeom prst="rect">
            <a:avLst/>
          </a:prstGeom>
          <a:noFill/>
          <a:ln w="0">
            <a:noFill/>
          </a:ln>
        </p:spPr>
        <p:txBody>
          <a:bodyPr lIns="91440" tIns="45720" rIns="91440" bIns="45720" anchor="b">
            <a:noAutofit/>
          </a:bodyPr>
          <a:lstStyle>
            <a:lvl1pPr indent="0" algn="l" defTabSz="457200">
              <a:lnSpc>
                <a:spcPct val="100000"/>
              </a:lnSpc>
              <a:spcBef>
                <a:spcPts val="1001"/>
              </a:spcBef>
              <a:buNone/>
              <a:tabLst>
                <a:tab pos="0" algn="l"/>
              </a:tabLst>
              <a:defRPr lang="en-US" sz="2400" b="0" u="none" strike="noStrike">
                <a:solidFill>
                  <a:schemeClr val="accent1"/>
                </a:solidFill>
                <a:effectLst/>
                <a:uFillTx/>
                <a:latin typeface="Trebuchet MS"/>
              </a:defRPr>
            </a:lvl1pPr>
          </a:lstStyle>
          <a:p>
            <a:pPr indent="0" algn="l" defTabSz="457200">
              <a:lnSpc>
                <a:spcPct val="100000"/>
              </a:lnSpc>
              <a:spcBef>
                <a:spcPts val="1001"/>
              </a:spcBef>
              <a:buNone/>
              <a:tabLst>
                <a:tab pos="0" algn="l"/>
              </a:tabLst>
            </a:pPr>
            <a:r>
              <a:rPr lang="en-US" sz="2400" b="0" u="none" strike="noStrike">
                <a:solidFill>
                  <a:schemeClr val="accent1"/>
                </a:solidFill>
                <a:effectLst/>
                <a:uFillTx/>
                <a:latin typeface="Trebuchet MS"/>
              </a:rPr>
              <a:t>Click to edit Master text styles</a:t>
            </a:r>
            <a:endParaRPr lang="en-US" sz="2400" b="0" u="none" strike="noStrike">
              <a:solidFill>
                <a:srgbClr val="000000"/>
              </a:solidFill>
              <a:effectLst/>
              <a:uFillTx/>
              <a:latin typeface="Arial"/>
            </a:endParaRPr>
          </a:p>
        </p:txBody>
      </p:sp>
      <p:sp>
        <p:nvSpPr>
          <p:cNvPr id="231" name="PlaceHolder 3"/>
          <p:cNvSpPr>
            <a:spLocks noGrp="1"/>
          </p:cNvSpPr>
          <p:nvPr>
            <p:ph type="body"/>
          </p:nvPr>
        </p:nvSpPr>
        <p:spPr>
          <a:xfrm>
            <a:off x="677160" y="4527360"/>
            <a:ext cx="8595000" cy="151200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en-US" sz="1800" b="0" u="none" strike="noStrike">
                <a:solidFill>
                  <a:schemeClr val="dk1">
                    <a:lumMod val="50000"/>
                    <a:lumOff val="50000"/>
                  </a:schemeClr>
                </a:solidFill>
                <a:effectLst/>
                <a:uFillTx/>
                <a:latin typeface="Trebuchet MS"/>
              </a:defRPr>
            </a:lvl1pPr>
          </a:lstStyle>
          <a:p>
            <a:pPr indent="0" algn="l" defTabSz="457200">
              <a:lnSpc>
                <a:spcPct val="100000"/>
              </a:lnSpc>
              <a:spcBef>
                <a:spcPts val="1001"/>
              </a:spcBef>
              <a:buNone/>
              <a:tabLst>
                <a:tab pos="0" algn="l"/>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Arial"/>
            </a:endParaRPr>
          </a:p>
        </p:txBody>
      </p:sp>
      <p:sp>
        <p:nvSpPr>
          <p:cNvPr id="232" name="PlaceHolder 4"/>
          <p:cNvSpPr>
            <a:spLocks noGrp="1"/>
          </p:cNvSpPr>
          <p:nvPr>
            <p:ph type="dt" idx="37"/>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233" name="PlaceHolder 5"/>
          <p:cNvSpPr>
            <a:spLocks noGrp="1"/>
          </p:cNvSpPr>
          <p:nvPr>
            <p:ph type="ftr" idx="38"/>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234" name="PlaceHolder 6"/>
          <p:cNvSpPr>
            <a:spLocks noGrp="1"/>
          </p:cNvSpPr>
          <p:nvPr>
            <p:ph type="sldNum" idx="39"/>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92B46CF5-9D44-445E-A2F9-9CD8AE4B853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35" name="Group 6"/>
          <p:cNvGrpSpPr/>
          <p:nvPr/>
        </p:nvGrpSpPr>
        <p:grpSpPr>
          <a:xfrm>
            <a:off x="0" y="-8640"/>
            <a:ext cx="12190320" cy="6868080"/>
            <a:chOff x="0" y="-8640"/>
            <a:chExt cx="12190320" cy="6868080"/>
          </a:xfrm>
        </p:grpSpPr>
        <p:cxnSp>
          <p:nvCxnSpPr>
            <p:cNvPr id="236" name="Straight Connector 19"/>
            <p:cNvCxnSpPr/>
            <p:nvPr/>
          </p:nvCxnSpPr>
          <p:spPr>
            <a:xfrm>
              <a:off x="9370800" y="0"/>
              <a:ext cx="1221120" cy="6859800"/>
            </a:xfrm>
            <a:prstGeom prst="straightConnector1">
              <a:avLst/>
            </a:prstGeom>
            <a:ln cap="rnd" w="9525">
              <a:solidFill>
                <a:srgbClr val="BFBFBF"/>
              </a:solidFill>
              <a:round/>
            </a:ln>
          </p:spPr>
        </p:cxnSp>
        <p:cxnSp>
          <p:nvCxnSpPr>
            <p:cNvPr id="237"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238"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39"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40"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41"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42"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43"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44"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45"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246" name="PlaceHolder 1"/>
          <p:cNvSpPr>
            <a:spLocks noGrp="1"/>
          </p:cNvSpPr>
          <p:nvPr>
            <p:ph type="title"/>
          </p:nvPr>
        </p:nvSpPr>
        <p:spPr>
          <a:xfrm>
            <a:off x="677160" y="609480"/>
            <a:ext cx="8595000" cy="131904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Arial"/>
            </a:endParaRPr>
          </a:p>
        </p:txBody>
      </p:sp>
      <p:sp>
        <p:nvSpPr>
          <p:cNvPr id="247" name="PlaceHolder 2"/>
          <p:cNvSpPr>
            <a:spLocks noGrp="1"/>
          </p:cNvSpPr>
          <p:nvPr>
            <p:ph type="body"/>
          </p:nvPr>
        </p:nvSpPr>
        <p:spPr>
          <a:xfrm>
            <a:off x="677160" y="2160720"/>
            <a:ext cx="8595000" cy="3879000"/>
          </a:xfrm>
          <a:prstGeom prst="rect">
            <a:avLst/>
          </a:prstGeom>
          <a:noFill/>
          <a:ln w="0">
            <a:noFill/>
          </a:ln>
        </p:spPr>
        <p:txBody>
          <a:bodyPr lIns="91440" tIns="45720" rIns="91440" bIns="45720" anchor="t" vert="eaVert">
            <a:noAutofit/>
          </a:bodyPr>
          <a:lstStyle>
            <a:lvl1pPr algn="l" defTabSz="457200">
              <a:lnSpc>
                <a:spcPct val="100000"/>
              </a:lnSpc>
              <a:spcBef>
                <a:spcPts val="1001"/>
              </a:spcBef>
              <a:buClr>
                <a:srgbClr val="90C226"/>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Arial"/>
            </a:endParaRPr>
          </a:p>
          <a:p>
            <a:pPr marL="743040" lvl="1" indent="-285840" algn="l"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Arial"/>
            </a:endParaRPr>
          </a:p>
          <a:p>
            <a:pPr marL="1143000" lvl="2" indent="-228600" algn="l"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Arial"/>
            </a:endParaRPr>
          </a:p>
          <a:p>
            <a:pPr marL="1600200" lvl="3"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Arial"/>
            </a:endParaRPr>
          </a:p>
          <a:p>
            <a:pPr marL="2057400" lvl="4"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Arial"/>
            </a:endParaRPr>
          </a:p>
        </p:txBody>
      </p:sp>
      <p:sp>
        <p:nvSpPr>
          <p:cNvPr id="248" name="PlaceHolder 3"/>
          <p:cNvSpPr>
            <a:spLocks noGrp="1"/>
          </p:cNvSpPr>
          <p:nvPr>
            <p:ph type="dt" idx="40"/>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249" name="PlaceHolder 4"/>
          <p:cNvSpPr>
            <a:spLocks noGrp="1"/>
          </p:cNvSpPr>
          <p:nvPr>
            <p:ph type="ftr" idx="41"/>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250" name="PlaceHolder 5"/>
          <p:cNvSpPr>
            <a:spLocks noGrp="1"/>
          </p:cNvSpPr>
          <p:nvPr>
            <p:ph type="sldNum" idx="42"/>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25A1A8E8-606B-4FD6-8326-0C53FC5A3850}"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and Content">
    <p:spTree>
      <p:nvGrpSpPr>
        <p:cNvPr id="1" name=""/>
        <p:cNvGrpSpPr/>
        <p:nvPr/>
      </p:nvGrpSpPr>
      <p:grpSpPr>
        <a:xfrm>
          <a:off x="0" y="0"/>
          <a:ext cx="0" cy="0"/>
          <a:chOff x="0" y="0"/>
          <a:chExt cx="0" cy="0"/>
        </a:xfrm>
      </p:grpSpPr>
      <p:sp>
        <p:nvSpPr>
          <p:cNvPr id="266" name="PlaceHolder 1"/>
          <p:cNvSpPr>
            <a:spLocks noGrp="1"/>
          </p:cNvSpPr>
          <p:nvPr>
            <p:ph type="title"/>
          </p:nvPr>
        </p:nvSpPr>
        <p:spPr>
          <a:xfrm>
            <a:off x="677160" y="609480"/>
            <a:ext cx="8595000" cy="1319040"/>
          </a:xfrm>
          <a:prstGeom prst="rect">
            <a:avLst/>
          </a:prstGeom>
          <a:noFill/>
          <a:ln w="0">
            <a:noFill/>
          </a:ln>
        </p:spPr>
        <p:txBody>
          <a:bodyPr lIns="0" tIns="0" rIns="0" bIns="0" anchor="ctr">
            <a:spAutoFit/>
          </a:bodyPr>
          <a:p>
            <a:pPr indent="0" algn="l">
              <a:buNone/>
            </a:pPr>
            <a:endParaRPr lang="en-US" sz="4400" b="0" u="none" strike="noStrike">
              <a:solidFill>
                <a:srgbClr val="000000"/>
              </a:solidFill>
              <a:effectLst/>
              <a:uFillTx/>
              <a:latin typeface="Arial"/>
            </a:endParaRPr>
          </a:p>
        </p:txBody>
      </p:sp>
      <p:sp>
        <p:nvSpPr>
          <p:cNvPr id="267" name="PlaceHolder 2"/>
          <p:cNvSpPr>
            <a:spLocks noGrp="1"/>
          </p:cNvSpPr>
          <p:nvPr>
            <p:ph type="subTitle"/>
          </p:nvPr>
        </p:nvSpPr>
        <p:spPr>
          <a:xfrm>
            <a:off x="677160" y="2160720"/>
            <a:ext cx="8595000" cy="387900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43"/>
          </p:nvPr>
        </p:nvSpPr>
        <p:spPr/>
        <p:txBody>
          <a:bodyPr/>
          <a:p>
            <a:r>
              <a:t>Footer</a:t>
            </a:r>
          </a:p>
        </p:txBody>
      </p:sp>
      <p:sp>
        <p:nvSpPr>
          <p:cNvPr id="5" name="PlaceHolder 4"/>
          <p:cNvSpPr>
            <a:spLocks noGrp="1"/>
          </p:cNvSpPr>
          <p:nvPr>
            <p:ph type="sldNum" idx="44"/>
          </p:nvPr>
        </p:nvSpPr>
        <p:spPr/>
        <p:txBody>
          <a:bodyPr/>
          <a:p>
            <a:fld id="{CB4E3332-C424-4496-ABB8-BF398D8F34C9}" type="slidenum">
              <a:t>&lt;#&gt;</a:t>
            </a:fld>
          </a:p>
        </p:txBody>
      </p:sp>
      <p:sp>
        <p:nvSpPr>
          <p:cNvPr id="6" name="PlaceHolder 5"/>
          <p:cNvSpPr>
            <a:spLocks noGrp="1"/>
          </p:cNvSpPr>
          <p:nvPr>
            <p:ph type="dt" idx="45"/>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283" name="PlaceHolder 1"/>
          <p:cNvSpPr>
            <a:spLocks noGrp="1"/>
          </p:cNvSpPr>
          <p:nvPr>
            <p:ph type="title"/>
          </p:nvPr>
        </p:nvSpPr>
        <p:spPr>
          <a:xfrm>
            <a:off x="677160" y="609480"/>
            <a:ext cx="8595000" cy="1319040"/>
          </a:xfrm>
          <a:prstGeom prst="rect">
            <a:avLst/>
          </a:prstGeom>
          <a:noFill/>
          <a:ln w="0">
            <a:noFill/>
          </a:ln>
        </p:spPr>
        <p:txBody>
          <a:bodyPr lIns="0" tIns="0" rIns="0" bIns="0" anchor="ctr">
            <a:spAutoFit/>
          </a:bodyPr>
          <a:p>
            <a:pPr indent="0" algn="l">
              <a:buNone/>
            </a:pPr>
            <a:endParaRPr lang="en-US" sz="4400" b="0" u="none" strike="noStrike">
              <a:solidFill>
                <a:srgbClr val="000000"/>
              </a:solidFill>
              <a:effectLst/>
              <a:uFillTx/>
              <a:latin typeface="Arial"/>
            </a:endParaRPr>
          </a:p>
        </p:txBody>
      </p:sp>
      <p:sp>
        <p:nvSpPr>
          <p:cNvPr id="284" name="PlaceHolder 2"/>
          <p:cNvSpPr>
            <a:spLocks noGrp="1"/>
          </p:cNvSpPr>
          <p:nvPr>
            <p:ph type="subTitle"/>
          </p:nvPr>
        </p:nvSpPr>
        <p:spPr>
          <a:xfrm>
            <a:off x="677160" y="2160720"/>
            <a:ext cx="8595000" cy="387900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46"/>
          </p:nvPr>
        </p:nvSpPr>
        <p:spPr/>
        <p:txBody>
          <a:bodyPr/>
          <a:p>
            <a:r>
              <a:t>Footer</a:t>
            </a:r>
          </a:p>
        </p:txBody>
      </p:sp>
      <p:sp>
        <p:nvSpPr>
          <p:cNvPr id="5" name="PlaceHolder 4"/>
          <p:cNvSpPr>
            <a:spLocks noGrp="1"/>
          </p:cNvSpPr>
          <p:nvPr>
            <p:ph type="sldNum" idx="47"/>
          </p:nvPr>
        </p:nvSpPr>
        <p:spPr/>
        <p:txBody>
          <a:bodyPr/>
          <a:p>
            <a:fld id="{22B969D7-5984-4DA4-B782-7FBF99C7D293}" type="slidenum">
              <a:t>&lt;#&gt;</a:t>
            </a:fld>
          </a:p>
        </p:txBody>
      </p:sp>
      <p:sp>
        <p:nvSpPr>
          <p:cNvPr id="6" name="PlaceHolder 5"/>
          <p:cNvSpPr>
            <a:spLocks noGrp="1"/>
          </p:cNvSpPr>
          <p:nvPr>
            <p:ph type="dt" idx="48"/>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spTree>
      <p:nvGrpSpPr>
        <p:cNvPr id="1" name=""/>
        <p:cNvGrpSpPr/>
        <p:nvPr/>
      </p:nvGrpSpPr>
      <p:grpSpPr>
        <a:xfrm>
          <a:off x="0" y="0"/>
          <a:ext cx="0" cy="0"/>
          <a:chOff x="0" y="0"/>
          <a:chExt cx="0" cy="0"/>
        </a:xfrm>
      </p:grpSpPr>
      <p:sp>
        <p:nvSpPr>
          <p:cNvPr id="300" name="PlaceHolder 1"/>
          <p:cNvSpPr>
            <a:spLocks noGrp="1"/>
          </p:cNvSpPr>
          <p:nvPr>
            <p:ph type="title"/>
          </p:nvPr>
        </p:nvSpPr>
        <p:spPr>
          <a:xfrm>
            <a:off x="677160" y="609480"/>
            <a:ext cx="8595000" cy="1319040"/>
          </a:xfrm>
          <a:prstGeom prst="rect">
            <a:avLst/>
          </a:prstGeom>
          <a:noFill/>
          <a:ln w="0">
            <a:noFill/>
          </a:ln>
        </p:spPr>
        <p:txBody>
          <a:bodyPr lIns="0" tIns="0" rIns="0" bIns="0" anchor="ctr">
            <a:spAutoFit/>
          </a:bodyPr>
          <a:p>
            <a:pPr indent="0" algn="l">
              <a:buNone/>
            </a:pPr>
            <a:endParaRPr lang="en-US" sz="4400" b="0" u="none" strike="noStrike">
              <a:solidFill>
                <a:srgbClr val="000000"/>
              </a:solidFill>
              <a:effectLst/>
              <a:uFillTx/>
              <a:latin typeface="Arial"/>
            </a:endParaRPr>
          </a:p>
        </p:txBody>
      </p:sp>
      <p:sp>
        <p:nvSpPr>
          <p:cNvPr id="301" name="PlaceHolder 2"/>
          <p:cNvSpPr>
            <a:spLocks noGrp="1"/>
          </p:cNvSpPr>
          <p:nvPr>
            <p:ph type="subTitle"/>
          </p:nvPr>
        </p:nvSpPr>
        <p:spPr>
          <a:xfrm>
            <a:off x="677160" y="2160720"/>
            <a:ext cx="8595000" cy="387900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49"/>
          </p:nvPr>
        </p:nvSpPr>
        <p:spPr/>
        <p:txBody>
          <a:bodyPr/>
          <a:p>
            <a:r>
              <a:t>Footer</a:t>
            </a:r>
          </a:p>
        </p:txBody>
      </p:sp>
      <p:sp>
        <p:nvSpPr>
          <p:cNvPr id="5" name="PlaceHolder 4"/>
          <p:cNvSpPr>
            <a:spLocks noGrp="1"/>
          </p:cNvSpPr>
          <p:nvPr>
            <p:ph type="sldNum" idx="50"/>
          </p:nvPr>
        </p:nvSpPr>
        <p:spPr/>
        <p:txBody>
          <a:bodyPr/>
          <a:p>
            <a:fld id="{095D4931-4917-4960-B798-17577393B476}" type="slidenum">
              <a:t>&lt;#&gt;</a:t>
            </a:fld>
          </a:p>
        </p:txBody>
      </p:sp>
      <p:sp>
        <p:nvSpPr>
          <p:cNvPr id="6" name="PlaceHolder 5"/>
          <p:cNvSpPr>
            <a:spLocks noGrp="1"/>
          </p:cNvSpPr>
          <p:nvPr>
            <p:ph type="dt" idx="51"/>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
    <p:spTree>
      <p:nvGrpSpPr>
        <p:cNvPr id="1" name=""/>
        <p:cNvGrpSpPr/>
        <p:nvPr/>
      </p:nvGrpSpPr>
      <p:grpSpPr>
        <a:xfrm>
          <a:off x="0" y="0"/>
          <a:ext cx="0" cy="0"/>
          <a:chOff x="0" y="0"/>
          <a:chExt cx="0" cy="0"/>
        </a:xfrm>
      </p:grpSpPr>
      <p:sp>
        <p:nvSpPr>
          <p:cNvPr id="318" name="PlaceHolder 1"/>
          <p:cNvSpPr>
            <a:spLocks noGrp="1"/>
          </p:cNvSpPr>
          <p:nvPr>
            <p:ph type="title"/>
          </p:nvPr>
        </p:nvSpPr>
        <p:spPr>
          <a:xfrm>
            <a:off x="677160" y="609480"/>
            <a:ext cx="8595000" cy="1319040"/>
          </a:xfrm>
          <a:prstGeom prst="rect">
            <a:avLst/>
          </a:prstGeom>
          <a:noFill/>
          <a:ln w="0">
            <a:noFill/>
          </a:ln>
        </p:spPr>
        <p:txBody>
          <a:bodyPr lIns="0" tIns="0" rIns="0" bIns="0" anchor="ctr">
            <a:spAutoFit/>
          </a:bodyPr>
          <a:p>
            <a:pPr indent="0" algn="l">
              <a:buNone/>
            </a:pPr>
            <a:endParaRPr lang="en-US" sz="4400" b="0" u="none" strike="noStrike">
              <a:solidFill>
                <a:srgbClr val="000000"/>
              </a:solidFill>
              <a:effectLst/>
              <a:uFillTx/>
              <a:latin typeface="Arial"/>
            </a:endParaRPr>
          </a:p>
        </p:txBody>
      </p:sp>
      <p:sp>
        <p:nvSpPr>
          <p:cNvPr id="319" name="PlaceHolder 2"/>
          <p:cNvSpPr>
            <a:spLocks noGrp="1"/>
          </p:cNvSpPr>
          <p:nvPr>
            <p:ph type="subTitle"/>
          </p:nvPr>
        </p:nvSpPr>
        <p:spPr>
          <a:xfrm>
            <a:off x="677160" y="2160720"/>
            <a:ext cx="8595000" cy="387900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53"/>
          </p:nvPr>
        </p:nvSpPr>
        <p:spPr/>
        <p:txBody>
          <a:bodyPr/>
          <a:p>
            <a:r>
              <a:t>Footer</a:t>
            </a:r>
          </a:p>
        </p:txBody>
      </p:sp>
      <p:sp>
        <p:nvSpPr>
          <p:cNvPr id="5" name="PlaceHolder 4"/>
          <p:cNvSpPr>
            <a:spLocks noGrp="1"/>
          </p:cNvSpPr>
          <p:nvPr>
            <p:ph type="sldNum" idx="54"/>
          </p:nvPr>
        </p:nvSpPr>
        <p:spPr/>
        <p:txBody>
          <a:bodyPr/>
          <a:p>
            <a:fld id="{74326842-33A7-4A5F-AFD7-B024BD8F534B}" type="slidenum">
              <a:t>&lt;#&gt;</a:t>
            </a:fld>
          </a:p>
        </p:txBody>
      </p:sp>
      <p:sp>
        <p:nvSpPr>
          <p:cNvPr id="6" name="PlaceHolder 5"/>
          <p:cNvSpPr>
            <a:spLocks noGrp="1"/>
          </p:cNvSpPr>
          <p:nvPr>
            <p:ph type="dt" idx="52"/>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20" name="Group 6"/>
          <p:cNvGrpSpPr/>
          <p:nvPr/>
        </p:nvGrpSpPr>
        <p:grpSpPr>
          <a:xfrm>
            <a:off x="0" y="-8640"/>
            <a:ext cx="12190320" cy="6868080"/>
            <a:chOff x="0" y="-8640"/>
            <a:chExt cx="12190320" cy="6868080"/>
          </a:xfrm>
        </p:grpSpPr>
        <p:cxnSp>
          <p:nvCxnSpPr>
            <p:cNvPr id="321" name="Straight Connector 19"/>
            <p:cNvCxnSpPr/>
            <p:nvPr/>
          </p:nvCxnSpPr>
          <p:spPr>
            <a:xfrm>
              <a:off x="9370800" y="0"/>
              <a:ext cx="1221120" cy="6859800"/>
            </a:xfrm>
            <a:prstGeom prst="straightConnector1">
              <a:avLst/>
            </a:prstGeom>
            <a:ln cap="rnd" w="9525">
              <a:solidFill>
                <a:srgbClr val="BFBFBF"/>
              </a:solidFill>
              <a:round/>
            </a:ln>
          </p:spPr>
        </p:cxnSp>
        <p:cxnSp>
          <p:nvCxnSpPr>
            <p:cNvPr id="322"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323"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24"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25"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26"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27"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28"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29"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30"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331" name="PlaceHolder 1"/>
          <p:cNvSpPr>
            <a:spLocks noGrp="1"/>
          </p:cNvSpPr>
          <p:nvPr>
            <p:ph type="title"/>
          </p:nvPr>
        </p:nvSpPr>
        <p:spPr>
          <a:xfrm>
            <a:off x="677160" y="609480"/>
            <a:ext cx="8595000" cy="1319040"/>
          </a:xfrm>
          <a:prstGeom prst="rect">
            <a:avLst/>
          </a:prstGeom>
          <a:noFill/>
          <a:ln w="0">
            <a:noFill/>
          </a:ln>
        </p:spPr>
        <p:txBody>
          <a:bodyPr lIns="91440" tIns="45720" rIns="91440" bIns="45720" anchor="t">
            <a:norm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Arial"/>
            </a:endParaRPr>
          </a:p>
        </p:txBody>
      </p:sp>
      <p:sp>
        <p:nvSpPr>
          <p:cNvPr id="332" name="PlaceHolder 2"/>
          <p:cNvSpPr>
            <a:spLocks noGrp="1"/>
          </p:cNvSpPr>
          <p:nvPr>
            <p:ph type="body"/>
          </p:nvPr>
        </p:nvSpPr>
        <p:spPr>
          <a:xfrm>
            <a:off x="677160" y="2160720"/>
            <a:ext cx="8595000" cy="387900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90C226"/>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Arial"/>
            </a:endParaRPr>
          </a:p>
          <a:p>
            <a:pPr marL="743040" lvl="1" indent="-285840" algn="l"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Arial"/>
            </a:endParaRPr>
          </a:p>
          <a:p>
            <a:pPr marL="1143000" lvl="2" indent="-228600" algn="l"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Arial"/>
            </a:endParaRPr>
          </a:p>
          <a:p>
            <a:pPr marL="1600200" lvl="3"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Arial"/>
            </a:endParaRPr>
          </a:p>
          <a:p>
            <a:pPr marL="2057400" lvl="4"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Arial"/>
            </a:endParaRPr>
          </a:p>
        </p:txBody>
      </p:sp>
      <p:sp>
        <p:nvSpPr>
          <p:cNvPr id="333" name="PlaceHolder 3"/>
          <p:cNvSpPr>
            <a:spLocks noGrp="1"/>
          </p:cNvSpPr>
          <p:nvPr>
            <p:ph type="dt" idx="55"/>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334" name="PlaceHolder 4"/>
          <p:cNvSpPr>
            <a:spLocks noGrp="1"/>
          </p:cNvSpPr>
          <p:nvPr>
            <p:ph type="ftr" idx="56"/>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335" name="PlaceHolder 5"/>
          <p:cNvSpPr>
            <a:spLocks noGrp="1"/>
          </p:cNvSpPr>
          <p:nvPr>
            <p:ph type="sldNum" idx="57"/>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41A4DCEA-B287-4EFF-B6C6-556C4EB76872}"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3">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36" name="Group 6"/>
          <p:cNvGrpSpPr/>
          <p:nvPr/>
        </p:nvGrpSpPr>
        <p:grpSpPr>
          <a:xfrm>
            <a:off x="0" y="-8640"/>
            <a:ext cx="12190320" cy="6868080"/>
            <a:chOff x="0" y="-8640"/>
            <a:chExt cx="12190320" cy="6868080"/>
          </a:xfrm>
        </p:grpSpPr>
        <p:cxnSp>
          <p:nvCxnSpPr>
            <p:cNvPr id="337" name="Straight Connector 19"/>
            <p:cNvCxnSpPr/>
            <p:nvPr/>
          </p:nvCxnSpPr>
          <p:spPr>
            <a:xfrm>
              <a:off x="9370800" y="0"/>
              <a:ext cx="1221120" cy="6859800"/>
            </a:xfrm>
            <a:prstGeom prst="straightConnector1">
              <a:avLst/>
            </a:prstGeom>
            <a:ln cap="rnd" w="9525">
              <a:solidFill>
                <a:srgbClr val="BFBFBF"/>
              </a:solidFill>
              <a:round/>
            </a:ln>
          </p:spPr>
        </p:cxnSp>
        <p:cxnSp>
          <p:nvCxnSpPr>
            <p:cNvPr id="338"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323"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24"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25"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26"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27"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28"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29"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30"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339" name="PlaceHolder 1"/>
          <p:cNvSpPr>
            <a:spLocks noGrp="1"/>
          </p:cNvSpPr>
          <p:nvPr>
            <p:ph type="title"/>
          </p:nvPr>
        </p:nvSpPr>
        <p:spPr>
          <a:xfrm>
            <a:off x="677160" y="609480"/>
            <a:ext cx="8595000" cy="1319040"/>
          </a:xfrm>
          <a:prstGeom prst="rect">
            <a:avLst/>
          </a:prstGeom>
          <a:noFill/>
          <a:ln w="0">
            <a:noFill/>
          </a:ln>
        </p:spPr>
        <p:txBody>
          <a:bodyPr lIns="91440" tIns="45720" rIns="91440" bIns="45720" anchor="t">
            <a:norm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Arial"/>
            </a:endParaRPr>
          </a:p>
        </p:txBody>
      </p:sp>
      <p:sp>
        <p:nvSpPr>
          <p:cNvPr id="340" name="PlaceHolder 2"/>
          <p:cNvSpPr>
            <a:spLocks noGrp="1"/>
          </p:cNvSpPr>
          <p:nvPr>
            <p:ph type="body"/>
          </p:nvPr>
        </p:nvSpPr>
        <p:spPr>
          <a:xfrm>
            <a:off x="677160" y="2160720"/>
            <a:ext cx="8595000" cy="387900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90C226"/>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Arial"/>
            </a:endParaRPr>
          </a:p>
          <a:p>
            <a:pPr marL="743040" lvl="1" indent="-285840" algn="l"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Arial"/>
            </a:endParaRPr>
          </a:p>
          <a:p>
            <a:pPr marL="1143000" lvl="2" indent="-228600" algn="l"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Arial"/>
            </a:endParaRPr>
          </a:p>
          <a:p>
            <a:pPr marL="1600200" lvl="3"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Arial"/>
            </a:endParaRPr>
          </a:p>
          <a:p>
            <a:pPr marL="2057400" lvl="4"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Arial"/>
            </a:endParaRPr>
          </a:p>
        </p:txBody>
      </p:sp>
      <p:sp>
        <p:nvSpPr>
          <p:cNvPr id="341" name="PlaceHolder 3"/>
          <p:cNvSpPr>
            <a:spLocks noGrp="1"/>
          </p:cNvSpPr>
          <p:nvPr>
            <p:ph type="dt" idx="58"/>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342" name="PlaceHolder 4"/>
          <p:cNvSpPr>
            <a:spLocks noGrp="1"/>
          </p:cNvSpPr>
          <p:nvPr>
            <p:ph type="ftr" idx="59"/>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343" name="PlaceHolder 5"/>
          <p:cNvSpPr>
            <a:spLocks noGrp="1"/>
          </p:cNvSpPr>
          <p:nvPr>
            <p:ph type="sldNum" idx="60"/>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31EC4A3C-DF57-4DDE-89CF-2615E069A41B}"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44" name="Group 6"/>
          <p:cNvGrpSpPr/>
          <p:nvPr/>
        </p:nvGrpSpPr>
        <p:grpSpPr>
          <a:xfrm>
            <a:off x="0" y="-8640"/>
            <a:ext cx="12190320" cy="6868080"/>
            <a:chOff x="0" y="-8640"/>
            <a:chExt cx="12190320" cy="6868080"/>
          </a:xfrm>
        </p:grpSpPr>
        <p:cxnSp>
          <p:nvCxnSpPr>
            <p:cNvPr id="345" name="Straight Connector 19"/>
            <p:cNvCxnSpPr/>
            <p:nvPr/>
          </p:nvCxnSpPr>
          <p:spPr>
            <a:xfrm>
              <a:off x="9370800" y="0"/>
              <a:ext cx="1221120" cy="6859800"/>
            </a:xfrm>
            <a:prstGeom prst="straightConnector1">
              <a:avLst/>
            </a:prstGeom>
            <a:ln cap="rnd" w="9525">
              <a:solidFill>
                <a:srgbClr val="BFBFBF"/>
              </a:solidFill>
              <a:round/>
            </a:ln>
          </p:spPr>
        </p:cxnSp>
        <p:cxnSp>
          <p:nvCxnSpPr>
            <p:cNvPr id="346"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347"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48"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49"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50"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51"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52"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53"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54"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355" name="PlaceHolder 1"/>
          <p:cNvSpPr>
            <a:spLocks noGrp="1"/>
          </p:cNvSpPr>
          <p:nvPr>
            <p:ph type="dt" idx="61"/>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356" name="PlaceHolder 2"/>
          <p:cNvSpPr>
            <a:spLocks noGrp="1"/>
          </p:cNvSpPr>
          <p:nvPr>
            <p:ph type="ftr" idx="62"/>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357" name="PlaceHolder 3"/>
          <p:cNvSpPr>
            <a:spLocks noGrp="1"/>
          </p:cNvSpPr>
          <p:nvPr>
            <p:ph type="sldNum" idx="63"/>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7F787620-DDB9-473C-AC95-156C24C1DA4F}"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358" name="PlaceHolder 4"/>
          <p:cNvSpPr>
            <a:spLocks noGrp="1"/>
          </p:cNvSpPr>
          <p:nvPr>
            <p:ph type="title"/>
          </p:nvPr>
        </p:nvSpPr>
        <p:spPr>
          <a:xfrm>
            <a:off x="609480" y="273600"/>
            <a:ext cx="10971000" cy="1143360"/>
          </a:xfrm>
          <a:prstGeom prst="rect">
            <a:avLst/>
          </a:prstGeom>
          <a:noFill/>
          <a:ln w="0">
            <a:noFill/>
          </a:ln>
        </p:spPr>
        <p:txBody>
          <a:bodyPr lIns="0" tIns="0" rIns="0" bIns="0" anchor="ctr">
            <a:noAutofit/>
          </a:bodyPr>
          <a:lstStyle>
            <a:lvl1pPr indent="0" algn="l">
              <a:lnSpc>
                <a:spcPct val="100000"/>
              </a:lnSpc>
              <a:buNone/>
              <a:tabLst>
                <a:tab pos="0" algn="l"/>
              </a:tabLst>
              <a:defRPr lang="en-US" sz="1800" b="0" u="none" strike="noStrike">
                <a:solidFill>
                  <a:schemeClr val="dk1"/>
                </a:solidFill>
                <a:effectLst/>
                <a:uFillTx/>
                <a:latin typeface="Trebuchet MS"/>
              </a:defRPr>
            </a:lvl1pPr>
          </a:lstStyle>
          <a:p>
            <a:pPr indent="0" algn="l">
              <a:lnSpc>
                <a:spcPct val="100000"/>
              </a:lnSpc>
              <a:buNone/>
              <a:tabLst>
                <a:tab pos="0" algn="l"/>
              </a:tabLst>
            </a:pPr>
            <a:r>
              <a:rPr lang="en-US" sz="1800" b="0" u="none" strike="noStrike">
                <a:solidFill>
                  <a:schemeClr val="dk1"/>
                </a:solidFill>
                <a:effectLst/>
                <a:uFillTx/>
                <a:latin typeface="Trebuchet MS"/>
              </a:rPr>
              <a:t>Click to edit the title text format</a:t>
            </a:r>
            <a:endParaRPr lang="en-US" sz="1800" b="0" u="none" strike="noStrike">
              <a:solidFill>
                <a:srgbClr val="000000"/>
              </a:solidFill>
              <a:effectLst/>
              <a:uFillTx/>
              <a:latin typeface="Arial"/>
            </a:endParaRPr>
          </a:p>
        </p:txBody>
      </p:sp>
      <p:sp>
        <p:nvSpPr>
          <p:cNvPr id="359" name="PlaceHolder 5"/>
          <p:cNvSpPr>
            <a:spLocks noGrp="1"/>
          </p:cNvSpPr>
          <p:nvPr>
            <p:ph type="body"/>
          </p:nvPr>
        </p:nvSpPr>
        <p:spPr>
          <a:xfrm>
            <a:off x="609480" y="1604520"/>
            <a:ext cx="10971000" cy="397584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chemeClr val="dk1">
                    <a:lumMod val="75000"/>
                    <a:lumOff val="25000"/>
                  </a:schemeClr>
                </a:solidFill>
                <a:effectLst/>
                <a:uFillTx/>
                <a:latin typeface="Trebuchet MS"/>
              </a:defRPr>
            </a:lvl1pPr>
            <a:lvl2pPr lvl="1" algn="l">
              <a:lnSpc>
                <a:spcPct val="100000"/>
              </a:lnSpc>
              <a:spcBef>
                <a:spcPts val="1134"/>
              </a:spcBef>
              <a:buClr>
                <a:srgbClr val="000000"/>
              </a:buClr>
              <a:buSzPct val="75000"/>
              <a:buFont typeface="Symbol" charset="2"/>
              <a:buChar char=""/>
              <a:defRPr lang="en-US" sz="1400" b="0" u="none" strike="noStrike">
                <a:solidFill>
                  <a:schemeClr val="dk1">
                    <a:lumMod val="75000"/>
                    <a:lumOff val="25000"/>
                  </a:schemeClr>
                </a:solidFill>
                <a:effectLst/>
                <a:uFillTx/>
                <a:latin typeface="Trebuchet MS"/>
              </a:defRPr>
            </a:lvl2pPr>
            <a:lvl3pPr lvl="2" algn="l">
              <a:lnSpc>
                <a:spcPct val="100000"/>
              </a:lnSpc>
              <a:spcBef>
                <a:spcPts val="850"/>
              </a:spcBef>
              <a:buClr>
                <a:srgbClr val="000000"/>
              </a:buClr>
              <a:buSzPct val="45000"/>
              <a:buFont typeface="Wingdings" charset="2"/>
              <a:buChar char=""/>
              <a:defRPr lang="en-US" sz="1200" b="0" u="none" strike="noStrike">
                <a:solidFill>
                  <a:schemeClr val="dk1">
                    <a:lumMod val="75000"/>
                    <a:lumOff val="25000"/>
                  </a:schemeClr>
                </a:solidFill>
                <a:effectLst/>
                <a:uFillTx/>
                <a:latin typeface="Trebuchet MS"/>
              </a:defRPr>
            </a:lvl3pPr>
            <a:lvl4pPr lvl="3" algn="l">
              <a:lnSpc>
                <a:spcPct val="100000"/>
              </a:lnSpc>
              <a:spcBef>
                <a:spcPts val="567"/>
              </a:spcBef>
              <a:buClr>
                <a:srgbClr val="000000"/>
              </a:buClr>
              <a:buSzPct val="75000"/>
              <a:buFont typeface="Symbol" charset="2"/>
              <a:buChar char=""/>
              <a:defRPr lang="en-US" sz="1200" b="0" u="none" strike="noStrike">
                <a:solidFill>
                  <a:schemeClr val="dk1">
                    <a:lumMod val="75000"/>
                    <a:lumOff val="25000"/>
                  </a:schemeClr>
                </a:solidFill>
                <a:effectLst/>
                <a:uFillTx/>
                <a:latin typeface="Trebuchet MS"/>
              </a:defRPr>
            </a:lvl4pPr>
            <a:lvl5pPr lvl="4" algn="l">
              <a:lnSpc>
                <a:spcPct val="100000"/>
              </a:lnSpc>
              <a:spcBef>
                <a:spcPts val="283"/>
              </a:spcBef>
              <a:buClr>
                <a:srgbClr val="000000"/>
              </a:buClr>
              <a:buSzPct val="45000"/>
              <a:buFont typeface="Wingdings" charset="2"/>
              <a:buChar char=""/>
              <a:defRPr lang="en-US" sz="2000" b="0" u="none" strike="noStrike">
                <a:solidFill>
                  <a:schemeClr val="dk1">
                    <a:lumMod val="75000"/>
                    <a:lumOff val="25000"/>
                  </a:schemeClr>
                </a:solidFill>
                <a:effectLst/>
                <a:uFillTx/>
                <a:latin typeface="Trebuchet MS"/>
              </a:defRPr>
            </a:lvl5pPr>
            <a:lvl6pPr lvl="5" algn="l">
              <a:lnSpc>
                <a:spcPct val="100000"/>
              </a:lnSpc>
              <a:spcBef>
                <a:spcPts val="283"/>
              </a:spcBef>
              <a:buClr>
                <a:srgbClr val="000000"/>
              </a:buClr>
              <a:buSzPct val="45000"/>
              <a:buFont typeface="Wingdings" charset="2"/>
              <a:buChar char=""/>
              <a:defRPr lang="en-US" sz="2000" b="0" u="none" strike="noStrike">
                <a:solidFill>
                  <a:schemeClr val="dk1">
                    <a:lumMod val="75000"/>
                    <a:lumOff val="25000"/>
                  </a:schemeClr>
                </a:solidFill>
                <a:effectLst/>
                <a:uFillTx/>
                <a:latin typeface="Trebuchet MS"/>
              </a:defRPr>
            </a:lvl6pPr>
            <a:lvl7pPr lvl="6" algn="l">
              <a:lnSpc>
                <a:spcPct val="100000"/>
              </a:lnSpc>
              <a:spcBef>
                <a:spcPts val="283"/>
              </a:spcBef>
              <a:buClr>
                <a:srgbClr val="000000"/>
              </a:buClr>
              <a:buSzPct val="45000"/>
              <a:buFont typeface="Wingdings" charset="2"/>
              <a:buChar char=""/>
              <a:defRPr lang="en-US" sz="2000" b="0" u="none" strike="noStrike">
                <a:solidFill>
                  <a:schemeClr val="dk1">
                    <a:lumMod val="75000"/>
                    <a:lumOff val="25000"/>
                  </a:schemeClr>
                </a:solidFill>
                <a:effectLst/>
                <a:uFillTx/>
                <a:latin typeface="Trebuchet MS"/>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400" b="0" u="none" strike="noStrike">
                <a:solidFill>
                  <a:schemeClr val="dk1">
                    <a:lumMod val="75000"/>
                    <a:lumOff val="25000"/>
                  </a:schemeClr>
                </a:solidFill>
                <a:effectLst/>
                <a:uFillTx/>
                <a:latin typeface="Trebuchet MS"/>
              </a:rPr>
              <a:t>Second Outline Level</a:t>
            </a:r>
            <a:endParaRPr lang="en-US" sz="14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200" b="0" u="none" strike="noStrike">
                <a:solidFill>
                  <a:schemeClr val="dk1">
                    <a:lumMod val="75000"/>
                    <a:lumOff val="25000"/>
                  </a:schemeClr>
                </a:solidFill>
                <a:effectLst/>
                <a:uFillTx/>
                <a:latin typeface="Trebuchet MS"/>
              </a:rPr>
              <a:t>Third Outline Level</a:t>
            </a:r>
            <a:endParaRPr lang="en-US" sz="12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200" b="0" u="none" strike="noStrike">
                <a:solidFill>
                  <a:schemeClr val="dk1">
                    <a:lumMod val="75000"/>
                    <a:lumOff val="25000"/>
                  </a:schemeClr>
                </a:solidFill>
                <a:effectLst/>
                <a:uFillTx/>
                <a:latin typeface="Trebuchet MS"/>
              </a:rPr>
              <a:t>Fourth Outline Level</a:t>
            </a:r>
            <a:endParaRPr lang="en-US" sz="12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Fifth Outline Level</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Sixth Outline Level</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Seventh Outline Level</a:t>
            </a:r>
            <a:endParaRPr lang="en-US" sz="20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jpeg"/><Relationship Id="rId3"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 name="Group 6"/>
          <p:cNvGrpSpPr/>
          <p:nvPr/>
        </p:nvGrpSpPr>
        <p:grpSpPr>
          <a:xfrm>
            <a:off x="0" y="-8640"/>
            <a:ext cx="12190320" cy="6868080"/>
            <a:chOff x="0" y="-8640"/>
            <a:chExt cx="12190320" cy="6868080"/>
          </a:xfrm>
        </p:grpSpPr>
        <p:cxnSp>
          <p:nvCxnSpPr>
            <p:cNvPr id="3" name="Straight Connector 19"/>
            <p:cNvCxnSpPr/>
            <p:nvPr/>
          </p:nvCxnSpPr>
          <p:spPr>
            <a:xfrm>
              <a:off x="9370800" y="0"/>
              <a:ext cx="1221120" cy="6859800"/>
            </a:xfrm>
            <a:prstGeom prst="straightConnector1">
              <a:avLst/>
            </a:prstGeom>
            <a:ln cap="rnd" w="9525">
              <a:solidFill>
                <a:srgbClr val="BFBFBF"/>
              </a:solidFill>
              <a:round/>
            </a:ln>
          </p:spPr>
        </p:cxnSp>
        <p:cxnSp>
          <p:nvCxnSpPr>
            <p:cNvPr id="4"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5"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6"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7"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8"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9"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0"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1"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2"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grpSp>
        <p:nvGrpSpPr>
          <p:cNvPr id="13" name="Group 6"/>
          <p:cNvGrpSpPr/>
          <p:nvPr/>
        </p:nvGrpSpPr>
        <p:grpSpPr>
          <a:xfrm>
            <a:off x="1800" y="-8640"/>
            <a:ext cx="12188520" cy="6868080"/>
            <a:chOff x="1800" y="-8640"/>
            <a:chExt cx="12188520" cy="6868080"/>
          </a:xfrm>
        </p:grpSpPr>
        <p:cxnSp>
          <p:nvCxnSpPr>
            <p:cNvPr id="14" name="Straight Connector 31"/>
            <p:cNvCxnSpPr/>
            <p:nvPr/>
          </p:nvCxnSpPr>
          <p:spPr>
            <a:xfrm>
              <a:off x="9370800" y="0"/>
              <a:ext cx="1221120" cy="6859800"/>
            </a:xfrm>
            <a:prstGeom prst="straightConnector1">
              <a:avLst/>
            </a:prstGeom>
            <a:ln cap="rnd" w="9525">
              <a:solidFill>
                <a:srgbClr val="BFBFBF"/>
              </a:solidFill>
              <a:round/>
            </a:ln>
          </p:spPr>
        </p:cxnSp>
        <p:cxnSp>
          <p:nvCxnSpPr>
            <p:cNvPr id="15"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16"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7"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8" name="Isosceles Triangle 26"/>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9"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0"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1"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2" name="Isosceles Triangle 30"/>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3" name="Isosceles Triangle 18"/>
            <p:cNvSpPr/>
            <p:nvPr/>
          </p:nvSpPr>
          <p:spPr>
            <a:xfrm rot="10800000">
              <a:off x="1800" y="1800"/>
              <a:ext cx="840960" cy="5664240"/>
            </a:xfrm>
            <a:prstGeom prst="triangle">
              <a:avLst>
                <a:gd name="adj" fmla="val 10000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24" name="PlaceHolder 1"/>
          <p:cNvSpPr>
            <a:spLocks noGrp="1"/>
          </p:cNvSpPr>
          <p:nvPr>
            <p:ph type="title"/>
          </p:nvPr>
        </p:nvSpPr>
        <p:spPr>
          <a:xfrm>
            <a:off x="677160" y="1131480"/>
            <a:ext cx="859500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25" name="PlaceHolder 2"/>
          <p:cNvSpPr>
            <a:spLocks noGrp="1"/>
          </p:cNvSpPr>
          <p:nvPr>
            <p:ph type="ftr" idx="1"/>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26" name="PlaceHolder 3"/>
          <p:cNvSpPr>
            <a:spLocks noGrp="1"/>
          </p:cNvSpPr>
          <p:nvPr>
            <p:ph type="sldNum" idx="2"/>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0E9F2E1F-0297-4D78-96F5-71810B8754FE}"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27" name="PlaceHolder 4"/>
          <p:cNvSpPr>
            <a:spLocks noGrp="1"/>
          </p:cNvSpPr>
          <p:nvPr>
            <p:ph type="dt" idx="3"/>
          </p:nvPr>
        </p:nvSpPr>
        <p:spPr>
          <a:xfrm>
            <a:off x="7205040" y="6041520"/>
            <a:ext cx="910080" cy="36324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8"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51" name="Group 6"/>
          <p:cNvGrpSpPr/>
          <p:nvPr/>
        </p:nvGrpSpPr>
        <p:grpSpPr>
          <a:xfrm>
            <a:off x="0" y="-8640"/>
            <a:ext cx="12190320" cy="6868080"/>
            <a:chOff x="0" y="-8640"/>
            <a:chExt cx="12190320" cy="6868080"/>
          </a:xfrm>
        </p:grpSpPr>
        <p:cxnSp>
          <p:nvCxnSpPr>
            <p:cNvPr id="252" name="Straight Connector 19"/>
            <p:cNvCxnSpPr/>
            <p:nvPr/>
          </p:nvCxnSpPr>
          <p:spPr>
            <a:xfrm>
              <a:off x="9370800" y="0"/>
              <a:ext cx="1221120" cy="6859800"/>
            </a:xfrm>
            <a:prstGeom prst="straightConnector1">
              <a:avLst/>
            </a:prstGeom>
            <a:ln cap="rnd" w="9525">
              <a:solidFill>
                <a:srgbClr val="BFBFBF"/>
              </a:solidFill>
              <a:round/>
            </a:ln>
          </p:spPr>
        </p:cxnSp>
        <p:cxnSp>
          <p:nvCxnSpPr>
            <p:cNvPr id="253"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254"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55"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56"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57"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58"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59"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60"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61"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262" name="PlaceHolder 1"/>
          <p:cNvSpPr>
            <a:spLocks noGrp="1"/>
          </p:cNvSpPr>
          <p:nvPr>
            <p:ph type="title"/>
          </p:nvPr>
        </p:nvSpPr>
        <p:spPr>
          <a:xfrm>
            <a:off x="677160" y="1131480"/>
            <a:ext cx="859500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263" name="PlaceHolder 2"/>
          <p:cNvSpPr>
            <a:spLocks noGrp="1"/>
          </p:cNvSpPr>
          <p:nvPr>
            <p:ph type="ftr" idx="43"/>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264" name="PlaceHolder 3"/>
          <p:cNvSpPr>
            <a:spLocks noGrp="1"/>
          </p:cNvSpPr>
          <p:nvPr>
            <p:ph type="sldNum" idx="44"/>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E7263F52-77B2-4B6C-993E-AA1509C62EFF}"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265" name="PlaceHolder 4"/>
          <p:cNvSpPr>
            <a:spLocks noGrp="1"/>
          </p:cNvSpPr>
          <p:nvPr>
            <p:ph type="dt" idx="45"/>
          </p:nvPr>
        </p:nvSpPr>
        <p:spPr>
          <a:xfrm>
            <a:off x="7205040" y="6041520"/>
            <a:ext cx="910080" cy="36324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5"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68" name="Group 6"/>
          <p:cNvGrpSpPr/>
          <p:nvPr/>
        </p:nvGrpSpPr>
        <p:grpSpPr>
          <a:xfrm>
            <a:off x="0" y="-8640"/>
            <a:ext cx="12190320" cy="6868080"/>
            <a:chOff x="0" y="-8640"/>
            <a:chExt cx="12190320" cy="6868080"/>
          </a:xfrm>
        </p:grpSpPr>
        <p:cxnSp>
          <p:nvCxnSpPr>
            <p:cNvPr id="269" name="Straight Connector 19"/>
            <p:cNvCxnSpPr/>
            <p:nvPr/>
          </p:nvCxnSpPr>
          <p:spPr>
            <a:xfrm>
              <a:off x="9370800" y="0"/>
              <a:ext cx="1221120" cy="6859800"/>
            </a:xfrm>
            <a:prstGeom prst="straightConnector1">
              <a:avLst/>
            </a:prstGeom>
            <a:ln cap="rnd" w="9525">
              <a:solidFill>
                <a:srgbClr val="BFBFBF"/>
              </a:solidFill>
              <a:round/>
            </a:ln>
          </p:spPr>
        </p:cxnSp>
        <p:cxnSp>
          <p:nvCxnSpPr>
            <p:cNvPr id="270"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271"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72"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73"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74"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75"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76"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77"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78"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279" name="PlaceHolder 1"/>
          <p:cNvSpPr>
            <a:spLocks noGrp="1"/>
          </p:cNvSpPr>
          <p:nvPr>
            <p:ph type="title"/>
          </p:nvPr>
        </p:nvSpPr>
        <p:spPr>
          <a:xfrm>
            <a:off x="677160" y="1131480"/>
            <a:ext cx="859500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280" name="PlaceHolder 2"/>
          <p:cNvSpPr>
            <a:spLocks noGrp="1"/>
          </p:cNvSpPr>
          <p:nvPr>
            <p:ph type="ftr" idx="46"/>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Times New Roman"/>
            </a:endParaRPr>
          </a:p>
        </p:txBody>
      </p:sp>
      <p:sp>
        <p:nvSpPr>
          <p:cNvPr id="281" name="PlaceHolder 3"/>
          <p:cNvSpPr>
            <a:spLocks noGrp="1"/>
          </p:cNvSpPr>
          <p:nvPr>
            <p:ph type="sldNum" idx="47"/>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68238755-398E-4A5B-9E94-29F6B46DC335}" type="slidenum">
              <a:rPr lang="en-IN" sz="900" b="0" u="none" strike="noStrike">
                <a:solidFill>
                  <a:schemeClr val="accent1"/>
                </a:solidFill>
                <a:effectLst/>
                <a:uFillTx/>
                <a:latin typeface="Trebuchet MS"/>
              </a:rPr>
              <a:t>1</a:t>
            </a:fld>
            <a:endParaRPr lang="en-US" sz="900" b="0" u="none" strike="noStrike">
              <a:solidFill>
                <a:srgbClr val="000000"/>
              </a:solidFill>
              <a:effectLst/>
              <a:uFillTx/>
              <a:latin typeface="Times New Roman"/>
            </a:endParaRPr>
          </a:p>
        </p:txBody>
      </p:sp>
      <p:sp>
        <p:nvSpPr>
          <p:cNvPr id="282" name="PlaceHolder 4"/>
          <p:cNvSpPr>
            <a:spLocks noGrp="1"/>
          </p:cNvSpPr>
          <p:nvPr>
            <p:ph type="dt" idx="48"/>
          </p:nvPr>
        </p:nvSpPr>
        <p:spPr>
          <a:xfrm>
            <a:off x="7205040" y="6041520"/>
            <a:ext cx="910080" cy="36324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7" r:id="rId3"/>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85" name="Group 6"/>
          <p:cNvGrpSpPr/>
          <p:nvPr/>
        </p:nvGrpSpPr>
        <p:grpSpPr>
          <a:xfrm>
            <a:off x="0" y="-8640"/>
            <a:ext cx="12190320" cy="6868080"/>
            <a:chOff x="0" y="-8640"/>
            <a:chExt cx="12190320" cy="6868080"/>
          </a:xfrm>
        </p:grpSpPr>
        <p:cxnSp>
          <p:nvCxnSpPr>
            <p:cNvPr id="286" name="Straight Connector 19"/>
            <p:cNvCxnSpPr/>
            <p:nvPr/>
          </p:nvCxnSpPr>
          <p:spPr>
            <a:xfrm>
              <a:off x="9370800" y="0"/>
              <a:ext cx="1221120" cy="6859800"/>
            </a:xfrm>
            <a:prstGeom prst="straightConnector1">
              <a:avLst/>
            </a:prstGeom>
            <a:ln cap="rnd" w="9525">
              <a:solidFill>
                <a:srgbClr val="BFBFBF"/>
              </a:solidFill>
              <a:round/>
            </a:ln>
          </p:spPr>
        </p:cxnSp>
        <p:cxnSp>
          <p:nvCxnSpPr>
            <p:cNvPr id="287"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288"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89"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90"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91"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92"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93"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94"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95"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296" name="PlaceHolder 1"/>
          <p:cNvSpPr>
            <a:spLocks noGrp="1"/>
          </p:cNvSpPr>
          <p:nvPr>
            <p:ph type="title"/>
          </p:nvPr>
        </p:nvSpPr>
        <p:spPr>
          <a:xfrm>
            <a:off x="677160" y="1131480"/>
            <a:ext cx="859500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297" name="PlaceHolder 2"/>
          <p:cNvSpPr>
            <a:spLocks noGrp="1"/>
          </p:cNvSpPr>
          <p:nvPr>
            <p:ph type="ftr" idx="49"/>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Times New Roman"/>
            </a:endParaRPr>
          </a:p>
        </p:txBody>
      </p:sp>
      <p:sp>
        <p:nvSpPr>
          <p:cNvPr id="298" name="PlaceHolder 3"/>
          <p:cNvSpPr>
            <a:spLocks noGrp="1"/>
          </p:cNvSpPr>
          <p:nvPr>
            <p:ph type="sldNum" idx="50"/>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B7435F28-47AA-4E8E-B93A-501D6EA8EEC2}" type="slidenum">
              <a:rPr lang="en-IN" sz="900" b="0" u="none" strike="noStrike">
                <a:solidFill>
                  <a:schemeClr val="accent1"/>
                </a:solidFill>
                <a:effectLst/>
                <a:uFillTx/>
                <a:latin typeface="Trebuchet MS"/>
              </a:rPr>
              <a:t>1</a:t>
            </a:fld>
            <a:endParaRPr lang="en-US" sz="900" b="0" u="none" strike="noStrike">
              <a:solidFill>
                <a:srgbClr val="000000"/>
              </a:solidFill>
              <a:effectLst/>
              <a:uFillTx/>
              <a:latin typeface="Times New Roman"/>
            </a:endParaRPr>
          </a:p>
        </p:txBody>
      </p:sp>
      <p:sp>
        <p:nvSpPr>
          <p:cNvPr id="299" name="PlaceHolder 4"/>
          <p:cNvSpPr>
            <a:spLocks noGrp="1"/>
          </p:cNvSpPr>
          <p:nvPr>
            <p:ph type="dt" idx="51"/>
          </p:nvPr>
        </p:nvSpPr>
        <p:spPr>
          <a:xfrm>
            <a:off x="7205040" y="6041520"/>
            <a:ext cx="910080" cy="36324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9" r:id="rId3"/>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02" name="Group 6"/>
          <p:cNvGrpSpPr/>
          <p:nvPr/>
        </p:nvGrpSpPr>
        <p:grpSpPr>
          <a:xfrm>
            <a:off x="0" y="-8640"/>
            <a:ext cx="12190320" cy="6868080"/>
            <a:chOff x="0" y="-8640"/>
            <a:chExt cx="12190320" cy="6868080"/>
          </a:xfrm>
        </p:grpSpPr>
        <p:cxnSp>
          <p:nvCxnSpPr>
            <p:cNvPr id="303" name="Straight Connector 19"/>
            <p:cNvCxnSpPr/>
            <p:nvPr/>
          </p:nvCxnSpPr>
          <p:spPr>
            <a:xfrm>
              <a:off x="9370800" y="0"/>
              <a:ext cx="1221120" cy="6859800"/>
            </a:xfrm>
            <a:prstGeom prst="straightConnector1">
              <a:avLst/>
            </a:prstGeom>
            <a:ln cap="rnd" w="9525">
              <a:solidFill>
                <a:srgbClr val="BFBFBF"/>
              </a:solidFill>
              <a:round/>
            </a:ln>
          </p:spPr>
        </p:cxnSp>
        <p:cxnSp>
          <p:nvCxnSpPr>
            <p:cNvPr id="304" name="Straight Connector 20"/>
            <p:cNvCxnSpPr/>
            <p:nvPr/>
          </p:nvCxnSpPr>
          <p:spPr>
            <a:xfrm flipH="1">
              <a:off x="7425000" y="3681360"/>
              <a:ext cx="4765320" cy="3178440"/>
            </a:xfrm>
            <a:prstGeom prst="straightConnector1">
              <a:avLst/>
            </a:prstGeom>
            <a:ln cap="rnd" w="9525">
              <a:solidFill>
                <a:srgbClr val="D9D9D9"/>
              </a:solidFill>
              <a:round/>
            </a:ln>
          </p:spPr>
        </p:cxnSp>
        <p:sp>
          <p:nvSpPr>
            <p:cNvPr id="305" name="Rectangle 23"/>
            <p:cNvSpPr/>
            <p:nvPr/>
          </p:nvSpPr>
          <p:spPr>
            <a:xfrm>
              <a:off x="9181440" y="-8640"/>
              <a:ext cx="3005640" cy="6864840"/>
            </a:xfrm>
            <a:custGeom>
              <a:avLst/>
              <a:gdLst>
                <a:gd name="textAreaLeft" fmla="*/ 0 w 3005640"/>
                <a:gd name="textAreaRight" fmla="*/ 3007440 w 3005640"/>
                <a:gd name="textAreaTop" fmla="*/ 0 h 6864840"/>
                <a:gd name="textAreaBottom" fmla="*/ 6866640 h 686484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06" name="Rectangle 25"/>
            <p:cNvSpPr/>
            <p:nvPr/>
          </p:nvSpPr>
          <p:spPr>
            <a:xfrm>
              <a:off x="9603360" y="-8640"/>
              <a:ext cx="2586600" cy="6864840"/>
            </a:xfrm>
            <a:custGeom>
              <a:avLst/>
              <a:gdLst>
                <a:gd name="textAreaLeft" fmla="*/ 0 w 2586600"/>
                <a:gd name="textAreaRight" fmla="*/ 2588400 w 2586600"/>
                <a:gd name="textAreaTop" fmla="*/ 0 h 6864840"/>
                <a:gd name="textAreaBottom" fmla="*/ 6866640 h 686484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07" name="Isosceles Triangle 23"/>
            <p:cNvSpPr/>
            <p:nvPr/>
          </p:nvSpPr>
          <p:spPr>
            <a:xfrm>
              <a:off x="8932320" y="3048120"/>
              <a:ext cx="3258000" cy="380808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08" name="Rectangle 27"/>
            <p:cNvSpPr/>
            <p:nvPr/>
          </p:nvSpPr>
          <p:spPr>
            <a:xfrm>
              <a:off x="9334440" y="-8640"/>
              <a:ext cx="2852640" cy="6864840"/>
            </a:xfrm>
            <a:custGeom>
              <a:avLst/>
              <a:gdLst>
                <a:gd name="textAreaLeft" fmla="*/ 0 w 2852640"/>
                <a:gd name="textAreaRight" fmla="*/ 2854440 w 2852640"/>
                <a:gd name="textAreaTop" fmla="*/ 0 h 6864840"/>
                <a:gd name="textAreaBottom" fmla="*/ 6866640 h 686484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09" name="Rectangle 28"/>
            <p:cNvSpPr/>
            <p:nvPr/>
          </p:nvSpPr>
          <p:spPr>
            <a:xfrm>
              <a:off x="10898640" y="-8640"/>
              <a:ext cx="1288440" cy="6864840"/>
            </a:xfrm>
            <a:custGeom>
              <a:avLst/>
              <a:gdLst>
                <a:gd name="textAreaLeft" fmla="*/ 0 w 1288440"/>
                <a:gd name="textAreaRight" fmla="*/ 1290240 w 1288440"/>
                <a:gd name="textAreaTop" fmla="*/ 0 h 6864840"/>
                <a:gd name="textAreaBottom" fmla="*/ 6866640 h 686484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10" name="Rectangle 29"/>
            <p:cNvSpPr/>
            <p:nvPr/>
          </p:nvSpPr>
          <p:spPr>
            <a:xfrm>
              <a:off x="10938960" y="-8640"/>
              <a:ext cx="1248120" cy="6864840"/>
            </a:xfrm>
            <a:custGeom>
              <a:avLst/>
              <a:gdLst>
                <a:gd name="textAreaLeft" fmla="*/ 0 w 1248120"/>
                <a:gd name="textAreaRight" fmla="*/ 1249920 w 1248120"/>
                <a:gd name="textAreaTop" fmla="*/ 0 h 6864840"/>
                <a:gd name="textAreaBottom" fmla="*/ 6866640 h 686484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11" name="Isosceles Triangle 27"/>
            <p:cNvSpPr/>
            <p:nvPr/>
          </p:nvSpPr>
          <p:spPr>
            <a:xfrm>
              <a:off x="10371600" y="3589920"/>
              <a:ext cx="1815480" cy="326628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12" name="Isosceles Triangle 28"/>
            <p:cNvSpPr/>
            <p:nvPr/>
          </p:nvSpPr>
          <p:spPr>
            <a:xfrm>
              <a:off x="0" y="4013280"/>
              <a:ext cx="446760" cy="284292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313" name="PlaceHolder 1"/>
          <p:cNvSpPr>
            <a:spLocks noGrp="1"/>
          </p:cNvSpPr>
          <p:nvPr>
            <p:ph type="title"/>
          </p:nvPr>
        </p:nvSpPr>
        <p:spPr>
          <a:xfrm>
            <a:off x="677160" y="609480"/>
            <a:ext cx="8595000" cy="1319040"/>
          </a:xfrm>
          <a:prstGeom prst="rect">
            <a:avLst/>
          </a:prstGeom>
          <a:noFill/>
          <a:ln w="0">
            <a:noFill/>
          </a:ln>
        </p:spPr>
        <p:txBody>
          <a:bodyPr lIns="91440" tIns="45720" rIns="91440" bIns="45720" anchor="t">
            <a:norm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Arial"/>
            </a:endParaRPr>
          </a:p>
        </p:txBody>
      </p:sp>
      <p:sp>
        <p:nvSpPr>
          <p:cNvPr id="314" name="PlaceHolder 2"/>
          <p:cNvSpPr>
            <a:spLocks noGrp="1"/>
          </p:cNvSpPr>
          <p:nvPr>
            <p:ph type="body"/>
          </p:nvPr>
        </p:nvSpPr>
        <p:spPr>
          <a:xfrm>
            <a:off x="677160" y="2160720"/>
            <a:ext cx="8595000" cy="387900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90C226"/>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90C226"/>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90C226"/>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90C226"/>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Arial"/>
            </a:endParaRPr>
          </a:p>
          <a:p>
            <a:pPr marL="743040" lvl="1" indent="-285840" algn="l"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Arial"/>
            </a:endParaRPr>
          </a:p>
          <a:p>
            <a:pPr marL="1143000" lvl="2" indent="-228600" algn="l"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Arial"/>
            </a:endParaRPr>
          </a:p>
          <a:p>
            <a:pPr marL="1600200" lvl="3"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Arial"/>
            </a:endParaRPr>
          </a:p>
          <a:p>
            <a:pPr marL="2057400" lvl="4" indent="-228600" algn="l"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Arial"/>
            </a:endParaRPr>
          </a:p>
        </p:txBody>
      </p:sp>
      <p:sp>
        <p:nvSpPr>
          <p:cNvPr id="315" name="PlaceHolder 3"/>
          <p:cNvSpPr>
            <a:spLocks noGrp="1"/>
          </p:cNvSpPr>
          <p:nvPr>
            <p:ph type="dt" idx="52"/>
          </p:nvPr>
        </p:nvSpPr>
        <p:spPr>
          <a:xfrm>
            <a:off x="7205040" y="6041520"/>
            <a:ext cx="9100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Times New Roman"/>
            </a:endParaRPr>
          </a:p>
        </p:txBody>
      </p:sp>
      <p:sp>
        <p:nvSpPr>
          <p:cNvPr id="316" name="PlaceHolder 4"/>
          <p:cNvSpPr>
            <a:spLocks noGrp="1"/>
          </p:cNvSpPr>
          <p:nvPr>
            <p:ph type="ftr" idx="53"/>
          </p:nvPr>
        </p:nvSpPr>
        <p:spPr>
          <a:xfrm>
            <a:off x="677160" y="6041520"/>
            <a:ext cx="629568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317" name="PlaceHolder 5"/>
          <p:cNvSpPr>
            <a:spLocks noGrp="1"/>
          </p:cNvSpPr>
          <p:nvPr>
            <p:ph type="sldNum" idx="54"/>
          </p:nvPr>
        </p:nvSpPr>
        <p:spPr>
          <a:xfrm>
            <a:off x="8590680" y="6041520"/>
            <a:ext cx="681480" cy="36324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6269B250-A9E5-4BBF-B669-8B8EC15AAC2A}"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1" r:id="rId3"/>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3" r:id="rId2"/>
    <p:sldLayoutId id="2147483674" r:id="rId3"/>
    <p:sldLayoutId id="2147483675"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title"/>
          </p:nvPr>
        </p:nvSpPr>
        <p:spPr>
          <a:xfrm>
            <a:off x="1371600" y="301680"/>
            <a:ext cx="7692840" cy="1068480"/>
          </a:xfrm>
          <a:prstGeom prst="rect">
            <a:avLst/>
          </a:prstGeom>
          <a:noFill/>
          <a:ln w="0">
            <a:noFill/>
          </a:ln>
        </p:spPr>
        <p:txBody>
          <a:bodyPr lIns="91440" tIns="45720" rIns="91440" bIns="45720" anchor="b">
            <a:normAutofit/>
          </a:bodyPr>
          <a:p>
            <a:pPr indent="0" algn="ctr" defTabSz="457200">
              <a:lnSpc>
                <a:spcPct val="100000"/>
              </a:lnSpc>
              <a:buNone/>
              <a:tabLst>
                <a:tab pos="0" algn="l"/>
              </a:tabLst>
            </a:pPr>
            <a:r>
              <a:rPr lang="en-IN" sz="3200" b="1" u="none" strike="noStrike">
                <a:solidFill>
                  <a:schemeClr val="dk1">
                    <a:lumMod val="85000"/>
                    <a:lumOff val="15000"/>
                  </a:schemeClr>
                </a:solidFill>
                <a:effectLst/>
                <a:uFillTx/>
                <a:latin typeface="Trebuchet MS"/>
              </a:rPr>
              <a:t>SmartDRM: Blockchain based Digital Rights Management System</a:t>
            </a:r>
            <a:endParaRPr lang="en-US" sz="3200" b="0" u="none" strike="noStrike">
              <a:solidFill>
                <a:srgbClr val="000000"/>
              </a:solidFill>
              <a:effectLst/>
              <a:uFillTx/>
              <a:latin typeface="Arial"/>
            </a:endParaRPr>
          </a:p>
        </p:txBody>
      </p:sp>
      <p:sp>
        <p:nvSpPr>
          <p:cNvPr id="367" name="PlaceHolder 2"/>
          <p:cNvSpPr>
            <a:spLocks noGrp="1"/>
          </p:cNvSpPr>
          <p:nvPr>
            <p:ph type="subTitle"/>
          </p:nvPr>
        </p:nvSpPr>
        <p:spPr>
          <a:xfrm>
            <a:off x="2081880" y="2558520"/>
            <a:ext cx="8500320" cy="2828880"/>
          </a:xfrm>
          <a:prstGeom prst="rect">
            <a:avLst/>
          </a:prstGeom>
          <a:noFill/>
          <a:ln w="0">
            <a:noFill/>
          </a:ln>
        </p:spPr>
        <p:txBody>
          <a:bodyPr lIns="91440" tIns="45720" rIns="91440" bIns="45720" anchor="t">
            <a:normAutofit fontScale="85000" lnSpcReduction="9999"/>
          </a:bodyPr>
          <a:p>
            <a:pPr indent="0" algn="l" defTabSz="457200">
              <a:lnSpc>
                <a:spcPct val="100000"/>
              </a:lnSpc>
              <a:spcBef>
                <a:spcPts val="1001"/>
              </a:spcBef>
              <a:buNone/>
              <a:tabLst>
                <a:tab pos="0" algn="l"/>
              </a:tabLst>
            </a:pPr>
            <a:r>
              <a:rPr lang="en-US" sz="1800" b="0" u="none" strike="noStrike">
                <a:solidFill>
                  <a:schemeClr val="dk1"/>
                </a:solidFill>
                <a:effectLst/>
                <a:uFillTx/>
                <a:latin typeface="Trebuchet MS"/>
              </a:rPr>
              <a:t> TEAM MEMBERS :</a:t>
            </a: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Silambarasan. B          ( 620822205102 )</a:t>
            </a: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Muralidharan. C          ( 620822205064 )</a:t>
            </a: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Pradeep. M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( 620822205075 )</a:t>
            </a: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Srinath. P</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( 620822205105 )</a:t>
            </a: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r>
              <a:rPr lang="en-US" sz="2000" b="0" u="none" strike="noStrike">
                <a:solidFill>
                  <a:schemeClr val="dk1"/>
                </a:solidFill>
                <a:effectLst/>
                <a:uFillTx/>
                <a:latin typeface="Trebuchet MS"/>
              </a:rPr>
              <a:t> GUIDE : MRS. Sathiyapriya K, AP/IT</a:t>
            </a:r>
            <a:endParaRPr lang="en-US" sz="2000" b="0" u="none" strike="noStrike">
              <a:solidFill>
                <a:srgbClr val="000000"/>
              </a:solidFill>
              <a:effectLst/>
              <a:uFillTx/>
              <a:latin typeface="Arial"/>
            </a:endParaRPr>
          </a:p>
          <a:p>
            <a:pPr indent="0" algn="l" defTabSz="457200">
              <a:lnSpc>
                <a:spcPct val="100000"/>
              </a:lnSpc>
              <a:spcBef>
                <a:spcPts val="1001"/>
              </a:spcBef>
              <a:buNone/>
              <a:tabLst>
                <a:tab pos="0" algn="l"/>
              </a:tabLst>
            </a:pPr>
            <a:r>
              <a:rPr lang="en-US" sz="2000" b="0" u="none" strike="noStrike">
                <a:solidFill>
                  <a:schemeClr val="dk1"/>
                </a:solidFill>
                <a:effectLst/>
                <a:uFillTx/>
                <a:latin typeface="Trebuchet MS"/>
              </a:rPr>
              <a:t> </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title"/>
          </p:nvPr>
        </p:nvSpPr>
        <p:spPr>
          <a:xfrm>
            <a:off x="0" y="0"/>
            <a:ext cx="8595000" cy="131904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3600" b="1" u="none" strike="noStrike">
                <a:solidFill>
                  <a:schemeClr val="dk1"/>
                </a:solidFill>
                <a:effectLst/>
                <a:uFillTx/>
                <a:latin typeface="Trebuchet MS"/>
              </a:rPr>
              <a:t>Abstract</a:t>
            </a:r>
            <a:endParaRPr lang="en-US" sz="3600" b="0" u="none" strike="noStrike">
              <a:solidFill>
                <a:srgbClr val="000000"/>
              </a:solidFill>
              <a:effectLst/>
              <a:uFillTx/>
              <a:latin typeface="Arial"/>
            </a:endParaRPr>
          </a:p>
        </p:txBody>
      </p:sp>
      <p:sp>
        <p:nvSpPr>
          <p:cNvPr id="369" name="PlaceHolder 2"/>
          <p:cNvSpPr>
            <a:spLocks noGrp="1"/>
          </p:cNvSpPr>
          <p:nvPr>
            <p:ph/>
          </p:nvPr>
        </p:nvSpPr>
        <p:spPr>
          <a:xfrm>
            <a:off x="327960" y="692640"/>
            <a:ext cx="9272160" cy="570708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Rapid growth of digital content distribution has intensified piracy, ownership violations, and revenue leakage</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Conventional Digital Rights Management (DRM) systems rely on centralized authorities for control and enforcement</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Centralized DRM architectures suffer from single-point failure, limited transparency, and reduced stakeholder trust</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SmartDRM-X introduces a decentralized DRM framework to address these structural limitations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 contracts provide automated, tamper-resistant license enforcement mechanisms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An Artificial Intelligence layer analyzes usage patterns to detect suspicious or abnormal behavior</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Cryptographic techniques ensure data integrity and protection against unauthorized modification</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title"/>
          </p:nvPr>
        </p:nvSpPr>
        <p:spPr>
          <a:xfrm>
            <a:off x="1800" y="0"/>
            <a:ext cx="8595000" cy="131904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3600" b="1" u="none" strike="noStrike">
                <a:solidFill>
                  <a:schemeClr val="dk1"/>
                </a:solidFill>
                <a:effectLst/>
                <a:uFillTx/>
                <a:latin typeface="Trebuchet MS"/>
              </a:rPr>
              <a:t> Introduction</a:t>
            </a:r>
            <a:endParaRPr lang="en-US" sz="3600" b="0" u="none" strike="noStrike">
              <a:solidFill>
                <a:srgbClr val="000000"/>
              </a:solidFill>
              <a:effectLst/>
              <a:uFillTx/>
              <a:latin typeface="Arial"/>
            </a:endParaRPr>
          </a:p>
        </p:txBody>
      </p:sp>
      <p:sp>
        <p:nvSpPr>
          <p:cNvPr id="371" name="PlaceHolder 2"/>
          <p:cNvSpPr>
            <a:spLocks noGrp="1"/>
          </p:cNvSpPr>
          <p:nvPr>
            <p:ph/>
          </p:nvPr>
        </p:nvSpPr>
        <p:spPr>
          <a:xfrm>
            <a:off x="333000" y="914400"/>
            <a:ext cx="9038160" cy="434232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Explosive growth of digital media platforms has reshaped content creation, distribution, and consumption</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Unauthorized copying, illegal redistribution, and misuse of digital assets continue to rise</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Traditional DRM systems rely on centralized control, reducing transparency and system resilience</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Content creators lack visibility and users must blindly trust a single authority</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Advances in blockchain and AI enable SmartDRM-X: a decentralized, intelligent, and transparent DRM framework</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p:nvPr>
        </p:nvSpPr>
        <p:spPr>
          <a:xfrm>
            <a:off x="254160" y="311040"/>
            <a:ext cx="8594640" cy="830520"/>
          </a:xfrm>
          <a:prstGeom prst="rect">
            <a:avLst/>
          </a:prstGeom>
          <a:noFill/>
          <a:ln w="0">
            <a:noFill/>
          </a:ln>
        </p:spPr>
        <p:txBody>
          <a:bodyPr lIns="91440" tIns="45720" rIns="91440" bIns="45720" anchor="t">
            <a:normAutofit/>
          </a:bodyPr>
          <a:p>
            <a:pPr marL="343080" indent="-343080" algn="l" defTabSz="457200">
              <a:lnSpc>
                <a:spcPct val="100000"/>
              </a:lnSpc>
              <a:spcBef>
                <a:spcPts val="1001"/>
              </a:spcBef>
              <a:buNone/>
              <a:tabLst>
                <a:tab pos="0" algn="l"/>
              </a:tabLst>
            </a:pPr>
            <a:r>
              <a:rPr lang="en-IN" sz="3600" b="1" u="none" strike="noStrike">
                <a:solidFill>
                  <a:schemeClr val="dk1"/>
                </a:solidFill>
                <a:effectLst/>
                <a:uFillTx/>
                <a:latin typeface="Trebuchet MS"/>
              </a:rPr>
              <a:t>PROBLEM STATEMENT :</a:t>
            </a:r>
            <a:endParaRPr lang="en-US" sz="3600" b="0" u="none" strike="noStrike">
              <a:solidFill>
                <a:srgbClr val="000000"/>
              </a:solidFill>
              <a:effectLst/>
              <a:uFillTx/>
              <a:latin typeface="Arial"/>
            </a:endParaRPr>
          </a:p>
        </p:txBody>
      </p:sp>
      <p:sp>
        <p:nvSpPr>
          <p:cNvPr id="373" name="Content Placeholder 6"/>
          <p:cNvSpPr/>
          <p:nvPr/>
        </p:nvSpPr>
        <p:spPr>
          <a:xfrm>
            <a:off x="685800" y="1412280"/>
            <a:ext cx="8080560" cy="2701080"/>
          </a:xfrm>
          <a:prstGeom prst="rect">
            <a:avLst/>
          </a:prstGeom>
          <a:noFill/>
          <a:ln w="0">
            <a:noFill/>
          </a:ln>
        </p:spPr>
        <p:style>
          <a:lnRef idx="0"/>
          <a:fillRef idx="0"/>
          <a:effectRef idx="0"/>
          <a:fontRef idx="minor"/>
        </p:style>
        <p:txBody>
          <a:bodyPr lIns="90000" tIns="45000" rIns="90000" bIns="45000" anchor="t">
            <a:noAutofit/>
          </a:bodyPr>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Centralized control leading to single-point failure</a:t>
            </a:r>
            <a:endParaRPr lang="en-US" sz="1800" b="0" u="none" strike="noStrike">
              <a:solidFill>
                <a:srgbClr val="000000"/>
              </a:solidFill>
              <a:effectLst/>
              <a:uFillTx/>
              <a:latin typeface="Arial"/>
            </a:endParaRPr>
          </a:p>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Lack of transparent ownership verification</a:t>
            </a:r>
            <a:endParaRPr lang="en-US" sz="1800" b="0" u="none" strike="noStrike">
              <a:solidFill>
                <a:srgbClr val="000000"/>
              </a:solidFill>
              <a:effectLst/>
              <a:uFillTx/>
              <a:latin typeface="Arial"/>
            </a:endParaRPr>
          </a:p>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Manual and unreliable license enforcement</a:t>
            </a:r>
            <a:endParaRPr lang="en-US" sz="1800" b="0" u="none" strike="noStrike">
              <a:solidFill>
                <a:srgbClr val="000000"/>
              </a:solidFill>
              <a:effectLst/>
              <a:uFillTx/>
              <a:latin typeface="Arial"/>
            </a:endParaRPr>
          </a:p>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No intelligent mechanism to detect abnormal usage patterns</a:t>
            </a:r>
            <a:endParaRPr lang="en-US" sz="1800" b="0" u="none" strike="noStrike">
              <a:solidFill>
                <a:srgbClr val="000000"/>
              </a:solidFill>
              <a:effectLst/>
              <a:uFillTx/>
              <a:latin typeface="Arial"/>
            </a:endParaRPr>
          </a:p>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Limited auditability and accountability</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title"/>
          </p:nvPr>
        </p:nvSpPr>
        <p:spPr>
          <a:xfrm>
            <a:off x="0" y="0"/>
            <a:ext cx="8595000" cy="131904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IN" sz="3600" b="1" u="none" strike="noStrike">
                <a:solidFill>
                  <a:schemeClr val="dk1"/>
                </a:solidFill>
                <a:effectLst/>
                <a:uFillTx/>
                <a:latin typeface="Trebuchet MS"/>
              </a:rPr>
              <a:t>OBJECTIVE</a:t>
            </a:r>
            <a:r>
              <a:rPr lang="en-IN" sz="3600" b="0" u="none" strike="noStrike">
                <a:solidFill>
                  <a:schemeClr val="dk1"/>
                </a:solidFill>
                <a:effectLst/>
                <a:uFillTx/>
                <a:latin typeface="Trebuchet MS"/>
              </a:rPr>
              <a:t> :</a:t>
            </a:r>
            <a:endParaRPr lang="en-US" sz="3600" b="0" u="none" strike="noStrike">
              <a:solidFill>
                <a:srgbClr val="000000"/>
              </a:solidFill>
              <a:effectLst/>
              <a:uFillTx/>
              <a:latin typeface="Arial"/>
            </a:endParaRPr>
          </a:p>
        </p:txBody>
      </p:sp>
      <p:sp>
        <p:nvSpPr>
          <p:cNvPr id="375" name="PlaceHolder 2"/>
          <p:cNvSpPr>
            <a:spLocks noGrp="1"/>
          </p:cNvSpPr>
          <p:nvPr>
            <p:ph/>
          </p:nvPr>
        </p:nvSpPr>
        <p:spPr>
          <a:xfrm>
            <a:off x="677160" y="1143000"/>
            <a:ext cx="8595000" cy="443952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design a decentralized DRM framework using blockchain technology</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ensure immutable ownership and license records through smart contracts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provide controlled and flexible access mechanisms for digital assets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detect suspicious usage behavior using AI-based analysis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maintain an auditable and transparent activity log</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develop a modern, user-friendly interface for asset management</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PlaceHolder 1"/>
          <p:cNvSpPr>
            <a:spLocks noGrp="1"/>
          </p:cNvSpPr>
          <p:nvPr>
            <p:ph type="title"/>
          </p:nvPr>
        </p:nvSpPr>
        <p:spPr>
          <a:xfrm>
            <a:off x="340560" y="0"/>
            <a:ext cx="8254440" cy="131904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3600" b="1" u="none" strike="noStrike">
                <a:solidFill>
                  <a:schemeClr val="dk1"/>
                </a:solidFill>
                <a:effectLst/>
                <a:uFillTx/>
                <a:latin typeface="Trebuchet MS"/>
              </a:rPr>
              <a:t>Existing System</a:t>
            </a:r>
            <a:endParaRPr lang="en-US" sz="3600" b="0" u="none" strike="noStrike">
              <a:solidFill>
                <a:srgbClr val="000000"/>
              </a:solidFill>
              <a:effectLst/>
              <a:uFillTx/>
              <a:latin typeface="Arial"/>
            </a:endParaRPr>
          </a:p>
        </p:txBody>
      </p:sp>
      <p:sp>
        <p:nvSpPr>
          <p:cNvPr id="377" name="PlaceHolder 2"/>
          <p:cNvSpPr>
            <a:spLocks noGrp="1"/>
          </p:cNvSpPr>
          <p:nvPr>
            <p:ph/>
          </p:nvPr>
        </p:nvSpPr>
        <p:spPr>
          <a:xfrm>
            <a:off x="750240" y="726480"/>
            <a:ext cx="8080560" cy="270108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Current DRM solutions primarily operate using centralized servers managed by content distributors or platform providers.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Characteristics: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Central authority controls access and licenses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User authentication and permissions stored centrally</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DRM policies enforced at application level</a:t>
            </a:r>
            <a:endParaRPr lang="en-US" sz="1800" b="0" u="none" strike="noStrike">
              <a:solidFill>
                <a:srgbClr val="000000"/>
              </a:solidFill>
              <a:effectLst/>
              <a:uFillTx/>
              <a:latin typeface="Arial"/>
            </a:endParaRPr>
          </a:p>
        </p:txBody>
      </p:sp>
      <p:sp>
        <p:nvSpPr>
          <p:cNvPr id="378" name="Rectangle 3"/>
          <p:cNvSpPr/>
          <p:nvPr/>
        </p:nvSpPr>
        <p:spPr>
          <a:xfrm>
            <a:off x="379440" y="3570120"/>
            <a:ext cx="3500280" cy="644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chemeClr val="dk1"/>
                </a:solidFill>
                <a:effectLst/>
                <a:uFillTx/>
                <a:latin typeface="Trebuchet MS"/>
              </a:rPr>
              <a:t>Disadvantage</a:t>
            </a:r>
            <a:endParaRPr lang="en-US" sz="3600" b="0" u="none" strike="noStrike">
              <a:solidFill>
                <a:srgbClr val="000000"/>
              </a:solidFill>
              <a:effectLst/>
              <a:uFillTx/>
              <a:latin typeface="Arial"/>
            </a:endParaRPr>
          </a:p>
        </p:txBody>
      </p:sp>
      <p:sp>
        <p:nvSpPr>
          <p:cNvPr id="379" name="Content Placeholder 1"/>
          <p:cNvSpPr/>
          <p:nvPr/>
        </p:nvSpPr>
        <p:spPr>
          <a:xfrm>
            <a:off x="685800" y="4215960"/>
            <a:ext cx="8080560" cy="2701080"/>
          </a:xfrm>
          <a:prstGeom prst="rect">
            <a:avLst/>
          </a:prstGeom>
          <a:noFill/>
          <a:ln w="0">
            <a:noFill/>
          </a:ln>
        </p:spPr>
        <p:style>
          <a:lnRef idx="0"/>
          <a:fillRef idx="0"/>
          <a:effectRef idx="0"/>
          <a:fontRef idx="minor"/>
        </p:style>
        <p:txBody>
          <a:bodyPr lIns="90000" tIns="45000" rIns="90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Single-point failure and high vulnerability to attacks</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Limited transparency in ownership verification</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Dependency on trusted third parties</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Difficult to audit access and usage</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Poor scalability for large digital ecosystems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title"/>
          </p:nvPr>
        </p:nvSpPr>
        <p:spPr>
          <a:xfrm>
            <a:off x="43560" y="156240"/>
            <a:ext cx="8595000" cy="131904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3600" b="1" u="none" strike="noStrike">
                <a:solidFill>
                  <a:schemeClr val="dk1"/>
                </a:solidFill>
                <a:effectLst/>
                <a:uFillTx/>
                <a:latin typeface="Trebuchet MS"/>
              </a:rPr>
              <a:t> PROPOSED SYSTEM :</a:t>
            </a:r>
            <a:endParaRPr lang="en-US" sz="3600" b="0" u="none" strike="noStrike">
              <a:solidFill>
                <a:srgbClr val="000000"/>
              </a:solidFill>
              <a:effectLst/>
              <a:uFillTx/>
              <a:latin typeface="Arial"/>
            </a:endParaRPr>
          </a:p>
        </p:txBody>
      </p:sp>
      <p:sp>
        <p:nvSpPr>
          <p:cNvPr id="381" name="PlaceHolder 2"/>
          <p:cNvSpPr>
            <a:spLocks noGrp="1"/>
          </p:cNvSpPr>
          <p:nvPr>
            <p:ph/>
          </p:nvPr>
        </p:nvSpPr>
        <p:spPr>
          <a:xfrm>
            <a:off x="791640" y="945000"/>
            <a:ext cx="8595000" cy="271116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Blockchain-based asset registration and ownership proof</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 contract-driven license issuance and enforcement</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AI-powered behavioral risk analysis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Secure audit logging for all critical actions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Full-stack web interface for real-time interaction</a:t>
            </a:r>
            <a:endParaRPr lang="en-US" sz="1800" b="0" u="none" strike="noStrike">
              <a:solidFill>
                <a:srgbClr val="000000"/>
              </a:solidFill>
              <a:effectLst/>
              <a:uFillTx/>
              <a:latin typeface="Arial"/>
            </a:endParaRPr>
          </a:p>
        </p:txBody>
      </p:sp>
      <p:sp>
        <p:nvSpPr>
          <p:cNvPr id="382" name="Rectangle 4"/>
          <p:cNvSpPr/>
          <p:nvPr/>
        </p:nvSpPr>
        <p:spPr>
          <a:xfrm>
            <a:off x="184680" y="3560400"/>
            <a:ext cx="3120840" cy="644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chemeClr val="dk1"/>
                </a:solidFill>
                <a:effectLst/>
                <a:uFillTx/>
                <a:latin typeface="Trebuchet MS"/>
              </a:rPr>
              <a:t>Advantage </a:t>
            </a:r>
            <a:endParaRPr lang="en-US" sz="3600" b="0" u="none" strike="noStrike">
              <a:solidFill>
                <a:srgbClr val="000000"/>
              </a:solidFill>
              <a:effectLst/>
              <a:uFillTx/>
              <a:latin typeface="Arial"/>
            </a:endParaRPr>
          </a:p>
        </p:txBody>
      </p:sp>
      <p:sp>
        <p:nvSpPr>
          <p:cNvPr id="383" name="Content Placeholder 4"/>
          <p:cNvSpPr/>
          <p:nvPr/>
        </p:nvSpPr>
        <p:spPr>
          <a:xfrm>
            <a:off x="791640" y="4434840"/>
            <a:ext cx="8595000" cy="2650320"/>
          </a:xfrm>
          <a:prstGeom prst="rect">
            <a:avLst/>
          </a:prstGeom>
          <a:noFill/>
          <a:ln w="0">
            <a:noFill/>
          </a:ln>
        </p:spPr>
        <p:style>
          <a:lnRef idx="0"/>
          <a:fillRef idx="0"/>
          <a:effectRef idx="0"/>
          <a:fontRef idx="minor"/>
        </p:style>
        <p:txBody>
          <a:bodyPr lIns="90000" tIns="45000" rIns="90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Immutable and tamper-proof ownership records</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Transparent license enforcement</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Reduced piracy and unauthorized access</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Automated royalty-ready transaction tracking</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title"/>
          </p:nvPr>
        </p:nvSpPr>
        <p:spPr>
          <a:xfrm>
            <a:off x="0" y="20520"/>
            <a:ext cx="9599760" cy="89244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3600" b="0" u="none" strike="noStrike">
                <a:solidFill>
                  <a:schemeClr val="dk1"/>
                </a:solidFill>
                <a:effectLst/>
                <a:uFillTx/>
                <a:latin typeface="Trebuchet MS"/>
              </a:rPr>
              <a:t>SYSTEM ARCHITECTURE /FLOW DIAGRAM : </a:t>
            </a:r>
            <a:endParaRPr lang="en-US" sz="3600" b="0" u="none" strike="noStrike">
              <a:solidFill>
                <a:srgbClr val="000000"/>
              </a:solidFill>
              <a:effectLst/>
              <a:uFillTx/>
              <a:latin typeface="Arial"/>
            </a:endParaRPr>
          </a:p>
        </p:txBody>
      </p:sp>
      <p:sp>
        <p:nvSpPr>
          <p:cNvPr id="385" name=""/>
          <p:cNvSpPr/>
          <p:nvPr/>
        </p:nvSpPr>
        <p:spPr>
          <a:xfrm>
            <a:off x="3873600" y="2184840"/>
            <a:ext cx="3427560" cy="455760"/>
          </a:xfrm>
          <a:prstGeom prst="rect">
            <a:avLst/>
          </a:prstGeom>
          <a:solidFill>
            <a:srgbClr val="FFFF00"/>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000000"/>
                </a:solidFill>
                <a:effectLst/>
                <a:uFillTx/>
                <a:latin typeface="Noto Serif"/>
              </a:rPr>
              <a:t>Frontend (React + Tailwind)</a:t>
            </a:r>
            <a:endParaRPr lang="en-US" sz="1800" b="0" u="none" strike="noStrike">
              <a:solidFill>
                <a:srgbClr val="000000"/>
              </a:solidFill>
              <a:effectLst/>
              <a:uFillTx/>
              <a:latin typeface="Arial"/>
            </a:endParaRPr>
          </a:p>
        </p:txBody>
      </p:sp>
      <p:sp>
        <p:nvSpPr>
          <p:cNvPr id="386" name=""/>
          <p:cNvSpPr/>
          <p:nvPr/>
        </p:nvSpPr>
        <p:spPr>
          <a:xfrm>
            <a:off x="3886200" y="3099240"/>
            <a:ext cx="3427560" cy="455760"/>
          </a:xfrm>
          <a:prstGeom prst="rect">
            <a:avLst/>
          </a:prstGeom>
          <a:solidFill>
            <a:srgbClr val="FF8000"/>
          </a:solidFill>
          <a:ln w="0">
            <a:solidFill>
              <a:srgbClr val="3465A4"/>
            </a:solidFill>
          </a:ln>
        </p:spPr>
        <p:style>
          <a:lnRef idx="0"/>
          <a:fillRef idx="0"/>
          <a:effectRef idx="0"/>
          <a:fontRef idx="minor"/>
        </p:style>
        <p:txBody>
          <a:bodyPr lIns="90000" tIns="45000" rIns="90000" bIns="45000" anchor="ctr">
            <a:noAutofit/>
          </a:bodyPr>
          <a:p>
            <a:pPr algn="ctr">
              <a:lnSpc>
                <a:spcPct val="100000"/>
              </a:lnSpc>
              <a:spcBef>
                <a:spcPts val="1191"/>
              </a:spcBef>
              <a:spcAft>
                <a:spcPts val="992"/>
              </a:spcAft>
            </a:pPr>
            <a:r>
              <a:rPr lang="en-US" sz="1600" b="0" u="none" strike="noStrike">
                <a:solidFill>
                  <a:srgbClr val="000000"/>
                </a:solidFill>
                <a:effectLst/>
                <a:uFillTx/>
                <a:latin typeface="Noto Serif"/>
              </a:rPr>
              <a:t>Backend (FastAPI)</a:t>
            </a:r>
            <a:endParaRPr lang="en-US" sz="1600" b="0" u="none" strike="noStrike">
              <a:solidFill>
                <a:srgbClr val="000000"/>
              </a:solidFill>
              <a:effectLst/>
              <a:uFillTx/>
              <a:latin typeface="Arial"/>
            </a:endParaRPr>
          </a:p>
        </p:txBody>
      </p:sp>
      <p:sp>
        <p:nvSpPr>
          <p:cNvPr id="387" name=""/>
          <p:cNvSpPr/>
          <p:nvPr/>
        </p:nvSpPr>
        <p:spPr>
          <a:xfrm>
            <a:off x="3886200" y="4013640"/>
            <a:ext cx="3427560" cy="455760"/>
          </a:xfrm>
          <a:prstGeom prst="rect">
            <a:avLst/>
          </a:prstGeom>
          <a:solidFill>
            <a:srgbClr val="FF4000"/>
          </a:solidFill>
          <a:ln w="0">
            <a:solidFill>
              <a:srgbClr val="FF0000"/>
            </a:solidFill>
          </a:ln>
        </p:spPr>
        <p:style>
          <a:lnRef idx="0"/>
          <a:fillRef idx="0"/>
          <a:effectRef idx="0"/>
          <a:fontRef idx="minor"/>
        </p:style>
        <p:txBody>
          <a:bodyPr lIns="90000" tIns="45000" rIns="90000" bIns="45000" anchor="ctr">
            <a:noAutofit/>
          </a:bodyPr>
          <a:p>
            <a:pPr algn="ctr">
              <a:lnSpc>
                <a:spcPct val="100000"/>
              </a:lnSpc>
              <a:spcBef>
                <a:spcPts val="1191"/>
              </a:spcBef>
              <a:spcAft>
                <a:spcPts val="992"/>
              </a:spcAft>
            </a:pPr>
            <a:r>
              <a:rPr lang="en-US" sz="1800" b="0" u="none" strike="noStrike">
                <a:solidFill>
                  <a:srgbClr val="000000"/>
                </a:solidFill>
                <a:effectLst/>
                <a:uFillTx/>
                <a:latin typeface="Noto Serif"/>
              </a:rPr>
              <a:t>AI Engine</a:t>
            </a:r>
            <a:endParaRPr lang="en-US" sz="1800" b="0" u="none" strike="noStrike">
              <a:solidFill>
                <a:srgbClr val="FFFFFF"/>
              </a:solidFill>
              <a:effectLst/>
              <a:uFillTx/>
              <a:latin typeface="Arial"/>
            </a:endParaRPr>
          </a:p>
        </p:txBody>
      </p:sp>
      <p:sp>
        <p:nvSpPr>
          <p:cNvPr id="388" name=""/>
          <p:cNvSpPr/>
          <p:nvPr/>
        </p:nvSpPr>
        <p:spPr>
          <a:xfrm>
            <a:off x="3886200" y="4928040"/>
            <a:ext cx="3427560" cy="455760"/>
          </a:xfrm>
          <a:prstGeom prst="rect">
            <a:avLst/>
          </a:prstGeom>
          <a:solidFill>
            <a:srgbClr val="F10D0C"/>
          </a:solidFill>
          <a:ln w="0">
            <a:solidFill>
              <a:srgbClr val="3465A4"/>
            </a:solidFill>
          </a:ln>
        </p:spPr>
        <p:style>
          <a:lnRef idx="0"/>
          <a:fillRef idx="0"/>
          <a:effectRef idx="0"/>
          <a:fontRef idx="minor"/>
        </p:style>
        <p:txBody>
          <a:bodyPr lIns="90000" tIns="45000" rIns="90000" bIns="45000" anchor="ctr">
            <a:noAutofit/>
          </a:bodyPr>
          <a:p>
            <a:pPr algn="ctr">
              <a:lnSpc>
                <a:spcPct val="100000"/>
              </a:lnSpc>
              <a:spcBef>
                <a:spcPts val="1191"/>
              </a:spcBef>
              <a:spcAft>
                <a:spcPts val="992"/>
              </a:spcAft>
            </a:pPr>
            <a:r>
              <a:rPr lang="en-US" sz="1800" b="0" u="none" strike="noStrike">
                <a:solidFill>
                  <a:srgbClr val="000000"/>
                </a:solidFill>
                <a:effectLst/>
                <a:uFillTx/>
                <a:latin typeface="Noto Serif"/>
              </a:rPr>
              <a:t>Blockchain Network</a:t>
            </a:r>
            <a:endParaRPr lang="en-US" sz="1800" b="0" u="none" strike="noStrike">
              <a:solidFill>
                <a:srgbClr val="FFFFFF"/>
              </a:solidFill>
              <a:effectLst/>
              <a:uFillTx/>
              <a:latin typeface="Arial"/>
            </a:endParaRPr>
          </a:p>
        </p:txBody>
      </p:sp>
      <p:sp>
        <p:nvSpPr>
          <p:cNvPr id="389" name=""/>
          <p:cNvSpPr/>
          <p:nvPr/>
        </p:nvSpPr>
        <p:spPr>
          <a:xfrm>
            <a:off x="4114800" y="1143000"/>
            <a:ext cx="3198960" cy="583200"/>
          </a:xfrm>
          <a:prstGeom prst="flowChartInputOutput">
            <a:avLst/>
          </a:prstGeom>
          <a:solidFill>
            <a:srgbClr val="729FCF"/>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000000"/>
                </a:solidFill>
                <a:effectLst/>
                <a:uFillTx/>
                <a:latin typeface="Noto Serif"/>
              </a:rPr>
              <a:t>User Data / Files</a:t>
            </a:r>
            <a:endParaRPr lang="en-US" sz="1800" b="0" u="none" strike="noStrike">
              <a:solidFill>
                <a:srgbClr val="000000"/>
              </a:solidFill>
              <a:effectLst/>
              <a:uFillTx/>
              <a:latin typeface="Arial"/>
            </a:endParaRPr>
          </a:p>
        </p:txBody>
      </p:sp>
      <p:sp>
        <p:nvSpPr>
          <p:cNvPr id="390" name=""/>
          <p:cNvSpPr/>
          <p:nvPr/>
        </p:nvSpPr>
        <p:spPr>
          <a:xfrm>
            <a:off x="3886200" y="5842440"/>
            <a:ext cx="3198960" cy="684360"/>
          </a:xfrm>
          <a:prstGeom prst="flowChartMagneticDrum">
            <a:avLst/>
          </a:prstGeom>
          <a:solidFill>
            <a:srgbClr val="00A933"/>
          </a:solidFill>
          <a:ln w="0">
            <a:solidFill>
              <a:srgbClr val="3465A4"/>
            </a:solidFill>
          </a:ln>
        </p:spPr>
        <p:style>
          <a:lnRef idx="0"/>
          <a:fillRef idx="0"/>
          <a:effectRef idx="0"/>
          <a:fontRef idx="minor"/>
        </p:style>
        <p:txBody>
          <a:bodyPr lIns="90000" tIns="45000" rIns="90000" bIns="45000" anchor="ctr">
            <a:noAutofit/>
          </a:bodyPr>
          <a:p>
            <a:pPr algn="ctr">
              <a:lnSpc>
                <a:spcPct val="100000"/>
              </a:lnSpc>
              <a:spcBef>
                <a:spcPts val="1191"/>
              </a:spcBef>
              <a:spcAft>
                <a:spcPts val="992"/>
              </a:spcAft>
            </a:pPr>
            <a:r>
              <a:rPr lang="en-US" sz="1800" b="0" u="none" strike="noStrike">
                <a:solidFill>
                  <a:srgbClr val="000000"/>
                </a:solidFill>
                <a:effectLst/>
                <a:uFillTx/>
                <a:latin typeface="Noto Serif"/>
              </a:rPr>
              <a:t>Audit &amp; Storage</a:t>
            </a:r>
            <a:endParaRPr lang="en-US" sz="1800" b="0" u="none" strike="noStrike">
              <a:solidFill>
                <a:srgbClr val="FFFFFF"/>
              </a:solidFill>
              <a:effectLst/>
              <a:uFillTx/>
              <a:latin typeface="Arial"/>
            </a:endParaRPr>
          </a:p>
        </p:txBody>
      </p:sp>
      <p:sp>
        <p:nvSpPr>
          <p:cNvPr id="391" name=""/>
          <p:cNvSpPr/>
          <p:nvPr/>
        </p:nvSpPr>
        <p:spPr>
          <a:xfrm>
            <a:off x="5486400" y="5385240"/>
            <a:ext cx="227160" cy="45576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
        <p:nvSpPr>
          <p:cNvPr id="392" name=""/>
          <p:cNvSpPr/>
          <p:nvPr/>
        </p:nvSpPr>
        <p:spPr>
          <a:xfrm>
            <a:off x="5486400" y="4470840"/>
            <a:ext cx="227160" cy="45576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
        <p:nvSpPr>
          <p:cNvPr id="393" name=""/>
          <p:cNvSpPr/>
          <p:nvPr/>
        </p:nvSpPr>
        <p:spPr>
          <a:xfrm>
            <a:off x="5486400" y="2642040"/>
            <a:ext cx="227160" cy="45576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
        <p:nvSpPr>
          <p:cNvPr id="394" name=""/>
          <p:cNvSpPr/>
          <p:nvPr/>
        </p:nvSpPr>
        <p:spPr>
          <a:xfrm>
            <a:off x="5486400" y="3556440"/>
            <a:ext cx="227160" cy="45576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
        <p:nvSpPr>
          <p:cNvPr id="395" name=""/>
          <p:cNvSpPr/>
          <p:nvPr/>
        </p:nvSpPr>
        <p:spPr>
          <a:xfrm>
            <a:off x="5486400" y="1727640"/>
            <a:ext cx="227160" cy="45576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PlaceHolder 1"/>
          <p:cNvSpPr>
            <a:spLocks noGrp="1"/>
          </p:cNvSpPr>
          <p:nvPr>
            <p:ph type="title"/>
          </p:nvPr>
        </p:nvSpPr>
        <p:spPr>
          <a:xfrm>
            <a:off x="43560" y="156240"/>
            <a:ext cx="8595000" cy="131904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Arial"/>
            </a:endParaRPr>
          </a:p>
        </p:txBody>
      </p:sp>
      <p:sp>
        <p:nvSpPr>
          <p:cNvPr id="397" name="PlaceHolder 2"/>
          <p:cNvSpPr>
            <a:spLocks noGrp="1"/>
          </p:cNvSpPr>
          <p:nvPr>
            <p:ph/>
          </p:nvPr>
        </p:nvSpPr>
        <p:spPr>
          <a:xfrm>
            <a:off x="266400" y="205560"/>
            <a:ext cx="8595000" cy="619560"/>
          </a:xfrm>
          <a:prstGeom prst="rect">
            <a:avLst/>
          </a:prstGeom>
          <a:noFill/>
          <a:ln w="0">
            <a:noFill/>
          </a:ln>
        </p:spPr>
        <p:txBody>
          <a:bodyPr lIns="91440" tIns="45720" rIns="91440" bIns="45720" anchor="t">
            <a:normAutofit fontScale="25000" lnSpcReduction="19999"/>
          </a:bodyPr>
          <a:p>
            <a:pPr marL="343080" indent="-343080" algn="just" defTabSz="457200">
              <a:lnSpc>
                <a:spcPct val="150000"/>
              </a:lnSpc>
              <a:spcBef>
                <a:spcPts val="1001"/>
              </a:spcBef>
              <a:buNone/>
              <a:tabLst>
                <a:tab pos="0" algn="l"/>
              </a:tabLst>
            </a:pPr>
            <a:r>
              <a:rPr lang="en-IN" sz="14400" b="1" u="none" strike="noStrike">
                <a:solidFill>
                  <a:schemeClr val="dk1"/>
                </a:solidFill>
                <a:effectLst/>
                <a:uFillTx/>
                <a:latin typeface="Trebuchet MS"/>
              </a:rPr>
              <a:t>MODULES :</a:t>
            </a:r>
            <a:endParaRPr lang="en-US" sz="14400" b="0" u="none" strike="noStrike">
              <a:solidFill>
                <a:srgbClr val="000000"/>
              </a:solidFill>
              <a:effectLst/>
              <a:uFillTx/>
              <a:latin typeface="Arial"/>
            </a:endParaRPr>
          </a:p>
          <a:p>
            <a:pPr marL="343080" indent="0" algn="just" defTabSz="457200">
              <a:lnSpc>
                <a:spcPct val="150000"/>
              </a:lnSpc>
              <a:spcBef>
                <a:spcPts val="1001"/>
              </a:spcBef>
              <a:buNone/>
              <a:tabLst>
                <a:tab pos="0" algn="l"/>
              </a:tabLst>
            </a:pPr>
            <a:endParaRPr lang="en-US" sz="1800" b="0" u="none" strike="noStrike">
              <a:solidFill>
                <a:srgbClr val="000000"/>
              </a:solidFill>
              <a:effectLst/>
              <a:uFillTx/>
              <a:latin typeface="Arial"/>
            </a:endParaRPr>
          </a:p>
        </p:txBody>
      </p:sp>
      <p:sp>
        <p:nvSpPr>
          <p:cNvPr id="398" name="Rectangle 4"/>
          <p:cNvSpPr/>
          <p:nvPr/>
        </p:nvSpPr>
        <p:spPr>
          <a:xfrm>
            <a:off x="275760" y="3599280"/>
            <a:ext cx="3030120" cy="644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Arial"/>
            </a:endParaRPr>
          </a:p>
        </p:txBody>
      </p:sp>
      <p:sp>
        <p:nvSpPr>
          <p:cNvPr id="399" name="Content Placeholder 5"/>
          <p:cNvSpPr/>
          <p:nvPr/>
        </p:nvSpPr>
        <p:spPr>
          <a:xfrm>
            <a:off x="677520" y="1371600"/>
            <a:ext cx="8595000" cy="3427560"/>
          </a:xfrm>
          <a:prstGeom prst="rect">
            <a:avLst/>
          </a:prstGeom>
          <a:noFill/>
          <a:ln w="0">
            <a:noFill/>
          </a:ln>
        </p:spPr>
        <p:style>
          <a:lnRef idx="0"/>
          <a:fillRef idx="0"/>
          <a:effectRef idx="0"/>
          <a:fontRef idx="minor"/>
        </p:style>
        <p:txBody>
          <a:bodyPr lIns="90000" tIns="45000" rIns="90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Authentication Module</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Asset Management Module</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Blockchain &amp; Smart Contract Module</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License &amp; Access Control Module</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AI-Based Risk Analysis Module</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Audit Logging Module</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Frontend Dashboard Module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title"/>
          </p:nvPr>
        </p:nvSpPr>
        <p:spPr>
          <a:xfrm>
            <a:off x="282600" y="156240"/>
            <a:ext cx="8595000" cy="1319040"/>
          </a:xfrm>
          <a:prstGeom prst="rect">
            <a:avLst/>
          </a:prstGeom>
          <a:noFill/>
          <a:ln w="0">
            <a:noFill/>
          </a:ln>
        </p:spPr>
        <p:txBody>
          <a:bodyPr lIns="91440" tIns="45720" rIns="91440" bIns="45720" anchor="t">
            <a:noAutofit/>
          </a:bodyPr>
          <a:p>
            <a:pPr indent="0" algn="l" defTabSz="457200">
              <a:lnSpc>
                <a:spcPct val="100000"/>
              </a:lnSpc>
              <a:spcBef>
                <a:spcPts val="1191"/>
              </a:spcBef>
              <a:spcAft>
                <a:spcPts val="992"/>
              </a:spcAft>
              <a:buNone/>
              <a:tabLst>
                <a:tab pos="0" algn="l"/>
              </a:tabLst>
            </a:pPr>
            <a:r>
              <a:rPr lang="en-IN" sz="3600" b="0" u="none" strike="noStrike">
                <a:solidFill>
                  <a:schemeClr val="dk1"/>
                </a:solidFill>
                <a:effectLst/>
                <a:uFillTx/>
                <a:latin typeface="Trebuchet MS"/>
              </a:rPr>
              <a:t>MODULE 1:Authentication Module</a:t>
            </a:r>
            <a:endParaRPr lang="en-US" sz="3600" b="1" u="none" strike="noStrike">
              <a:solidFill>
                <a:srgbClr val="000000"/>
              </a:solidFill>
              <a:effectLst/>
              <a:uFillTx/>
              <a:latin typeface="Arial"/>
            </a:endParaRPr>
          </a:p>
        </p:txBody>
      </p:sp>
      <p:sp>
        <p:nvSpPr>
          <p:cNvPr id="401" name="PlaceHolder 2"/>
          <p:cNvSpPr>
            <a:spLocks noGrp="1"/>
          </p:cNvSpPr>
          <p:nvPr>
            <p:ph/>
          </p:nvPr>
        </p:nvSpPr>
        <p:spPr>
          <a:xfrm>
            <a:off x="776160" y="1600200"/>
            <a:ext cx="8595000" cy="4799160"/>
          </a:xfrm>
          <a:prstGeom prst="rect">
            <a:avLst/>
          </a:prstGeom>
          <a:noFill/>
          <a:ln w="0">
            <a:noFill/>
          </a:ln>
        </p:spPr>
        <p:txBody>
          <a:bodyPr lIns="91440" tIns="45720" rIns="91440" bIns="45720" anchor="t">
            <a:norm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Purpose: Secure onboarding and identity verification of all users accessing protected digital assets.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Key Features: Email/password login, secure password hashing, and session/token-based authentication.</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Role-Based Access: Differentiates admins, content owners, and consumers with tailored permissions.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Security Controls: Brute-force protection, validation of credentials, and secure storage of user data.</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Integration Points: Acts as the entry gate to all other modules (assets, blockchain, AI risk, and dashboard).</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title"/>
          </p:nvPr>
        </p:nvSpPr>
        <p:spPr>
          <a:xfrm>
            <a:off x="282600" y="156240"/>
            <a:ext cx="8595000" cy="1319040"/>
          </a:xfrm>
          <a:prstGeom prst="rect">
            <a:avLst/>
          </a:prstGeom>
          <a:noFill/>
          <a:ln w="0">
            <a:noFill/>
          </a:ln>
        </p:spPr>
        <p:txBody>
          <a:bodyPr lIns="91440" tIns="45720" rIns="91440" bIns="45720" anchor="t">
            <a:noAutofit/>
          </a:bodyPr>
          <a:p>
            <a:pPr indent="0" algn="l" defTabSz="457200">
              <a:lnSpc>
                <a:spcPct val="100000"/>
              </a:lnSpc>
              <a:spcBef>
                <a:spcPts val="1191"/>
              </a:spcBef>
              <a:spcAft>
                <a:spcPts val="992"/>
              </a:spcAft>
              <a:buNone/>
              <a:tabLst>
                <a:tab pos="0" algn="l"/>
              </a:tabLst>
            </a:pPr>
            <a:r>
              <a:rPr lang="en-IN" sz="3600" b="0" u="none" strike="noStrike">
                <a:solidFill>
                  <a:schemeClr val="dk1"/>
                </a:solidFill>
                <a:effectLst/>
                <a:uFillTx/>
                <a:latin typeface="Trebuchet MS"/>
              </a:rPr>
              <a:t>MODULE 2: Asset Management Module</a:t>
            </a:r>
            <a:br>
              <a:rPr sz="3600"/>
            </a:br>
            <a:endParaRPr lang="en-US" sz="3600" b="1" u="none" strike="noStrike">
              <a:solidFill>
                <a:srgbClr val="000000"/>
              </a:solidFill>
              <a:effectLst/>
              <a:uFillTx/>
              <a:latin typeface="Arial"/>
            </a:endParaRPr>
          </a:p>
        </p:txBody>
      </p:sp>
      <p:sp>
        <p:nvSpPr>
          <p:cNvPr id="403" name="PlaceHolder 2"/>
          <p:cNvSpPr>
            <a:spLocks noGrp="1"/>
          </p:cNvSpPr>
          <p:nvPr>
            <p:ph/>
          </p:nvPr>
        </p:nvSpPr>
        <p:spPr>
          <a:xfrm>
            <a:off x="776160" y="1600200"/>
            <a:ext cx="8595000" cy="4799160"/>
          </a:xfrm>
          <a:prstGeom prst="rect">
            <a:avLst/>
          </a:prstGeom>
          <a:noFill/>
          <a:ln w="0">
            <a:noFill/>
          </a:ln>
        </p:spPr>
        <p:txBody>
          <a:bodyPr lIns="91440" tIns="45720" rIns="91440" bIns="45720" anchor="t">
            <a:norm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Purpose: Central hub to register, encrypt, store, and manage digital content.</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Asset Lifecycle: Upload, metadata registration, encryption, storage, and controlled distribution.</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Content Protection: Uses cryptographic techniques to prevent unauthorized duplication and sharing.</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Search &amp; Organization: Metadata-based cataloging for quick discovery and filtering of assets.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Integration Points: Links assets to licenses, blockchain records, and audit logs.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title"/>
          </p:nvPr>
        </p:nvSpPr>
        <p:spPr>
          <a:xfrm>
            <a:off x="282600" y="156240"/>
            <a:ext cx="8595000" cy="1319040"/>
          </a:xfrm>
          <a:prstGeom prst="rect">
            <a:avLst/>
          </a:prstGeom>
          <a:noFill/>
          <a:ln w="0">
            <a:noFill/>
          </a:ln>
        </p:spPr>
        <p:txBody>
          <a:bodyPr lIns="91440" tIns="45720" rIns="91440" bIns="45720" anchor="t">
            <a:noAutofit/>
          </a:bodyPr>
          <a:p>
            <a:pPr indent="0" algn="l" defTabSz="457200">
              <a:lnSpc>
                <a:spcPct val="100000"/>
              </a:lnSpc>
              <a:spcBef>
                <a:spcPts val="1191"/>
              </a:spcBef>
              <a:spcAft>
                <a:spcPts val="992"/>
              </a:spcAft>
              <a:buNone/>
              <a:tabLst>
                <a:tab pos="0" algn="l"/>
              </a:tabLst>
            </a:pPr>
            <a:r>
              <a:rPr lang="en-IN" sz="3600" b="0" u="none" strike="noStrike">
                <a:solidFill>
                  <a:schemeClr val="dk1"/>
                </a:solidFill>
                <a:effectLst/>
                <a:uFillTx/>
                <a:latin typeface="Trebuchet MS"/>
              </a:rPr>
              <a:t>MODULE 3: Blockchain &amp; Smart Contract Module</a:t>
            </a:r>
            <a:br>
              <a:rPr sz="3600"/>
            </a:br>
            <a:endParaRPr lang="en-US" sz="3600" b="1" u="none" strike="noStrike">
              <a:solidFill>
                <a:srgbClr val="000000"/>
              </a:solidFill>
              <a:effectLst/>
              <a:uFillTx/>
              <a:latin typeface="Arial"/>
            </a:endParaRPr>
          </a:p>
        </p:txBody>
      </p:sp>
      <p:sp>
        <p:nvSpPr>
          <p:cNvPr id="405" name="PlaceHolder 2"/>
          <p:cNvSpPr>
            <a:spLocks noGrp="1"/>
          </p:cNvSpPr>
          <p:nvPr>
            <p:ph/>
          </p:nvPr>
        </p:nvSpPr>
        <p:spPr>
          <a:xfrm>
            <a:off x="776160" y="1600200"/>
            <a:ext cx="8595000" cy="4799160"/>
          </a:xfrm>
          <a:prstGeom prst="rect">
            <a:avLst/>
          </a:prstGeom>
          <a:noFill/>
          <a:ln w="0">
            <a:noFill/>
          </a:ln>
        </p:spPr>
        <p:txBody>
          <a:bodyPr lIns="91440" tIns="45720" rIns="91440" bIns="45720" anchor="t">
            <a:norm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Purpose: Provide tamper‑evident, verifiable records for licenses and asset transactions.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 Contracts: Encode licensing terms (duration, usage limits, regions) as executable logic.</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Immutable Ledger: Stores key events like license issuance, revocation, and critical asset operations.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Transparency &amp; Trust: Enables independent verification of rights and reduces disputes.</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Integration Points: Consumed by license/access control and audit modules for verification.</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PlaceHolder 1"/>
          <p:cNvSpPr>
            <a:spLocks noGrp="1"/>
          </p:cNvSpPr>
          <p:nvPr>
            <p:ph type="title"/>
          </p:nvPr>
        </p:nvSpPr>
        <p:spPr>
          <a:xfrm>
            <a:off x="74520" y="156240"/>
            <a:ext cx="8595000" cy="131904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3600" b="1" u="none" strike="noStrike">
                <a:solidFill>
                  <a:schemeClr val="dk1"/>
                </a:solidFill>
                <a:effectLst/>
                <a:uFillTx/>
                <a:latin typeface="Trebuchet MS"/>
              </a:rPr>
              <a:t>CONCLUSION</a:t>
            </a:r>
            <a:endParaRPr lang="en-US" sz="3600" b="0" u="none" strike="noStrike">
              <a:solidFill>
                <a:srgbClr val="000000"/>
              </a:solidFill>
              <a:effectLst/>
              <a:uFillTx/>
              <a:latin typeface="Arial"/>
            </a:endParaRPr>
          </a:p>
        </p:txBody>
      </p:sp>
      <p:sp>
        <p:nvSpPr>
          <p:cNvPr id="407" name="PlaceHolder 2"/>
          <p:cNvSpPr>
            <a:spLocks noGrp="1"/>
          </p:cNvSpPr>
          <p:nvPr>
            <p:ph/>
          </p:nvPr>
        </p:nvSpPr>
        <p:spPr>
          <a:xfrm>
            <a:off x="667080" y="1266840"/>
            <a:ext cx="8595000" cy="3879000"/>
          </a:xfrm>
          <a:prstGeom prst="rect">
            <a:avLst/>
          </a:prstGeom>
          <a:noFill/>
          <a:ln w="0">
            <a:noFill/>
          </a:ln>
        </p:spPr>
        <p:txBody>
          <a:bodyPr lIns="91440" tIns="45720" rIns="91440" bIns="45720" anchor="t">
            <a:norm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SmartDRM-X demonstrates how blockchain and artificial intelligence can be effectively integrated to build a secure, transparent, and intelligent Digital Rights Management system. By decentralizing ownership records, automating license enforcement, and introducing behavioral analysis, the system significantly improves trust and security in digital content distribution.</a:t>
            </a:r>
            <a:endParaRPr lang="en-US" sz="18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proposed framework is scalable, extensible, and suitable for applications in education, digital media platforms, enterprise document management, and software licensing. Future enhancements may include integration with decentralized storage systems and advanced machine learning models for predictive piracy detection.</a:t>
            </a:r>
            <a:endParaRPr lang="en-US" sz="1800" b="0" u="none" strike="noStrike">
              <a:solidFill>
                <a:srgbClr val="000000"/>
              </a:solidFill>
              <a:effectLst/>
              <a:uFillTx/>
              <a:latin typeface="Arial"/>
            </a:endParaRPr>
          </a:p>
        </p:txBody>
      </p:sp>
      <p:sp>
        <p:nvSpPr>
          <p:cNvPr id="408" name="Cloud Callout 3"/>
          <p:cNvSpPr/>
          <p:nvPr/>
        </p:nvSpPr>
        <p:spPr>
          <a:xfrm>
            <a:off x="2986560" y="5048640"/>
            <a:ext cx="4657680" cy="1272600"/>
          </a:xfrm>
          <a:prstGeom prst="cloudCallout">
            <a:avLst>
              <a:gd name="adj1" fmla="val -20833"/>
              <a:gd name="adj2" fmla="val 62500"/>
            </a:avLst>
          </a:prstGeom>
          <a:solidFill>
            <a:schemeClr val="bg1"/>
          </a:solidFill>
          <a:ln cap="rnd">
            <a:solidFill>
              <a:srgbClr val="6A8F1C"/>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defTabSz="457200">
              <a:lnSpc>
                <a:spcPct val="100000"/>
              </a:lnSpc>
            </a:pPr>
            <a:r>
              <a:rPr lang="en-US" sz="1800" b="1" u="none" strike="noStrike">
                <a:solidFill>
                  <a:schemeClr val="dk1">
                    <a:lumMod val="95000"/>
                    <a:lumOff val="5000"/>
                  </a:schemeClr>
                </a:solidFill>
                <a:effectLst/>
                <a:uFillTx/>
                <a:latin typeface="Trebuchet MS"/>
              </a:rPr>
              <a:t>THANK YOU !</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6.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7.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Facet</Template>
  <TotalTime>362</TotalTime>
  <Application>LibreOffice/26.2.0.3$Linux_X86_64 LibreOffice_project/620$Build-3</Application>
  <AppVersion>15.0000</AppVersion>
  <Words>43</Words>
  <Paragraphs>20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2024-12-13T12:01:40Z</dcterms:created>
  <dc:creator>vishalrameshv13@gmail.com</dc:creator>
  <dc:description/>
  <dc:language>en-US</dc:language>
  <cp:lastModifiedBy/>
  <dcterms:modified xsi:type="dcterms:W3CDTF">2026-02-24T09:17:51Z</dcterms:modified>
  <cp:revision>20</cp:revision>
  <dc:subject/>
  <dc:title>INVEST MATCH AI CLOUD BASED   STARTUP AND INVESTOR   MATCHING PLATFORM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Custom</vt:lpwstr>
  </property>
  <property fmtid="{D5CDD505-2E9C-101B-9397-08002B2CF9AE}" pid="4" name="Slides">
    <vt:i4>11</vt:i4>
  </property>
</Properties>
</file>