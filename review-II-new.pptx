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19.xml" ContentType="application/vnd.openxmlformats-officedocument.presentationml.slideMaster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theme/theme1.xml" ContentType="application/vnd.openxmlformats-officedocument.theme+xml"/>
  <Override PartName="/ppt/theme/theme3.xml" ContentType="application/vnd.openxmlformats-officedocument.theme+xml"/>
  <Override PartName="/ppt/theme/theme5.xml" ContentType="application/vnd.openxmlformats-officedocument.theme+xml"/>
  <Override PartName="/ppt/theme/theme4.xml" ContentType="application/vnd.openxmlformats-officedocument.theme+xml"/>
  <Override PartName="/ppt/theme/theme20.xml" ContentType="application/vnd.openxmlformats-officedocument.theme+xml"/>
  <Override PartName="/ppt/slideLayouts/slideLayout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64" r:id="rId4"/>
    <p:sldMasterId id="2147483667" r:id="rId5"/>
    <p:sldMasterId id="2147483670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15.xml"/><Relationship Id="rId5" Type="http://schemas.openxmlformats.org/officeDocument/2006/relationships/slideMaster" Target="slideMasters/slideMaster17.xml"/><Relationship Id="rId6" Type="http://schemas.openxmlformats.org/officeDocument/2006/relationships/slideMaster" Target="slideMasters/slideMaster19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0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/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move the slide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9" name="PlaceHolder 4"/>
          <p:cNvSpPr>
            <a:spLocks noGrp="1"/>
          </p:cNvSpPr>
          <p:nvPr>
            <p:ph type="dt" idx="58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0" name="PlaceHolder 5"/>
          <p:cNvSpPr>
            <a:spLocks noGrp="1"/>
          </p:cNvSpPr>
          <p:nvPr>
            <p:ph type="ftr" idx="59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1" name="PlaceHolder 6"/>
          <p:cNvSpPr>
            <a:spLocks noGrp="1"/>
          </p:cNvSpPr>
          <p:nvPr>
            <p:ph type="sldNum" idx="60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56B1A277-2A75-4B6E-8795-E1FB4E35551A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4800" cy="3427920"/>
          </a:xfrm>
          <a:prstGeom prst="rect">
            <a:avLst/>
          </a:prstGeom>
          <a:ln w="0">
            <a:noFill/>
          </a:ln>
        </p:spPr>
      </p:sp>
      <p:sp>
        <p:nvSpPr>
          <p:cNvPr id="38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320" cy="4113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3" name="PlaceHolder 3"/>
          <p:cNvSpPr>
            <a:spLocks noGrp="1"/>
          </p:cNvSpPr>
          <p:nvPr>
            <p:ph type="sldNum" idx="61"/>
          </p:nvPr>
        </p:nvSpPr>
        <p:spPr>
          <a:xfrm>
            <a:off x="3884760" y="8685360"/>
            <a:ext cx="2970720" cy="456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FFB3BFE4-80FE-4F00-B70D-99DD97D25D0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77160" y="956520"/>
            <a:ext cx="8595720" cy="625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subTitle"/>
          </p:nvPr>
        </p:nvSpPr>
        <p:spPr>
          <a:xfrm>
            <a:off x="677160" y="2160720"/>
            <a:ext cx="8595720" cy="3879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B727B1B-EA15-46BE-9D64-F216DE5765E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Quote Name Card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oup 6"/>
          <p:cNvGrpSpPr/>
          <p:nvPr/>
        </p:nvGrpSpPr>
        <p:grpSpPr>
          <a:xfrm>
            <a:off x="0" y="-8640"/>
            <a:ext cx="12191040" cy="6867360"/>
            <a:chOff x="0" y="-8640"/>
            <a:chExt cx="12191040" cy="6867360"/>
          </a:xfrm>
        </p:grpSpPr>
        <p:cxnSp>
          <p:nvCxnSpPr>
            <p:cNvPr id="32" name="Straight Connector 19"/>
            <p:cNvCxnSpPr/>
            <p:nvPr/>
          </p:nvCxnSpPr>
          <p:spPr>
            <a:xfrm>
              <a:off x="9370800" y="0"/>
              <a:ext cx="1220400" cy="6859080"/>
            </a:xfrm>
            <a:prstGeom prst="straightConnector1">
              <a:avLst/>
            </a:prstGeom>
            <a:ln cap="rnd" w="9525">
              <a:solidFill>
                <a:srgbClr val="BFBFBF"/>
              </a:solidFill>
              <a:round/>
            </a:ln>
          </p:spPr>
        </p:cxnSp>
        <p:cxnSp>
          <p:nvCxnSpPr>
            <p:cNvPr id="33" name="Straight Connector 20"/>
            <p:cNvCxnSpPr/>
            <p:nvPr/>
          </p:nvCxnSpPr>
          <p:spPr>
            <a:xfrm flipH="1">
              <a:off x="7425000" y="3681360"/>
              <a:ext cx="4764600" cy="3177720"/>
            </a:xfrm>
            <a:prstGeom prst="straightConnector1">
              <a:avLst/>
            </a:prstGeom>
            <a:ln cap="rnd" w="9525">
              <a:solidFill>
                <a:srgbClr val="D9D9D9"/>
              </a:solidFill>
              <a:round/>
            </a:ln>
          </p:spPr>
        </p:cxnSp>
        <p:sp>
          <p:nvSpPr>
            <p:cNvPr id="34" name="Rectangle 23"/>
            <p:cNvSpPr/>
            <p:nvPr/>
          </p:nvSpPr>
          <p:spPr>
            <a:xfrm>
              <a:off x="9181440" y="-8640"/>
              <a:ext cx="3006360" cy="6865560"/>
            </a:xfrm>
            <a:custGeom>
              <a:avLst/>
              <a:gdLst>
                <a:gd name="textAreaLeft" fmla="*/ 0 w 3006360"/>
                <a:gd name="textAreaRight" fmla="*/ 3007440 w 30063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" name="Rectangle 25"/>
            <p:cNvSpPr/>
            <p:nvPr/>
          </p:nvSpPr>
          <p:spPr>
            <a:xfrm>
              <a:off x="9603360" y="-8640"/>
              <a:ext cx="2587320" cy="6865560"/>
            </a:xfrm>
            <a:custGeom>
              <a:avLst/>
              <a:gdLst>
                <a:gd name="textAreaLeft" fmla="*/ 0 w 2587320"/>
                <a:gd name="textAreaRight" fmla="*/ 2588400 w 258732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" name="Isosceles Triangle 23"/>
            <p:cNvSpPr/>
            <p:nvPr/>
          </p:nvSpPr>
          <p:spPr>
            <a:xfrm>
              <a:off x="8932320" y="3048120"/>
              <a:ext cx="3258720" cy="38088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" name="Rectangle 27"/>
            <p:cNvSpPr/>
            <p:nvPr/>
          </p:nvSpPr>
          <p:spPr>
            <a:xfrm>
              <a:off x="9334440" y="-8640"/>
              <a:ext cx="2853360" cy="6865560"/>
            </a:xfrm>
            <a:custGeom>
              <a:avLst/>
              <a:gdLst>
                <a:gd name="textAreaLeft" fmla="*/ 0 w 2853360"/>
                <a:gd name="textAreaRight" fmla="*/ 2854440 w 28533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" name="Rectangle 28"/>
            <p:cNvSpPr/>
            <p:nvPr/>
          </p:nvSpPr>
          <p:spPr>
            <a:xfrm>
              <a:off x="10898640" y="-8640"/>
              <a:ext cx="1289160" cy="6865560"/>
            </a:xfrm>
            <a:custGeom>
              <a:avLst/>
              <a:gdLst>
                <a:gd name="textAreaLeft" fmla="*/ 0 w 1289160"/>
                <a:gd name="textAreaRight" fmla="*/ 1290240 w 12891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" name="Rectangle 29"/>
            <p:cNvSpPr/>
            <p:nvPr/>
          </p:nvSpPr>
          <p:spPr>
            <a:xfrm>
              <a:off x="10938960" y="-8640"/>
              <a:ext cx="1248840" cy="6865560"/>
            </a:xfrm>
            <a:custGeom>
              <a:avLst/>
              <a:gdLst>
                <a:gd name="textAreaLeft" fmla="*/ 0 w 1248840"/>
                <a:gd name="textAreaRight" fmla="*/ 1249920 w 124884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" name="Isosceles Triangle 27"/>
            <p:cNvSpPr/>
            <p:nvPr/>
          </p:nvSpPr>
          <p:spPr>
            <a:xfrm>
              <a:off x="10371600" y="3589920"/>
              <a:ext cx="1816200" cy="3267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" name="Isosceles Triangle 28"/>
            <p:cNvSpPr/>
            <p:nvPr/>
          </p:nvSpPr>
          <p:spPr>
            <a:xfrm>
              <a:off x="0" y="4013280"/>
              <a:ext cx="447480" cy="284364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931320" y="609480"/>
            <a:ext cx="8093160" cy="3021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44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677160" y="4013280"/>
            <a:ext cx="8595720" cy="513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2400" b="0" u="none" strike="noStrike">
              <a:solidFill>
                <a:schemeClr val="dk1">
                  <a:lumMod val="50000"/>
                  <a:lumOff val="50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body"/>
          </p:nvPr>
        </p:nvSpPr>
        <p:spPr>
          <a:xfrm>
            <a:off x="677160" y="4527360"/>
            <a:ext cx="8595720" cy="1512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800" b="0" u="none" strike="noStrik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800" b="0" u="none" strike="noStrike">
              <a:solidFill>
                <a:schemeClr val="dk1">
                  <a:lumMod val="50000"/>
                  <a:lumOff val="50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dt" idx="4"/>
          </p:nvPr>
        </p:nvSpPr>
        <p:spPr>
          <a:xfrm>
            <a:off x="7205040" y="6041520"/>
            <a:ext cx="9108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5"/>
          <p:cNvSpPr>
            <a:spLocks noGrp="1"/>
          </p:cNvSpPr>
          <p:nvPr>
            <p:ph type="ftr" idx="5"/>
          </p:nvPr>
        </p:nvSpPr>
        <p:spPr>
          <a:xfrm>
            <a:off x="677160" y="6041520"/>
            <a:ext cx="6296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6"/>
          <p:cNvSpPr>
            <a:spLocks noGrp="1"/>
          </p:cNvSpPr>
          <p:nvPr>
            <p:ph type="sldNum" idx="6"/>
          </p:nvPr>
        </p:nvSpPr>
        <p:spPr>
          <a:xfrm>
            <a:off x="8590680" y="6041520"/>
            <a:ext cx="6822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F5EEFA2C-97FE-4FAD-88E0-B910832407C3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TextBox 23"/>
          <p:cNvSpPr/>
          <p:nvPr/>
        </p:nvSpPr>
        <p:spPr>
          <a:xfrm>
            <a:off x="541800" y="790200"/>
            <a:ext cx="608400" cy="58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000" b="0" u="none" strike="noStrike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Arial"/>
              </a:rPr>
              <a:t>“</a:t>
            </a:r>
            <a:endParaRPr lang="en-US" sz="8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Box 24"/>
          <p:cNvSpPr/>
          <p:nvPr/>
        </p:nvSpPr>
        <p:spPr>
          <a:xfrm>
            <a:off x="8893080" y="2886480"/>
            <a:ext cx="608400" cy="58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000" b="0" u="none" strike="noStrike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Arial"/>
              </a:rPr>
              <a:t>”</a:t>
            </a:r>
            <a:endParaRPr lang="en-US" sz="8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rue or Fals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roup 6"/>
          <p:cNvGrpSpPr/>
          <p:nvPr/>
        </p:nvGrpSpPr>
        <p:grpSpPr>
          <a:xfrm>
            <a:off x="0" y="-8640"/>
            <a:ext cx="12191040" cy="6867360"/>
            <a:chOff x="0" y="-8640"/>
            <a:chExt cx="12191040" cy="6867360"/>
          </a:xfrm>
        </p:grpSpPr>
        <p:cxnSp>
          <p:nvCxnSpPr>
            <p:cNvPr id="51" name="Straight Connector 19"/>
            <p:cNvCxnSpPr/>
            <p:nvPr/>
          </p:nvCxnSpPr>
          <p:spPr>
            <a:xfrm>
              <a:off x="9370800" y="0"/>
              <a:ext cx="1220400" cy="6859080"/>
            </a:xfrm>
            <a:prstGeom prst="straightConnector1">
              <a:avLst/>
            </a:prstGeom>
            <a:ln cap="rnd" w="9525">
              <a:solidFill>
                <a:srgbClr val="BFBFBF"/>
              </a:solidFill>
              <a:round/>
            </a:ln>
          </p:spPr>
        </p:cxnSp>
        <p:cxnSp>
          <p:nvCxnSpPr>
            <p:cNvPr id="52" name="Straight Connector 20"/>
            <p:cNvCxnSpPr/>
            <p:nvPr/>
          </p:nvCxnSpPr>
          <p:spPr>
            <a:xfrm flipH="1">
              <a:off x="7425000" y="3681360"/>
              <a:ext cx="4764600" cy="3177720"/>
            </a:xfrm>
            <a:prstGeom prst="straightConnector1">
              <a:avLst/>
            </a:prstGeom>
            <a:ln cap="rnd" w="9525">
              <a:solidFill>
                <a:srgbClr val="D9D9D9"/>
              </a:solidFill>
              <a:round/>
            </a:ln>
          </p:spPr>
        </p:cxnSp>
        <p:sp>
          <p:nvSpPr>
            <p:cNvPr id="53" name="Rectangle 23"/>
            <p:cNvSpPr/>
            <p:nvPr/>
          </p:nvSpPr>
          <p:spPr>
            <a:xfrm>
              <a:off x="9181440" y="-8640"/>
              <a:ext cx="3006360" cy="6865560"/>
            </a:xfrm>
            <a:custGeom>
              <a:avLst/>
              <a:gdLst>
                <a:gd name="textAreaLeft" fmla="*/ 0 w 3006360"/>
                <a:gd name="textAreaRight" fmla="*/ 3007440 w 30063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4" name="Rectangle 25"/>
            <p:cNvSpPr/>
            <p:nvPr/>
          </p:nvSpPr>
          <p:spPr>
            <a:xfrm>
              <a:off x="9603360" y="-8640"/>
              <a:ext cx="2587320" cy="6865560"/>
            </a:xfrm>
            <a:custGeom>
              <a:avLst/>
              <a:gdLst>
                <a:gd name="textAreaLeft" fmla="*/ 0 w 2587320"/>
                <a:gd name="textAreaRight" fmla="*/ 2588400 w 258732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5" name="Isosceles Triangle 23"/>
            <p:cNvSpPr/>
            <p:nvPr/>
          </p:nvSpPr>
          <p:spPr>
            <a:xfrm>
              <a:off x="8932320" y="3048120"/>
              <a:ext cx="3258720" cy="38088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6" name="Rectangle 27"/>
            <p:cNvSpPr/>
            <p:nvPr/>
          </p:nvSpPr>
          <p:spPr>
            <a:xfrm>
              <a:off x="9334440" y="-8640"/>
              <a:ext cx="2853360" cy="6865560"/>
            </a:xfrm>
            <a:custGeom>
              <a:avLst/>
              <a:gdLst>
                <a:gd name="textAreaLeft" fmla="*/ 0 w 2853360"/>
                <a:gd name="textAreaRight" fmla="*/ 2854440 w 28533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7" name="Rectangle 28"/>
            <p:cNvSpPr/>
            <p:nvPr/>
          </p:nvSpPr>
          <p:spPr>
            <a:xfrm>
              <a:off x="10898640" y="-8640"/>
              <a:ext cx="1289160" cy="6865560"/>
            </a:xfrm>
            <a:custGeom>
              <a:avLst/>
              <a:gdLst>
                <a:gd name="textAreaLeft" fmla="*/ 0 w 1289160"/>
                <a:gd name="textAreaRight" fmla="*/ 1290240 w 12891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8" name="Rectangle 29"/>
            <p:cNvSpPr/>
            <p:nvPr/>
          </p:nvSpPr>
          <p:spPr>
            <a:xfrm>
              <a:off x="10938960" y="-8640"/>
              <a:ext cx="1248840" cy="6865560"/>
            </a:xfrm>
            <a:custGeom>
              <a:avLst/>
              <a:gdLst>
                <a:gd name="textAreaLeft" fmla="*/ 0 w 1248840"/>
                <a:gd name="textAreaRight" fmla="*/ 1249920 w 124884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9" name="Isosceles Triangle 27"/>
            <p:cNvSpPr/>
            <p:nvPr/>
          </p:nvSpPr>
          <p:spPr>
            <a:xfrm>
              <a:off x="10371600" y="3589920"/>
              <a:ext cx="1816200" cy="3267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0" name="Isosceles Triangle 28"/>
            <p:cNvSpPr/>
            <p:nvPr/>
          </p:nvSpPr>
          <p:spPr>
            <a:xfrm>
              <a:off x="0" y="4013280"/>
              <a:ext cx="447480" cy="284364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685800" y="609480"/>
            <a:ext cx="8587080" cy="3021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44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677160" y="4013280"/>
            <a:ext cx="8595720" cy="513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2400" b="0" u="none" strike="noStrike">
              <a:solidFill>
                <a:schemeClr val="dk1">
                  <a:lumMod val="50000"/>
                  <a:lumOff val="50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677160" y="4527360"/>
            <a:ext cx="8595720" cy="1512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800" b="0" u="none" strike="noStrik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800" b="0" u="none" strike="noStrike">
              <a:solidFill>
                <a:schemeClr val="dk1">
                  <a:lumMod val="50000"/>
                  <a:lumOff val="50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7"/>
          </p:nvPr>
        </p:nvSpPr>
        <p:spPr>
          <a:xfrm>
            <a:off x="7205040" y="6041520"/>
            <a:ext cx="9108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8"/>
          </p:nvPr>
        </p:nvSpPr>
        <p:spPr>
          <a:xfrm>
            <a:off x="677160" y="6041520"/>
            <a:ext cx="6296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9"/>
          </p:nvPr>
        </p:nvSpPr>
        <p:spPr>
          <a:xfrm>
            <a:off x="8590680" y="6041520"/>
            <a:ext cx="6822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DDDF2CCB-EB30-4FA1-A445-75DC916DDA05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" name="Group 6"/>
          <p:cNvGrpSpPr/>
          <p:nvPr/>
        </p:nvGrpSpPr>
        <p:grpSpPr>
          <a:xfrm>
            <a:off x="0" y="-8640"/>
            <a:ext cx="12191040" cy="6867360"/>
            <a:chOff x="0" y="-8640"/>
            <a:chExt cx="12191040" cy="6867360"/>
          </a:xfrm>
        </p:grpSpPr>
        <p:cxnSp>
          <p:nvCxnSpPr>
            <p:cNvPr id="68" name="Straight Connector 19"/>
            <p:cNvCxnSpPr/>
            <p:nvPr/>
          </p:nvCxnSpPr>
          <p:spPr>
            <a:xfrm>
              <a:off x="9370800" y="0"/>
              <a:ext cx="1220400" cy="6859080"/>
            </a:xfrm>
            <a:prstGeom prst="straightConnector1">
              <a:avLst/>
            </a:prstGeom>
            <a:ln cap="rnd" w="9525">
              <a:solidFill>
                <a:srgbClr val="BFBFBF"/>
              </a:solidFill>
              <a:round/>
            </a:ln>
          </p:spPr>
        </p:cxnSp>
        <p:cxnSp>
          <p:nvCxnSpPr>
            <p:cNvPr id="69" name="Straight Connector 20"/>
            <p:cNvCxnSpPr/>
            <p:nvPr/>
          </p:nvCxnSpPr>
          <p:spPr>
            <a:xfrm flipH="1">
              <a:off x="7425000" y="3681360"/>
              <a:ext cx="4764600" cy="3177720"/>
            </a:xfrm>
            <a:prstGeom prst="straightConnector1">
              <a:avLst/>
            </a:prstGeom>
            <a:ln cap="rnd" w="9525">
              <a:solidFill>
                <a:srgbClr val="D9D9D9"/>
              </a:solidFill>
              <a:round/>
            </a:ln>
          </p:spPr>
        </p:cxnSp>
        <p:sp>
          <p:nvSpPr>
            <p:cNvPr id="70" name="Rectangle 23"/>
            <p:cNvSpPr/>
            <p:nvPr/>
          </p:nvSpPr>
          <p:spPr>
            <a:xfrm>
              <a:off x="9181440" y="-8640"/>
              <a:ext cx="3006360" cy="6865560"/>
            </a:xfrm>
            <a:custGeom>
              <a:avLst/>
              <a:gdLst>
                <a:gd name="textAreaLeft" fmla="*/ 0 w 3006360"/>
                <a:gd name="textAreaRight" fmla="*/ 3007440 w 30063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1" name="Rectangle 25"/>
            <p:cNvSpPr/>
            <p:nvPr/>
          </p:nvSpPr>
          <p:spPr>
            <a:xfrm>
              <a:off x="9603360" y="-8640"/>
              <a:ext cx="2587320" cy="6865560"/>
            </a:xfrm>
            <a:custGeom>
              <a:avLst/>
              <a:gdLst>
                <a:gd name="textAreaLeft" fmla="*/ 0 w 2587320"/>
                <a:gd name="textAreaRight" fmla="*/ 2588400 w 258732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2" name="Isosceles Triangle 23"/>
            <p:cNvSpPr/>
            <p:nvPr/>
          </p:nvSpPr>
          <p:spPr>
            <a:xfrm>
              <a:off x="8932320" y="3048120"/>
              <a:ext cx="3258720" cy="38088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3" name="Rectangle 27"/>
            <p:cNvSpPr/>
            <p:nvPr/>
          </p:nvSpPr>
          <p:spPr>
            <a:xfrm>
              <a:off x="9334440" y="-8640"/>
              <a:ext cx="2853360" cy="6865560"/>
            </a:xfrm>
            <a:custGeom>
              <a:avLst/>
              <a:gdLst>
                <a:gd name="textAreaLeft" fmla="*/ 0 w 2853360"/>
                <a:gd name="textAreaRight" fmla="*/ 2854440 w 28533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4" name="Rectangle 28"/>
            <p:cNvSpPr/>
            <p:nvPr/>
          </p:nvSpPr>
          <p:spPr>
            <a:xfrm>
              <a:off x="10898640" y="-8640"/>
              <a:ext cx="1289160" cy="6865560"/>
            </a:xfrm>
            <a:custGeom>
              <a:avLst/>
              <a:gdLst>
                <a:gd name="textAreaLeft" fmla="*/ 0 w 1289160"/>
                <a:gd name="textAreaRight" fmla="*/ 1290240 w 12891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5" name="Rectangle 29"/>
            <p:cNvSpPr/>
            <p:nvPr/>
          </p:nvSpPr>
          <p:spPr>
            <a:xfrm>
              <a:off x="10938960" y="-8640"/>
              <a:ext cx="1248840" cy="6865560"/>
            </a:xfrm>
            <a:custGeom>
              <a:avLst/>
              <a:gdLst>
                <a:gd name="textAreaLeft" fmla="*/ 0 w 1248840"/>
                <a:gd name="textAreaRight" fmla="*/ 1249920 w 124884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6" name="Isosceles Triangle 27"/>
            <p:cNvSpPr/>
            <p:nvPr/>
          </p:nvSpPr>
          <p:spPr>
            <a:xfrm>
              <a:off x="10371600" y="3589920"/>
              <a:ext cx="1816200" cy="3267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7" name="Isosceles Triangle 28"/>
            <p:cNvSpPr/>
            <p:nvPr/>
          </p:nvSpPr>
          <p:spPr>
            <a:xfrm>
              <a:off x="0" y="4013280"/>
              <a:ext cx="447480" cy="284364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5720" cy="131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36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body"/>
          </p:nvPr>
        </p:nvSpPr>
        <p:spPr>
          <a:xfrm>
            <a:off x="677160" y="2160720"/>
            <a:ext cx="8595720" cy="3879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  <a:lvl2pPr lvl="1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2pPr>
            <a:lvl3pPr lvl="2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3pPr>
            <a:lvl4pPr lvl="3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4pPr>
            <a:lvl5pPr lvl="4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Second level</a:t>
            </a:r>
            <a:endParaRPr lang="en-US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Third level</a:t>
            </a:r>
            <a:endParaRPr lang="en-US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Fourth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Fifth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80" name="PlaceHolder 3"/>
          <p:cNvSpPr>
            <a:spLocks noGrp="1"/>
          </p:cNvSpPr>
          <p:nvPr>
            <p:ph type="dt" idx="10"/>
          </p:nvPr>
        </p:nvSpPr>
        <p:spPr>
          <a:xfrm>
            <a:off x="7205040" y="6041520"/>
            <a:ext cx="9108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" name="PlaceHolder 4"/>
          <p:cNvSpPr>
            <a:spLocks noGrp="1"/>
          </p:cNvSpPr>
          <p:nvPr>
            <p:ph type="ftr" idx="11"/>
          </p:nvPr>
        </p:nvSpPr>
        <p:spPr>
          <a:xfrm>
            <a:off x="677160" y="6041520"/>
            <a:ext cx="6296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" name="PlaceHolder 5"/>
          <p:cNvSpPr>
            <a:spLocks noGrp="1"/>
          </p:cNvSpPr>
          <p:nvPr>
            <p:ph type="sldNum" idx="12"/>
          </p:nvPr>
        </p:nvSpPr>
        <p:spPr>
          <a:xfrm>
            <a:off x="8590680" y="6041520"/>
            <a:ext cx="6822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5B3CD1FF-DFD9-4F4D-8886-DAFD49EF01BD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" name="Group 6"/>
          <p:cNvGrpSpPr/>
          <p:nvPr/>
        </p:nvGrpSpPr>
        <p:grpSpPr>
          <a:xfrm>
            <a:off x="0" y="-8640"/>
            <a:ext cx="12191040" cy="6867360"/>
            <a:chOff x="0" y="-8640"/>
            <a:chExt cx="12191040" cy="6867360"/>
          </a:xfrm>
        </p:grpSpPr>
        <p:cxnSp>
          <p:nvCxnSpPr>
            <p:cNvPr id="84" name="Straight Connector 19"/>
            <p:cNvCxnSpPr/>
            <p:nvPr/>
          </p:nvCxnSpPr>
          <p:spPr>
            <a:xfrm>
              <a:off x="9370800" y="0"/>
              <a:ext cx="1220400" cy="6859080"/>
            </a:xfrm>
            <a:prstGeom prst="straightConnector1">
              <a:avLst/>
            </a:prstGeom>
            <a:ln cap="rnd" w="9525">
              <a:solidFill>
                <a:srgbClr val="BFBFBF"/>
              </a:solidFill>
              <a:round/>
            </a:ln>
          </p:spPr>
        </p:cxnSp>
        <p:cxnSp>
          <p:nvCxnSpPr>
            <p:cNvPr id="85" name="Straight Connector 20"/>
            <p:cNvCxnSpPr/>
            <p:nvPr/>
          </p:nvCxnSpPr>
          <p:spPr>
            <a:xfrm flipH="1">
              <a:off x="7425000" y="3681360"/>
              <a:ext cx="4764600" cy="3177720"/>
            </a:xfrm>
            <a:prstGeom prst="straightConnector1">
              <a:avLst/>
            </a:prstGeom>
            <a:ln cap="rnd" w="9525">
              <a:solidFill>
                <a:srgbClr val="D9D9D9"/>
              </a:solidFill>
              <a:round/>
            </a:ln>
          </p:spPr>
        </p:cxnSp>
        <p:sp>
          <p:nvSpPr>
            <p:cNvPr id="86" name="Rectangle 23"/>
            <p:cNvSpPr/>
            <p:nvPr/>
          </p:nvSpPr>
          <p:spPr>
            <a:xfrm>
              <a:off x="9181440" y="-8640"/>
              <a:ext cx="3006360" cy="6865560"/>
            </a:xfrm>
            <a:custGeom>
              <a:avLst/>
              <a:gdLst>
                <a:gd name="textAreaLeft" fmla="*/ 0 w 3006360"/>
                <a:gd name="textAreaRight" fmla="*/ 3007440 w 30063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7" name="Rectangle 25"/>
            <p:cNvSpPr/>
            <p:nvPr/>
          </p:nvSpPr>
          <p:spPr>
            <a:xfrm>
              <a:off x="9603360" y="-8640"/>
              <a:ext cx="2587320" cy="6865560"/>
            </a:xfrm>
            <a:custGeom>
              <a:avLst/>
              <a:gdLst>
                <a:gd name="textAreaLeft" fmla="*/ 0 w 2587320"/>
                <a:gd name="textAreaRight" fmla="*/ 2588400 w 258732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8" name="Isosceles Triangle 23"/>
            <p:cNvSpPr/>
            <p:nvPr/>
          </p:nvSpPr>
          <p:spPr>
            <a:xfrm>
              <a:off x="8932320" y="3048120"/>
              <a:ext cx="3258720" cy="38088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9" name="Rectangle 27"/>
            <p:cNvSpPr/>
            <p:nvPr/>
          </p:nvSpPr>
          <p:spPr>
            <a:xfrm>
              <a:off x="9334440" y="-8640"/>
              <a:ext cx="2853360" cy="6865560"/>
            </a:xfrm>
            <a:custGeom>
              <a:avLst/>
              <a:gdLst>
                <a:gd name="textAreaLeft" fmla="*/ 0 w 2853360"/>
                <a:gd name="textAreaRight" fmla="*/ 2854440 w 28533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0" name="Rectangle 28"/>
            <p:cNvSpPr/>
            <p:nvPr/>
          </p:nvSpPr>
          <p:spPr>
            <a:xfrm>
              <a:off x="10898640" y="-8640"/>
              <a:ext cx="1289160" cy="6865560"/>
            </a:xfrm>
            <a:custGeom>
              <a:avLst/>
              <a:gdLst>
                <a:gd name="textAreaLeft" fmla="*/ 0 w 1289160"/>
                <a:gd name="textAreaRight" fmla="*/ 1290240 w 12891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1" name="Rectangle 29"/>
            <p:cNvSpPr/>
            <p:nvPr/>
          </p:nvSpPr>
          <p:spPr>
            <a:xfrm>
              <a:off x="10938960" y="-8640"/>
              <a:ext cx="1248840" cy="6865560"/>
            </a:xfrm>
            <a:custGeom>
              <a:avLst/>
              <a:gdLst>
                <a:gd name="textAreaLeft" fmla="*/ 0 w 1248840"/>
                <a:gd name="textAreaRight" fmla="*/ 1249920 w 124884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2" name="Isosceles Triangle 27"/>
            <p:cNvSpPr/>
            <p:nvPr/>
          </p:nvSpPr>
          <p:spPr>
            <a:xfrm>
              <a:off x="10371600" y="3589920"/>
              <a:ext cx="1816200" cy="3267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3" name="Isosceles Triangle 28"/>
            <p:cNvSpPr/>
            <p:nvPr/>
          </p:nvSpPr>
          <p:spPr>
            <a:xfrm>
              <a:off x="0" y="4013280"/>
              <a:ext cx="447480" cy="284364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7967520" y="609480"/>
            <a:ext cx="1303560" cy="5250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36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body"/>
          </p:nvPr>
        </p:nvSpPr>
        <p:spPr>
          <a:xfrm>
            <a:off x="677160" y="609480"/>
            <a:ext cx="7059240" cy="5250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  <a:lvl2pPr lvl="1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2pPr>
            <a:lvl3pPr lvl="2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3pPr>
            <a:lvl4pPr lvl="3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4pPr>
            <a:lvl5pPr lvl="4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Second level</a:t>
            </a:r>
            <a:endParaRPr lang="en-US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Third level</a:t>
            </a:r>
            <a:endParaRPr lang="en-US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Fourth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Fifth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96" name="PlaceHolder 3"/>
          <p:cNvSpPr>
            <a:spLocks noGrp="1"/>
          </p:cNvSpPr>
          <p:nvPr>
            <p:ph type="dt" idx="13"/>
          </p:nvPr>
        </p:nvSpPr>
        <p:spPr>
          <a:xfrm>
            <a:off x="7205040" y="6041520"/>
            <a:ext cx="9108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PlaceHolder 4"/>
          <p:cNvSpPr>
            <a:spLocks noGrp="1"/>
          </p:cNvSpPr>
          <p:nvPr>
            <p:ph type="ftr" idx="14"/>
          </p:nvPr>
        </p:nvSpPr>
        <p:spPr>
          <a:xfrm>
            <a:off x="677160" y="6041520"/>
            <a:ext cx="6296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" name="PlaceHolder 5"/>
          <p:cNvSpPr>
            <a:spLocks noGrp="1"/>
          </p:cNvSpPr>
          <p:nvPr>
            <p:ph type="sldNum" idx="15"/>
          </p:nvPr>
        </p:nvSpPr>
        <p:spPr>
          <a:xfrm>
            <a:off x="8590680" y="6041520"/>
            <a:ext cx="6822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F4DA9F7F-511B-4668-AF93-EE2EE20153F5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" name="Group 6"/>
          <p:cNvGrpSpPr/>
          <p:nvPr/>
        </p:nvGrpSpPr>
        <p:grpSpPr>
          <a:xfrm>
            <a:off x="0" y="-8640"/>
            <a:ext cx="12191040" cy="6867360"/>
            <a:chOff x="0" y="-8640"/>
            <a:chExt cx="12191040" cy="6867360"/>
          </a:xfrm>
        </p:grpSpPr>
        <p:cxnSp>
          <p:nvCxnSpPr>
            <p:cNvPr id="100" name="Straight Connector 19"/>
            <p:cNvCxnSpPr/>
            <p:nvPr/>
          </p:nvCxnSpPr>
          <p:spPr>
            <a:xfrm>
              <a:off x="9370800" y="0"/>
              <a:ext cx="1220400" cy="6859080"/>
            </a:xfrm>
            <a:prstGeom prst="straightConnector1">
              <a:avLst/>
            </a:prstGeom>
            <a:ln cap="rnd" w="9525">
              <a:solidFill>
                <a:srgbClr val="BFBFBF"/>
              </a:solidFill>
              <a:round/>
            </a:ln>
          </p:spPr>
        </p:cxnSp>
        <p:cxnSp>
          <p:nvCxnSpPr>
            <p:cNvPr id="101" name="Straight Connector 20"/>
            <p:cNvCxnSpPr/>
            <p:nvPr/>
          </p:nvCxnSpPr>
          <p:spPr>
            <a:xfrm flipH="1">
              <a:off x="7425000" y="3681360"/>
              <a:ext cx="4764600" cy="3177720"/>
            </a:xfrm>
            <a:prstGeom prst="straightConnector1">
              <a:avLst/>
            </a:prstGeom>
            <a:ln cap="rnd" w="9525">
              <a:solidFill>
                <a:srgbClr val="D9D9D9"/>
              </a:solidFill>
              <a:round/>
            </a:ln>
          </p:spPr>
        </p:cxnSp>
        <p:sp>
          <p:nvSpPr>
            <p:cNvPr id="102" name="Rectangle 23"/>
            <p:cNvSpPr/>
            <p:nvPr/>
          </p:nvSpPr>
          <p:spPr>
            <a:xfrm>
              <a:off x="9181440" y="-8640"/>
              <a:ext cx="3006360" cy="6865560"/>
            </a:xfrm>
            <a:custGeom>
              <a:avLst/>
              <a:gdLst>
                <a:gd name="textAreaLeft" fmla="*/ 0 w 3006360"/>
                <a:gd name="textAreaRight" fmla="*/ 3007440 w 30063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3" name="Rectangle 25"/>
            <p:cNvSpPr/>
            <p:nvPr/>
          </p:nvSpPr>
          <p:spPr>
            <a:xfrm>
              <a:off x="9603360" y="-8640"/>
              <a:ext cx="2587320" cy="6865560"/>
            </a:xfrm>
            <a:custGeom>
              <a:avLst/>
              <a:gdLst>
                <a:gd name="textAreaLeft" fmla="*/ 0 w 2587320"/>
                <a:gd name="textAreaRight" fmla="*/ 2588400 w 258732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4" name="Isosceles Triangle 23"/>
            <p:cNvSpPr/>
            <p:nvPr/>
          </p:nvSpPr>
          <p:spPr>
            <a:xfrm>
              <a:off x="8932320" y="3048120"/>
              <a:ext cx="3258720" cy="38088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5" name="Rectangle 27"/>
            <p:cNvSpPr/>
            <p:nvPr/>
          </p:nvSpPr>
          <p:spPr>
            <a:xfrm>
              <a:off x="9334440" y="-8640"/>
              <a:ext cx="2853360" cy="6865560"/>
            </a:xfrm>
            <a:custGeom>
              <a:avLst/>
              <a:gdLst>
                <a:gd name="textAreaLeft" fmla="*/ 0 w 2853360"/>
                <a:gd name="textAreaRight" fmla="*/ 2854440 w 28533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6" name="Rectangle 28"/>
            <p:cNvSpPr/>
            <p:nvPr/>
          </p:nvSpPr>
          <p:spPr>
            <a:xfrm>
              <a:off x="10898640" y="-8640"/>
              <a:ext cx="1289160" cy="6865560"/>
            </a:xfrm>
            <a:custGeom>
              <a:avLst/>
              <a:gdLst>
                <a:gd name="textAreaLeft" fmla="*/ 0 w 1289160"/>
                <a:gd name="textAreaRight" fmla="*/ 1290240 w 12891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7" name="Rectangle 29"/>
            <p:cNvSpPr/>
            <p:nvPr/>
          </p:nvSpPr>
          <p:spPr>
            <a:xfrm>
              <a:off x="10938960" y="-8640"/>
              <a:ext cx="1248840" cy="6865560"/>
            </a:xfrm>
            <a:custGeom>
              <a:avLst/>
              <a:gdLst>
                <a:gd name="textAreaLeft" fmla="*/ 0 w 1248840"/>
                <a:gd name="textAreaRight" fmla="*/ 1249920 w 124884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8" name="Isosceles Triangle 27"/>
            <p:cNvSpPr/>
            <p:nvPr/>
          </p:nvSpPr>
          <p:spPr>
            <a:xfrm>
              <a:off x="10371600" y="3589920"/>
              <a:ext cx="1816200" cy="3267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9" name="Isosceles Triangle 28"/>
            <p:cNvSpPr/>
            <p:nvPr/>
          </p:nvSpPr>
          <p:spPr>
            <a:xfrm>
              <a:off x="0" y="4013280"/>
              <a:ext cx="447480" cy="284364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677160" y="2700720"/>
            <a:ext cx="8595720" cy="18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40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40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 type="body"/>
          </p:nvPr>
        </p:nvSpPr>
        <p:spPr>
          <a:xfrm>
            <a:off x="677160" y="4527360"/>
            <a:ext cx="8595720" cy="859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2000" b="0" u="none" strike="noStrike">
              <a:solidFill>
                <a:schemeClr val="dk1">
                  <a:lumMod val="50000"/>
                  <a:lumOff val="50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112" name="PlaceHolder 3"/>
          <p:cNvSpPr>
            <a:spLocks noGrp="1"/>
          </p:cNvSpPr>
          <p:nvPr>
            <p:ph type="dt" idx="16"/>
          </p:nvPr>
        </p:nvSpPr>
        <p:spPr>
          <a:xfrm>
            <a:off x="7205040" y="6041520"/>
            <a:ext cx="9108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" name="PlaceHolder 4"/>
          <p:cNvSpPr>
            <a:spLocks noGrp="1"/>
          </p:cNvSpPr>
          <p:nvPr>
            <p:ph type="ftr" idx="17"/>
          </p:nvPr>
        </p:nvSpPr>
        <p:spPr>
          <a:xfrm>
            <a:off x="677160" y="6041520"/>
            <a:ext cx="6296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" name="PlaceHolder 5"/>
          <p:cNvSpPr>
            <a:spLocks noGrp="1"/>
          </p:cNvSpPr>
          <p:nvPr>
            <p:ph type="sldNum" idx="18"/>
          </p:nvPr>
        </p:nvSpPr>
        <p:spPr>
          <a:xfrm>
            <a:off x="8590680" y="6041520"/>
            <a:ext cx="6822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5AB1DB5A-87AD-4F8F-BCF0-8D3A85D99B2F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5" name="Group 6"/>
          <p:cNvGrpSpPr/>
          <p:nvPr/>
        </p:nvGrpSpPr>
        <p:grpSpPr>
          <a:xfrm>
            <a:off x="0" y="-8640"/>
            <a:ext cx="12191040" cy="6867360"/>
            <a:chOff x="0" y="-8640"/>
            <a:chExt cx="12191040" cy="6867360"/>
          </a:xfrm>
        </p:grpSpPr>
        <p:cxnSp>
          <p:nvCxnSpPr>
            <p:cNvPr id="116" name="Straight Connector 19"/>
            <p:cNvCxnSpPr/>
            <p:nvPr/>
          </p:nvCxnSpPr>
          <p:spPr>
            <a:xfrm>
              <a:off x="9370800" y="0"/>
              <a:ext cx="1220400" cy="6859080"/>
            </a:xfrm>
            <a:prstGeom prst="straightConnector1">
              <a:avLst/>
            </a:prstGeom>
            <a:ln cap="rnd" w="9525">
              <a:solidFill>
                <a:srgbClr val="BFBFBF"/>
              </a:solidFill>
              <a:round/>
            </a:ln>
          </p:spPr>
        </p:cxnSp>
        <p:cxnSp>
          <p:nvCxnSpPr>
            <p:cNvPr id="117" name="Straight Connector 20"/>
            <p:cNvCxnSpPr/>
            <p:nvPr/>
          </p:nvCxnSpPr>
          <p:spPr>
            <a:xfrm flipH="1">
              <a:off x="7425000" y="3681360"/>
              <a:ext cx="4764600" cy="3177720"/>
            </a:xfrm>
            <a:prstGeom prst="straightConnector1">
              <a:avLst/>
            </a:prstGeom>
            <a:ln cap="rnd" w="9525">
              <a:solidFill>
                <a:srgbClr val="D9D9D9"/>
              </a:solidFill>
              <a:round/>
            </a:ln>
          </p:spPr>
        </p:cxnSp>
        <p:sp>
          <p:nvSpPr>
            <p:cNvPr id="118" name="Rectangle 23"/>
            <p:cNvSpPr/>
            <p:nvPr/>
          </p:nvSpPr>
          <p:spPr>
            <a:xfrm>
              <a:off x="9181440" y="-8640"/>
              <a:ext cx="3006360" cy="6865560"/>
            </a:xfrm>
            <a:custGeom>
              <a:avLst/>
              <a:gdLst>
                <a:gd name="textAreaLeft" fmla="*/ 0 w 3006360"/>
                <a:gd name="textAreaRight" fmla="*/ 3007440 w 30063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9" name="Rectangle 25"/>
            <p:cNvSpPr/>
            <p:nvPr/>
          </p:nvSpPr>
          <p:spPr>
            <a:xfrm>
              <a:off x="9603360" y="-8640"/>
              <a:ext cx="2587320" cy="6865560"/>
            </a:xfrm>
            <a:custGeom>
              <a:avLst/>
              <a:gdLst>
                <a:gd name="textAreaLeft" fmla="*/ 0 w 2587320"/>
                <a:gd name="textAreaRight" fmla="*/ 2588400 w 258732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0" name="Isosceles Triangle 23"/>
            <p:cNvSpPr/>
            <p:nvPr/>
          </p:nvSpPr>
          <p:spPr>
            <a:xfrm>
              <a:off x="8932320" y="3048120"/>
              <a:ext cx="3258720" cy="38088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1" name="Rectangle 27"/>
            <p:cNvSpPr/>
            <p:nvPr/>
          </p:nvSpPr>
          <p:spPr>
            <a:xfrm>
              <a:off x="9334440" y="-8640"/>
              <a:ext cx="2853360" cy="6865560"/>
            </a:xfrm>
            <a:custGeom>
              <a:avLst/>
              <a:gdLst>
                <a:gd name="textAreaLeft" fmla="*/ 0 w 2853360"/>
                <a:gd name="textAreaRight" fmla="*/ 2854440 w 28533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2" name="Rectangle 28"/>
            <p:cNvSpPr/>
            <p:nvPr/>
          </p:nvSpPr>
          <p:spPr>
            <a:xfrm>
              <a:off x="10898640" y="-8640"/>
              <a:ext cx="1289160" cy="6865560"/>
            </a:xfrm>
            <a:custGeom>
              <a:avLst/>
              <a:gdLst>
                <a:gd name="textAreaLeft" fmla="*/ 0 w 1289160"/>
                <a:gd name="textAreaRight" fmla="*/ 1290240 w 12891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3" name="Rectangle 29"/>
            <p:cNvSpPr/>
            <p:nvPr/>
          </p:nvSpPr>
          <p:spPr>
            <a:xfrm>
              <a:off x="10938960" y="-8640"/>
              <a:ext cx="1248840" cy="6865560"/>
            </a:xfrm>
            <a:custGeom>
              <a:avLst/>
              <a:gdLst>
                <a:gd name="textAreaLeft" fmla="*/ 0 w 1248840"/>
                <a:gd name="textAreaRight" fmla="*/ 1249920 w 124884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4" name="Isosceles Triangle 27"/>
            <p:cNvSpPr/>
            <p:nvPr/>
          </p:nvSpPr>
          <p:spPr>
            <a:xfrm>
              <a:off x="10371600" y="3589920"/>
              <a:ext cx="1816200" cy="3267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5" name="Isosceles Triangle 28"/>
            <p:cNvSpPr/>
            <p:nvPr/>
          </p:nvSpPr>
          <p:spPr>
            <a:xfrm>
              <a:off x="0" y="4013280"/>
              <a:ext cx="447480" cy="284364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5720" cy="131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36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127" name="PlaceHolder 2"/>
          <p:cNvSpPr>
            <a:spLocks noGrp="1"/>
          </p:cNvSpPr>
          <p:nvPr>
            <p:ph type="body"/>
          </p:nvPr>
        </p:nvSpPr>
        <p:spPr>
          <a:xfrm>
            <a:off x="677160" y="2160720"/>
            <a:ext cx="4182840" cy="3879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  <a:lvl2pPr lvl="1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2pPr>
            <a:lvl3pPr lvl="2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3pPr>
            <a:lvl4pPr lvl="3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4pPr>
            <a:lvl5pPr lvl="4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Second level</a:t>
            </a:r>
            <a:endParaRPr lang="en-US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Third level</a:t>
            </a:r>
            <a:endParaRPr lang="en-US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Fourth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Fifth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128" name="PlaceHolder 3"/>
          <p:cNvSpPr>
            <a:spLocks noGrp="1"/>
          </p:cNvSpPr>
          <p:nvPr>
            <p:ph type="body"/>
          </p:nvPr>
        </p:nvSpPr>
        <p:spPr>
          <a:xfrm>
            <a:off x="5090040" y="2160720"/>
            <a:ext cx="4182840" cy="3879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  <a:lvl2pPr lvl="1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2pPr>
            <a:lvl3pPr lvl="2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3pPr>
            <a:lvl4pPr lvl="3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4pPr>
            <a:lvl5pPr lvl="4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Second level</a:t>
            </a:r>
            <a:endParaRPr lang="en-US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Third level</a:t>
            </a:r>
            <a:endParaRPr lang="en-US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Fourth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Fifth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129" name="PlaceHolder 4"/>
          <p:cNvSpPr>
            <a:spLocks noGrp="1"/>
          </p:cNvSpPr>
          <p:nvPr>
            <p:ph type="dt" idx="19"/>
          </p:nvPr>
        </p:nvSpPr>
        <p:spPr>
          <a:xfrm>
            <a:off x="7205040" y="6041520"/>
            <a:ext cx="9108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" name="PlaceHolder 5"/>
          <p:cNvSpPr>
            <a:spLocks noGrp="1"/>
          </p:cNvSpPr>
          <p:nvPr>
            <p:ph type="ftr" idx="20"/>
          </p:nvPr>
        </p:nvSpPr>
        <p:spPr>
          <a:xfrm>
            <a:off x="677160" y="6041520"/>
            <a:ext cx="6296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" name="PlaceHolder 6"/>
          <p:cNvSpPr>
            <a:spLocks noGrp="1"/>
          </p:cNvSpPr>
          <p:nvPr>
            <p:ph type="sldNum" idx="21"/>
          </p:nvPr>
        </p:nvSpPr>
        <p:spPr>
          <a:xfrm>
            <a:off x="8590680" y="6041520"/>
            <a:ext cx="6822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2B00DE15-A0BA-42D7-BF51-16337BB49AD9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2" name="Group 6"/>
          <p:cNvGrpSpPr/>
          <p:nvPr/>
        </p:nvGrpSpPr>
        <p:grpSpPr>
          <a:xfrm>
            <a:off x="0" y="-8640"/>
            <a:ext cx="12191040" cy="6867360"/>
            <a:chOff x="0" y="-8640"/>
            <a:chExt cx="12191040" cy="6867360"/>
          </a:xfrm>
        </p:grpSpPr>
        <p:cxnSp>
          <p:nvCxnSpPr>
            <p:cNvPr id="133" name="Straight Connector 19"/>
            <p:cNvCxnSpPr/>
            <p:nvPr/>
          </p:nvCxnSpPr>
          <p:spPr>
            <a:xfrm>
              <a:off x="9370800" y="0"/>
              <a:ext cx="1220400" cy="6859080"/>
            </a:xfrm>
            <a:prstGeom prst="straightConnector1">
              <a:avLst/>
            </a:prstGeom>
            <a:ln cap="rnd" w="9525">
              <a:solidFill>
                <a:srgbClr val="BFBFBF"/>
              </a:solidFill>
              <a:round/>
            </a:ln>
          </p:spPr>
        </p:cxnSp>
        <p:cxnSp>
          <p:nvCxnSpPr>
            <p:cNvPr id="134" name="Straight Connector 20"/>
            <p:cNvCxnSpPr/>
            <p:nvPr/>
          </p:nvCxnSpPr>
          <p:spPr>
            <a:xfrm flipH="1">
              <a:off x="7425000" y="3681360"/>
              <a:ext cx="4764600" cy="3177720"/>
            </a:xfrm>
            <a:prstGeom prst="straightConnector1">
              <a:avLst/>
            </a:prstGeom>
            <a:ln cap="rnd" w="9525">
              <a:solidFill>
                <a:srgbClr val="D9D9D9"/>
              </a:solidFill>
              <a:round/>
            </a:ln>
          </p:spPr>
        </p:cxnSp>
        <p:sp>
          <p:nvSpPr>
            <p:cNvPr id="135" name="Rectangle 23"/>
            <p:cNvSpPr/>
            <p:nvPr/>
          </p:nvSpPr>
          <p:spPr>
            <a:xfrm>
              <a:off x="9181440" y="-8640"/>
              <a:ext cx="3006360" cy="6865560"/>
            </a:xfrm>
            <a:custGeom>
              <a:avLst/>
              <a:gdLst>
                <a:gd name="textAreaLeft" fmla="*/ 0 w 3006360"/>
                <a:gd name="textAreaRight" fmla="*/ 3007440 w 30063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6" name="Rectangle 25"/>
            <p:cNvSpPr/>
            <p:nvPr/>
          </p:nvSpPr>
          <p:spPr>
            <a:xfrm>
              <a:off x="9603360" y="-8640"/>
              <a:ext cx="2587320" cy="6865560"/>
            </a:xfrm>
            <a:custGeom>
              <a:avLst/>
              <a:gdLst>
                <a:gd name="textAreaLeft" fmla="*/ 0 w 2587320"/>
                <a:gd name="textAreaRight" fmla="*/ 2588400 w 258732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7" name="Isosceles Triangle 23"/>
            <p:cNvSpPr/>
            <p:nvPr/>
          </p:nvSpPr>
          <p:spPr>
            <a:xfrm>
              <a:off x="8932320" y="3048120"/>
              <a:ext cx="3258720" cy="38088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8" name="Rectangle 27"/>
            <p:cNvSpPr/>
            <p:nvPr/>
          </p:nvSpPr>
          <p:spPr>
            <a:xfrm>
              <a:off x="9334440" y="-8640"/>
              <a:ext cx="2853360" cy="6865560"/>
            </a:xfrm>
            <a:custGeom>
              <a:avLst/>
              <a:gdLst>
                <a:gd name="textAreaLeft" fmla="*/ 0 w 2853360"/>
                <a:gd name="textAreaRight" fmla="*/ 2854440 w 28533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9" name="Rectangle 28"/>
            <p:cNvSpPr/>
            <p:nvPr/>
          </p:nvSpPr>
          <p:spPr>
            <a:xfrm>
              <a:off x="10898640" y="-8640"/>
              <a:ext cx="1289160" cy="6865560"/>
            </a:xfrm>
            <a:custGeom>
              <a:avLst/>
              <a:gdLst>
                <a:gd name="textAreaLeft" fmla="*/ 0 w 1289160"/>
                <a:gd name="textAreaRight" fmla="*/ 1290240 w 12891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0" name="Rectangle 29"/>
            <p:cNvSpPr/>
            <p:nvPr/>
          </p:nvSpPr>
          <p:spPr>
            <a:xfrm>
              <a:off x="10938960" y="-8640"/>
              <a:ext cx="1248840" cy="6865560"/>
            </a:xfrm>
            <a:custGeom>
              <a:avLst/>
              <a:gdLst>
                <a:gd name="textAreaLeft" fmla="*/ 0 w 1248840"/>
                <a:gd name="textAreaRight" fmla="*/ 1249920 w 124884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1" name="Isosceles Triangle 27"/>
            <p:cNvSpPr/>
            <p:nvPr/>
          </p:nvSpPr>
          <p:spPr>
            <a:xfrm>
              <a:off x="10371600" y="3589920"/>
              <a:ext cx="1816200" cy="3267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2" name="Isosceles Triangle 28"/>
            <p:cNvSpPr/>
            <p:nvPr/>
          </p:nvSpPr>
          <p:spPr>
            <a:xfrm>
              <a:off x="0" y="4013280"/>
              <a:ext cx="447480" cy="284364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43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5720" cy="131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36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144" name="PlaceHolder 2"/>
          <p:cNvSpPr>
            <a:spLocks noGrp="1"/>
          </p:cNvSpPr>
          <p:nvPr>
            <p:ph type="body"/>
          </p:nvPr>
        </p:nvSpPr>
        <p:spPr>
          <a:xfrm>
            <a:off x="675720" y="2161080"/>
            <a:ext cx="4184640" cy="575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2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145" name="PlaceHolder 3"/>
          <p:cNvSpPr>
            <a:spLocks noGrp="1"/>
          </p:cNvSpPr>
          <p:nvPr>
            <p:ph type="body"/>
          </p:nvPr>
        </p:nvSpPr>
        <p:spPr>
          <a:xfrm>
            <a:off x="675720" y="2737080"/>
            <a:ext cx="4184640" cy="3303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  <a:def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  <a:lvl2pPr lvl="1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  <a:def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2pPr>
            <a:lvl3pPr lvl="2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  <a:def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3pPr>
            <a:lvl4pPr lvl="3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4pPr>
            <a:lvl5pPr lvl="4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Second level</a:t>
            </a:r>
            <a:endParaRPr lang="en-US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Third level</a:t>
            </a:r>
            <a:endParaRPr lang="en-US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Fourth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Fifth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146" name="PlaceHolder 4"/>
          <p:cNvSpPr>
            <a:spLocks noGrp="1"/>
          </p:cNvSpPr>
          <p:nvPr>
            <p:ph type="body"/>
          </p:nvPr>
        </p:nvSpPr>
        <p:spPr>
          <a:xfrm>
            <a:off x="5088240" y="2161080"/>
            <a:ext cx="4184640" cy="575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2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147" name="PlaceHolder 5"/>
          <p:cNvSpPr>
            <a:spLocks noGrp="1"/>
          </p:cNvSpPr>
          <p:nvPr>
            <p:ph type="body"/>
          </p:nvPr>
        </p:nvSpPr>
        <p:spPr>
          <a:xfrm>
            <a:off x="5088240" y="2737080"/>
            <a:ext cx="4184640" cy="3303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  <a:def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  <a:lvl2pPr lvl="1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  <a:def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2pPr>
            <a:lvl3pPr lvl="2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  <a:def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3pPr>
            <a:lvl4pPr lvl="3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4pPr>
            <a:lvl5pPr lvl="4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Second level</a:t>
            </a:r>
            <a:endParaRPr lang="en-US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Third level</a:t>
            </a:r>
            <a:endParaRPr lang="en-US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Fourth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Fifth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148" name="PlaceHolder 6"/>
          <p:cNvSpPr>
            <a:spLocks noGrp="1"/>
          </p:cNvSpPr>
          <p:nvPr>
            <p:ph type="dt" idx="22"/>
          </p:nvPr>
        </p:nvSpPr>
        <p:spPr>
          <a:xfrm>
            <a:off x="7205040" y="6041520"/>
            <a:ext cx="9108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" name="PlaceHolder 7"/>
          <p:cNvSpPr>
            <a:spLocks noGrp="1"/>
          </p:cNvSpPr>
          <p:nvPr>
            <p:ph type="ftr" idx="23"/>
          </p:nvPr>
        </p:nvSpPr>
        <p:spPr>
          <a:xfrm>
            <a:off x="677160" y="6041520"/>
            <a:ext cx="6296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" name="PlaceHolder 8"/>
          <p:cNvSpPr>
            <a:spLocks noGrp="1"/>
          </p:cNvSpPr>
          <p:nvPr>
            <p:ph type="sldNum" idx="24"/>
          </p:nvPr>
        </p:nvSpPr>
        <p:spPr>
          <a:xfrm>
            <a:off x="8590680" y="6041520"/>
            <a:ext cx="6822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A31A6335-56B5-4D67-AD07-B86FCAC39DEC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1" name="Group 6"/>
          <p:cNvGrpSpPr/>
          <p:nvPr/>
        </p:nvGrpSpPr>
        <p:grpSpPr>
          <a:xfrm>
            <a:off x="0" y="-8640"/>
            <a:ext cx="12191040" cy="6867360"/>
            <a:chOff x="0" y="-8640"/>
            <a:chExt cx="12191040" cy="6867360"/>
          </a:xfrm>
        </p:grpSpPr>
        <p:cxnSp>
          <p:nvCxnSpPr>
            <p:cNvPr id="152" name="Straight Connector 19"/>
            <p:cNvCxnSpPr/>
            <p:nvPr/>
          </p:nvCxnSpPr>
          <p:spPr>
            <a:xfrm>
              <a:off x="9370800" y="0"/>
              <a:ext cx="1220400" cy="6859080"/>
            </a:xfrm>
            <a:prstGeom prst="straightConnector1">
              <a:avLst/>
            </a:prstGeom>
            <a:ln cap="rnd" w="9525">
              <a:solidFill>
                <a:srgbClr val="BFBFBF"/>
              </a:solidFill>
              <a:round/>
            </a:ln>
          </p:spPr>
        </p:cxnSp>
        <p:cxnSp>
          <p:nvCxnSpPr>
            <p:cNvPr id="153" name="Straight Connector 20"/>
            <p:cNvCxnSpPr/>
            <p:nvPr/>
          </p:nvCxnSpPr>
          <p:spPr>
            <a:xfrm flipH="1">
              <a:off x="7425000" y="3681360"/>
              <a:ext cx="4764600" cy="3177720"/>
            </a:xfrm>
            <a:prstGeom prst="straightConnector1">
              <a:avLst/>
            </a:prstGeom>
            <a:ln cap="rnd" w="9525">
              <a:solidFill>
                <a:srgbClr val="D9D9D9"/>
              </a:solidFill>
              <a:round/>
            </a:ln>
          </p:spPr>
        </p:cxnSp>
        <p:sp>
          <p:nvSpPr>
            <p:cNvPr id="154" name="Rectangle 23"/>
            <p:cNvSpPr/>
            <p:nvPr/>
          </p:nvSpPr>
          <p:spPr>
            <a:xfrm>
              <a:off x="9181440" y="-8640"/>
              <a:ext cx="3006360" cy="6865560"/>
            </a:xfrm>
            <a:custGeom>
              <a:avLst/>
              <a:gdLst>
                <a:gd name="textAreaLeft" fmla="*/ 0 w 3006360"/>
                <a:gd name="textAreaRight" fmla="*/ 3007440 w 30063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5" name="Rectangle 25"/>
            <p:cNvSpPr/>
            <p:nvPr/>
          </p:nvSpPr>
          <p:spPr>
            <a:xfrm>
              <a:off x="9603360" y="-8640"/>
              <a:ext cx="2587320" cy="6865560"/>
            </a:xfrm>
            <a:custGeom>
              <a:avLst/>
              <a:gdLst>
                <a:gd name="textAreaLeft" fmla="*/ 0 w 2587320"/>
                <a:gd name="textAreaRight" fmla="*/ 2588400 w 258732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6" name="Isosceles Triangle 23"/>
            <p:cNvSpPr/>
            <p:nvPr/>
          </p:nvSpPr>
          <p:spPr>
            <a:xfrm>
              <a:off x="8932320" y="3048120"/>
              <a:ext cx="3258720" cy="38088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7" name="Rectangle 27"/>
            <p:cNvSpPr/>
            <p:nvPr/>
          </p:nvSpPr>
          <p:spPr>
            <a:xfrm>
              <a:off x="9334440" y="-8640"/>
              <a:ext cx="2853360" cy="6865560"/>
            </a:xfrm>
            <a:custGeom>
              <a:avLst/>
              <a:gdLst>
                <a:gd name="textAreaLeft" fmla="*/ 0 w 2853360"/>
                <a:gd name="textAreaRight" fmla="*/ 2854440 w 28533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8" name="Rectangle 28"/>
            <p:cNvSpPr/>
            <p:nvPr/>
          </p:nvSpPr>
          <p:spPr>
            <a:xfrm>
              <a:off x="10898640" y="-8640"/>
              <a:ext cx="1289160" cy="6865560"/>
            </a:xfrm>
            <a:custGeom>
              <a:avLst/>
              <a:gdLst>
                <a:gd name="textAreaLeft" fmla="*/ 0 w 1289160"/>
                <a:gd name="textAreaRight" fmla="*/ 1290240 w 12891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9" name="Rectangle 29"/>
            <p:cNvSpPr/>
            <p:nvPr/>
          </p:nvSpPr>
          <p:spPr>
            <a:xfrm>
              <a:off x="10938960" y="-8640"/>
              <a:ext cx="1248840" cy="6865560"/>
            </a:xfrm>
            <a:custGeom>
              <a:avLst/>
              <a:gdLst>
                <a:gd name="textAreaLeft" fmla="*/ 0 w 1248840"/>
                <a:gd name="textAreaRight" fmla="*/ 1249920 w 124884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0" name="Isosceles Triangle 27"/>
            <p:cNvSpPr/>
            <p:nvPr/>
          </p:nvSpPr>
          <p:spPr>
            <a:xfrm>
              <a:off x="10371600" y="3589920"/>
              <a:ext cx="1816200" cy="3267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1" name="Isosceles Triangle 28"/>
            <p:cNvSpPr/>
            <p:nvPr/>
          </p:nvSpPr>
          <p:spPr>
            <a:xfrm>
              <a:off x="0" y="4013280"/>
              <a:ext cx="447480" cy="284364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62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5720" cy="131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36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163" name="PlaceHolder 2"/>
          <p:cNvSpPr>
            <a:spLocks noGrp="1"/>
          </p:cNvSpPr>
          <p:nvPr>
            <p:ph type="dt" idx="25"/>
          </p:nvPr>
        </p:nvSpPr>
        <p:spPr>
          <a:xfrm>
            <a:off x="7205040" y="6041520"/>
            <a:ext cx="9108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" name="PlaceHolder 3"/>
          <p:cNvSpPr>
            <a:spLocks noGrp="1"/>
          </p:cNvSpPr>
          <p:nvPr>
            <p:ph type="ftr" idx="26"/>
          </p:nvPr>
        </p:nvSpPr>
        <p:spPr>
          <a:xfrm>
            <a:off x="677160" y="6041520"/>
            <a:ext cx="6296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" name="PlaceHolder 4"/>
          <p:cNvSpPr>
            <a:spLocks noGrp="1"/>
          </p:cNvSpPr>
          <p:nvPr>
            <p:ph type="sldNum" idx="27"/>
          </p:nvPr>
        </p:nvSpPr>
        <p:spPr>
          <a:xfrm>
            <a:off x="8590680" y="6041520"/>
            <a:ext cx="6822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06C75B19-7EAB-4479-9E0D-807007291AC7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6" name="Group 6"/>
          <p:cNvGrpSpPr/>
          <p:nvPr/>
        </p:nvGrpSpPr>
        <p:grpSpPr>
          <a:xfrm>
            <a:off x="0" y="-8640"/>
            <a:ext cx="12191040" cy="6867360"/>
            <a:chOff x="0" y="-8640"/>
            <a:chExt cx="12191040" cy="6867360"/>
          </a:xfrm>
        </p:grpSpPr>
        <p:cxnSp>
          <p:nvCxnSpPr>
            <p:cNvPr id="167" name="Straight Connector 19"/>
            <p:cNvCxnSpPr/>
            <p:nvPr/>
          </p:nvCxnSpPr>
          <p:spPr>
            <a:xfrm>
              <a:off x="9370800" y="0"/>
              <a:ext cx="1220400" cy="6859080"/>
            </a:xfrm>
            <a:prstGeom prst="straightConnector1">
              <a:avLst/>
            </a:prstGeom>
            <a:ln cap="rnd" w="9525">
              <a:solidFill>
                <a:srgbClr val="BFBFBF"/>
              </a:solidFill>
              <a:round/>
            </a:ln>
          </p:spPr>
        </p:cxnSp>
        <p:cxnSp>
          <p:nvCxnSpPr>
            <p:cNvPr id="168" name="Straight Connector 20"/>
            <p:cNvCxnSpPr/>
            <p:nvPr/>
          </p:nvCxnSpPr>
          <p:spPr>
            <a:xfrm flipH="1">
              <a:off x="7425000" y="3681360"/>
              <a:ext cx="4764600" cy="3177720"/>
            </a:xfrm>
            <a:prstGeom prst="straightConnector1">
              <a:avLst/>
            </a:prstGeom>
            <a:ln cap="rnd" w="9525">
              <a:solidFill>
                <a:srgbClr val="D9D9D9"/>
              </a:solidFill>
              <a:round/>
            </a:ln>
          </p:spPr>
        </p:cxnSp>
        <p:sp>
          <p:nvSpPr>
            <p:cNvPr id="169" name="Rectangle 23"/>
            <p:cNvSpPr/>
            <p:nvPr/>
          </p:nvSpPr>
          <p:spPr>
            <a:xfrm>
              <a:off x="9181440" y="-8640"/>
              <a:ext cx="3006360" cy="6865560"/>
            </a:xfrm>
            <a:custGeom>
              <a:avLst/>
              <a:gdLst>
                <a:gd name="textAreaLeft" fmla="*/ 0 w 3006360"/>
                <a:gd name="textAreaRight" fmla="*/ 3007440 w 30063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0" name="Rectangle 25"/>
            <p:cNvSpPr/>
            <p:nvPr/>
          </p:nvSpPr>
          <p:spPr>
            <a:xfrm>
              <a:off x="9603360" y="-8640"/>
              <a:ext cx="2587320" cy="6865560"/>
            </a:xfrm>
            <a:custGeom>
              <a:avLst/>
              <a:gdLst>
                <a:gd name="textAreaLeft" fmla="*/ 0 w 2587320"/>
                <a:gd name="textAreaRight" fmla="*/ 2588400 w 258732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1" name="Isosceles Triangle 23"/>
            <p:cNvSpPr/>
            <p:nvPr/>
          </p:nvSpPr>
          <p:spPr>
            <a:xfrm>
              <a:off x="8932320" y="3048120"/>
              <a:ext cx="3258720" cy="38088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2" name="Rectangle 27"/>
            <p:cNvSpPr/>
            <p:nvPr/>
          </p:nvSpPr>
          <p:spPr>
            <a:xfrm>
              <a:off x="9334440" y="-8640"/>
              <a:ext cx="2853360" cy="6865560"/>
            </a:xfrm>
            <a:custGeom>
              <a:avLst/>
              <a:gdLst>
                <a:gd name="textAreaLeft" fmla="*/ 0 w 2853360"/>
                <a:gd name="textAreaRight" fmla="*/ 2854440 w 28533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3" name="Rectangle 28"/>
            <p:cNvSpPr/>
            <p:nvPr/>
          </p:nvSpPr>
          <p:spPr>
            <a:xfrm>
              <a:off x="10898640" y="-8640"/>
              <a:ext cx="1289160" cy="6865560"/>
            </a:xfrm>
            <a:custGeom>
              <a:avLst/>
              <a:gdLst>
                <a:gd name="textAreaLeft" fmla="*/ 0 w 1289160"/>
                <a:gd name="textAreaRight" fmla="*/ 1290240 w 12891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4" name="Rectangle 29"/>
            <p:cNvSpPr/>
            <p:nvPr/>
          </p:nvSpPr>
          <p:spPr>
            <a:xfrm>
              <a:off x="10938960" y="-8640"/>
              <a:ext cx="1248840" cy="6865560"/>
            </a:xfrm>
            <a:custGeom>
              <a:avLst/>
              <a:gdLst>
                <a:gd name="textAreaLeft" fmla="*/ 0 w 1248840"/>
                <a:gd name="textAreaRight" fmla="*/ 1249920 w 124884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5" name="Isosceles Triangle 27"/>
            <p:cNvSpPr/>
            <p:nvPr/>
          </p:nvSpPr>
          <p:spPr>
            <a:xfrm>
              <a:off x="10371600" y="3589920"/>
              <a:ext cx="1816200" cy="3267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6" name="Isosceles Triangle 28"/>
            <p:cNvSpPr/>
            <p:nvPr/>
          </p:nvSpPr>
          <p:spPr>
            <a:xfrm>
              <a:off x="0" y="4013280"/>
              <a:ext cx="447480" cy="284364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77" name="PlaceHolder 1"/>
          <p:cNvSpPr>
            <a:spLocks noGrp="1"/>
          </p:cNvSpPr>
          <p:nvPr>
            <p:ph type="title"/>
          </p:nvPr>
        </p:nvSpPr>
        <p:spPr>
          <a:xfrm>
            <a:off x="677160" y="1498680"/>
            <a:ext cx="3853440" cy="127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20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20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178" name="PlaceHolder 2"/>
          <p:cNvSpPr>
            <a:spLocks noGrp="1"/>
          </p:cNvSpPr>
          <p:nvPr>
            <p:ph type="body"/>
          </p:nvPr>
        </p:nvSpPr>
        <p:spPr>
          <a:xfrm>
            <a:off x="4760640" y="514800"/>
            <a:ext cx="4512600" cy="5525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  <a:lvl2pPr lvl="1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2pPr>
            <a:lvl3pPr lvl="2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3pPr>
            <a:lvl4pPr lvl="3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4pPr>
            <a:lvl5pPr lvl="4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Second level</a:t>
            </a:r>
            <a:endParaRPr lang="en-US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Third level</a:t>
            </a:r>
            <a:endParaRPr lang="en-US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Fourth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Fifth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179" name="PlaceHolder 3"/>
          <p:cNvSpPr>
            <a:spLocks noGrp="1"/>
          </p:cNvSpPr>
          <p:nvPr>
            <p:ph type="body"/>
          </p:nvPr>
        </p:nvSpPr>
        <p:spPr>
          <a:xfrm>
            <a:off x="677160" y="2777040"/>
            <a:ext cx="3853440" cy="2583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180" name="PlaceHolder 4"/>
          <p:cNvSpPr>
            <a:spLocks noGrp="1"/>
          </p:cNvSpPr>
          <p:nvPr>
            <p:ph type="dt" idx="28"/>
          </p:nvPr>
        </p:nvSpPr>
        <p:spPr>
          <a:xfrm>
            <a:off x="7205040" y="6041520"/>
            <a:ext cx="9108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" name="PlaceHolder 5"/>
          <p:cNvSpPr>
            <a:spLocks noGrp="1"/>
          </p:cNvSpPr>
          <p:nvPr>
            <p:ph type="ftr" idx="29"/>
          </p:nvPr>
        </p:nvSpPr>
        <p:spPr>
          <a:xfrm>
            <a:off x="677160" y="6041520"/>
            <a:ext cx="6296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" name="PlaceHolder 6"/>
          <p:cNvSpPr>
            <a:spLocks noGrp="1"/>
          </p:cNvSpPr>
          <p:nvPr>
            <p:ph type="sldNum" idx="30"/>
          </p:nvPr>
        </p:nvSpPr>
        <p:spPr>
          <a:xfrm>
            <a:off x="8590680" y="6041520"/>
            <a:ext cx="6822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F1300FC6-8AC1-4BBA-9F40-641E34BF4349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3" name="Group 6"/>
          <p:cNvGrpSpPr/>
          <p:nvPr/>
        </p:nvGrpSpPr>
        <p:grpSpPr>
          <a:xfrm>
            <a:off x="0" y="-8640"/>
            <a:ext cx="12191040" cy="6867360"/>
            <a:chOff x="0" y="-8640"/>
            <a:chExt cx="12191040" cy="6867360"/>
          </a:xfrm>
        </p:grpSpPr>
        <p:cxnSp>
          <p:nvCxnSpPr>
            <p:cNvPr id="184" name="Straight Connector 19"/>
            <p:cNvCxnSpPr/>
            <p:nvPr/>
          </p:nvCxnSpPr>
          <p:spPr>
            <a:xfrm>
              <a:off x="9370800" y="0"/>
              <a:ext cx="1220400" cy="6859080"/>
            </a:xfrm>
            <a:prstGeom prst="straightConnector1">
              <a:avLst/>
            </a:prstGeom>
            <a:ln cap="rnd" w="9525">
              <a:solidFill>
                <a:srgbClr val="BFBFBF"/>
              </a:solidFill>
              <a:round/>
            </a:ln>
          </p:spPr>
        </p:cxnSp>
        <p:cxnSp>
          <p:nvCxnSpPr>
            <p:cNvPr id="185" name="Straight Connector 20"/>
            <p:cNvCxnSpPr/>
            <p:nvPr/>
          </p:nvCxnSpPr>
          <p:spPr>
            <a:xfrm flipH="1">
              <a:off x="7425000" y="3681360"/>
              <a:ext cx="4764600" cy="3177720"/>
            </a:xfrm>
            <a:prstGeom prst="straightConnector1">
              <a:avLst/>
            </a:prstGeom>
            <a:ln cap="rnd" w="9525">
              <a:solidFill>
                <a:srgbClr val="D9D9D9"/>
              </a:solidFill>
              <a:round/>
            </a:ln>
          </p:spPr>
        </p:cxnSp>
        <p:sp>
          <p:nvSpPr>
            <p:cNvPr id="186" name="Rectangle 23"/>
            <p:cNvSpPr/>
            <p:nvPr/>
          </p:nvSpPr>
          <p:spPr>
            <a:xfrm>
              <a:off x="9181440" y="-8640"/>
              <a:ext cx="3006360" cy="6865560"/>
            </a:xfrm>
            <a:custGeom>
              <a:avLst/>
              <a:gdLst>
                <a:gd name="textAreaLeft" fmla="*/ 0 w 3006360"/>
                <a:gd name="textAreaRight" fmla="*/ 3007440 w 30063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7" name="Rectangle 25"/>
            <p:cNvSpPr/>
            <p:nvPr/>
          </p:nvSpPr>
          <p:spPr>
            <a:xfrm>
              <a:off x="9603360" y="-8640"/>
              <a:ext cx="2587320" cy="6865560"/>
            </a:xfrm>
            <a:custGeom>
              <a:avLst/>
              <a:gdLst>
                <a:gd name="textAreaLeft" fmla="*/ 0 w 2587320"/>
                <a:gd name="textAreaRight" fmla="*/ 2588400 w 258732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8" name="Isosceles Triangle 23"/>
            <p:cNvSpPr/>
            <p:nvPr/>
          </p:nvSpPr>
          <p:spPr>
            <a:xfrm>
              <a:off x="8932320" y="3048120"/>
              <a:ext cx="3258720" cy="38088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9" name="Rectangle 27"/>
            <p:cNvSpPr/>
            <p:nvPr/>
          </p:nvSpPr>
          <p:spPr>
            <a:xfrm>
              <a:off x="9334440" y="-8640"/>
              <a:ext cx="2853360" cy="6865560"/>
            </a:xfrm>
            <a:custGeom>
              <a:avLst/>
              <a:gdLst>
                <a:gd name="textAreaLeft" fmla="*/ 0 w 2853360"/>
                <a:gd name="textAreaRight" fmla="*/ 2854440 w 28533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0" name="Rectangle 28"/>
            <p:cNvSpPr/>
            <p:nvPr/>
          </p:nvSpPr>
          <p:spPr>
            <a:xfrm>
              <a:off x="10898640" y="-8640"/>
              <a:ext cx="1289160" cy="6865560"/>
            </a:xfrm>
            <a:custGeom>
              <a:avLst/>
              <a:gdLst>
                <a:gd name="textAreaLeft" fmla="*/ 0 w 1289160"/>
                <a:gd name="textAreaRight" fmla="*/ 1290240 w 12891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1" name="Rectangle 29"/>
            <p:cNvSpPr/>
            <p:nvPr/>
          </p:nvSpPr>
          <p:spPr>
            <a:xfrm>
              <a:off x="10938960" y="-8640"/>
              <a:ext cx="1248840" cy="6865560"/>
            </a:xfrm>
            <a:custGeom>
              <a:avLst/>
              <a:gdLst>
                <a:gd name="textAreaLeft" fmla="*/ 0 w 1248840"/>
                <a:gd name="textAreaRight" fmla="*/ 1249920 w 124884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2" name="Isosceles Triangle 27"/>
            <p:cNvSpPr/>
            <p:nvPr/>
          </p:nvSpPr>
          <p:spPr>
            <a:xfrm>
              <a:off x="10371600" y="3589920"/>
              <a:ext cx="1816200" cy="3267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3" name="Isosceles Triangle 28"/>
            <p:cNvSpPr/>
            <p:nvPr/>
          </p:nvSpPr>
          <p:spPr>
            <a:xfrm>
              <a:off x="0" y="4013280"/>
              <a:ext cx="447480" cy="284364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94" name="PlaceHolder 1"/>
          <p:cNvSpPr>
            <a:spLocks noGrp="1"/>
          </p:cNvSpPr>
          <p:nvPr>
            <p:ph type="title"/>
          </p:nvPr>
        </p:nvSpPr>
        <p:spPr>
          <a:xfrm>
            <a:off x="677160" y="4800600"/>
            <a:ext cx="8595720" cy="56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24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24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195" name="PlaceHolder 2"/>
          <p:cNvSpPr>
            <a:spLocks noGrp="1"/>
          </p:cNvSpPr>
          <p:nvPr>
            <p:ph type="body"/>
          </p:nvPr>
        </p:nvSpPr>
        <p:spPr>
          <a:xfrm>
            <a:off x="677160" y="609480"/>
            <a:ext cx="8595720" cy="3844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Trebuchet MS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Click icon to add picture</a:t>
            </a:r>
            <a:endParaRPr lang="en-US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196" name="PlaceHolder 3"/>
          <p:cNvSpPr>
            <a:spLocks noGrp="1"/>
          </p:cNvSpPr>
          <p:nvPr>
            <p:ph type="body"/>
          </p:nvPr>
        </p:nvSpPr>
        <p:spPr>
          <a:xfrm>
            <a:off x="677160" y="5367240"/>
            <a:ext cx="8595720" cy="672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197" name="PlaceHolder 4"/>
          <p:cNvSpPr>
            <a:spLocks noGrp="1"/>
          </p:cNvSpPr>
          <p:nvPr>
            <p:ph type="dt" idx="31"/>
          </p:nvPr>
        </p:nvSpPr>
        <p:spPr>
          <a:xfrm>
            <a:off x="7205040" y="6041520"/>
            <a:ext cx="9108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8" name="PlaceHolder 5"/>
          <p:cNvSpPr>
            <a:spLocks noGrp="1"/>
          </p:cNvSpPr>
          <p:nvPr>
            <p:ph type="ftr" idx="32"/>
          </p:nvPr>
        </p:nvSpPr>
        <p:spPr>
          <a:xfrm>
            <a:off x="677160" y="6041520"/>
            <a:ext cx="6296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9" name="PlaceHolder 6"/>
          <p:cNvSpPr>
            <a:spLocks noGrp="1"/>
          </p:cNvSpPr>
          <p:nvPr>
            <p:ph type="sldNum" idx="33"/>
          </p:nvPr>
        </p:nvSpPr>
        <p:spPr>
          <a:xfrm>
            <a:off x="8590680" y="6041520"/>
            <a:ext cx="6822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3D446C20-1A12-4540-BC6F-CCBA1D465CD4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and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0" name="Group 6"/>
          <p:cNvGrpSpPr/>
          <p:nvPr/>
        </p:nvGrpSpPr>
        <p:grpSpPr>
          <a:xfrm>
            <a:off x="0" y="-8640"/>
            <a:ext cx="12191040" cy="6867360"/>
            <a:chOff x="0" y="-8640"/>
            <a:chExt cx="12191040" cy="6867360"/>
          </a:xfrm>
        </p:grpSpPr>
        <p:cxnSp>
          <p:nvCxnSpPr>
            <p:cNvPr id="201" name="Straight Connector 19"/>
            <p:cNvCxnSpPr/>
            <p:nvPr/>
          </p:nvCxnSpPr>
          <p:spPr>
            <a:xfrm>
              <a:off x="9370800" y="0"/>
              <a:ext cx="1220400" cy="6859080"/>
            </a:xfrm>
            <a:prstGeom prst="straightConnector1">
              <a:avLst/>
            </a:prstGeom>
            <a:ln cap="rnd" w="9525">
              <a:solidFill>
                <a:srgbClr val="BFBFBF"/>
              </a:solidFill>
              <a:round/>
            </a:ln>
          </p:spPr>
        </p:cxnSp>
        <p:cxnSp>
          <p:nvCxnSpPr>
            <p:cNvPr id="202" name="Straight Connector 20"/>
            <p:cNvCxnSpPr/>
            <p:nvPr/>
          </p:nvCxnSpPr>
          <p:spPr>
            <a:xfrm flipH="1">
              <a:off x="7425000" y="3681360"/>
              <a:ext cx="4764600" cy="3177720"/>
            </a:xfrm>
            <a:prstGeom prst="straightConnector1">
              <a:avLst/>
            </a:prstGeom>
            <a:ln cap="rnd" w="9525">
              <a:solidFill>
                <a:srgbClr val="D9D9D9"/>
              </a:solidFill>
              <a:round/>
            </a:ln>
          </p:spPr>
        </p:cxnSp>
        <p:sp>
          <p:nvSpPr>
            <p:cNvPr id="203" name="Rectangle 23"/>
            <p:cNvSpPr/>
            <p:nvPr/>
          </p:nvSpPr>
          <p:spPr>
            <a:xfrm>
              <a:off x="9181440" y="-8640"/>
              <a:ext cx="3006360" cy="6865560"/>
            </a:xfrm>
            <a:custGeom>
              <a:avLst/>
              <a:gdLst>
                <a:gd name="textAreaLeft" fmla="*/ 0 w 3006360"/>
                <a:gd name="textAreaRight" fmla="*/ 3007440 w 30063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4" name="Rectangle 25"/>
            <p:cNvSpPr/>
            <p:nvPr/>
          </p:nvSpPr>
          <p:spPr>
            <a:xfrm>
              <a:off x="9603360" y="-8640"/>
              <a:ext cx="2587320" cy="6865560"/>
            </a:xfrm>
            <a:custGeom>
              <a:avLst/>
              <a:gdLst>
                <a:gd name="textAreaLeft" fmla="*/ 0 w 2587320"/>
                <a:gd name="textAreaRight" fmla="*/ 2588400 w 258732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5" name="Isosceles Triangle 23"/>
            <p:cNvSpPr/>
            <p:nvPr/>
          </p:nvSpPr>
          <p:spPr>
            <a:xfrm>
              <a:off x="8932320" y="3048120"/>
              <a:ext cx="3258720" cy="38088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6" name="Rectangle 27"/>
            <p:cNvSpPr/>
            <p:nvPr/>
          </p:nvSpPr>
          <p:spPr>
            <a:xfrm>
              <a:off x="9334440" y="-8640"/>
              <a:ext cx="2853360" cy="6865560"/>
            </a:xfrm>
            <a:custGeom>
              <a:avLst/>
              <a:gdLst>
                <a:gd name="textAreaLeft" fmla="*/ 0 w 2853360"/>
                <a:gd name="textAreaRight" fmla="*/ 2854440 w 28533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7" name="Rectangle 28"/>
            <p:cNvSpPr/>
            <p:nvPr/>
          </p:nvSpPr>
          <p:spPr>
            <a:xfrm>
              <a:off x="10898640" y="-8640"/>
              <a:ext cx="1289160" cy="6865560"/>
            </a:xfrm>
            <a:custGeom>
              <a:avLst/>
              <a:gdLst>
                <a:gd name="textAreaLeft" fmla="*/ 0 w 1289160"/>
                <a:gd name="textAreaRight" fmla="*/ 1290240 w 12891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8" name="Rectangle 29"/>
            <p:cNvSpPr/>
            <p:nvPr/>
          </p:nvSpPr>
          <p:spPr>
            <a:xfrm>
              <a:off x="10938960" y="-8640"/>
              <a:ext cx="1248840" cy="6865560"/>
            </a:xfrm>
            <a:custGeom>
              <a:avLst/>
              <a:gdLst>
                <a:gd name="textAreaLeft" fmla="*/ 0 w 1248840"/>
                <a:gd name="textAreaRight" fmla="*/ 1249920 w 124884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9" name="Isosceles Triangle 27"/>
            <p:cNvSpPr/>
            <p:nvPr/>
          </p:nvSpPr>
          <p:spPr>
            <a:xfrm>
              <a:off x="10371600" y="3589920"/>
              <a:ext cx="1816200" cy="3267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0" name="Isosceles Triangle 28"/>
            <p:cNvSpPr/>
            <p:nvPr/>
          </p:nvSpPr>
          <p:spPr>
            <a:xfrm>
              <a:off x="0" y="4013280"/>
              <a:ext cx="447480" cy="284364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11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5720" cy="3402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44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212" name="PlaceHolder 2"/>
          <p:cNvSpPr>
            <a:spLocks noGrp="1"/>
          </p:cNvSpPr>
          <p:nvPr>
            <p:ph type="body"/>
          </p:nvPr>
        </p:nvSpPr>
        <p:spPr>
          <a:xfrm>
            <a:off x="677160" y="4470480"/>
            <a:ext cx="8595720" cy="1569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213" name="PlaceHolder 3"/>
          <p:cNvSpPr>
            <a:spLocks noGrp="1"/>
          </p:cNvSpPr>
          <p:nvPr>
            <p:ph type="dt" idx="34"/>
          </p:nvPr>
        </p:nvSpPr>
        <p:spPr>
          <a:xfrm>
            <a:off x="7205040" y="6041520"/>
            <a:ext cx="9108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4" name="PlaceHolder 4"/>
          <p:cNvSpPr>
            <a:spLocks noGrp="1"/>
          </p:cNvSpPr>
          <p:nvPr>
            <p:ph type="ftr" idx="35"/>
          </p:nvPr>
        </p:nvSpPr>
        <p:spPr>
          <a:xfrm>
            <a:off x="677160" y="6041520"/>
            <a:ext cx="6296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5" name="PlaceHolder 5"/>
          <p:cNvSpPr>
            <a:spLocks noGrp="1"/>
          </p:cNvSpPr>
          <p:nvPr>
            <p:ph type="sldNum" idx="36"/>
          </p:nvPr>
        </p:nvSpPr>
        <p:spPr>
          <a:xfrm>
            <a:off x="8590680" y="6041520"/>
            <a:ext cx="6822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1C89AE12-5DC1-4902-990F-A134C64E1BFB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Quot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6" name="Group 6"/>
          <p:cNvGrpSpPr/>
          <p:nvPr/>
        </p:nvGrpSpPr>
        <p:grpSpPr>
          <a:xfrm>
            <a:off x="0" y="-8640"/>
            <a:ext cx="12191040" cy="6867360"/>
            <a:chOff x="0" y="-8640"/>
            <a:chExt cx="12191040" cy="6867360"/>
          </a:xfrm>
        </p:grpSpPr>
        <p:cxnSp>
          <p:nvCxnSpPr>
            <p:cNvPr id="217" name="Straight Connector 19"/>
            <p:cNvCxnSpPr/>
            <p:nvPr/>
          </p:nvCxnSpPr>
          <p:spPr>
            <a:xfrm>
              <a:off x="9370800" y="0"/>
              <a:ext cx="1220400" cy="6859080"/>
            </a:xfrm>
            <a:prstGeom prst="straightConnector1">
              <a:avLst/>
            </a:prstGeom>
            <a:ln cap="rnd" w="9525">
              <a:solidFill>
                <a:srgbClr val="BFBFBF"/>
              </a:solidFill>
              <a:round/>
            </a:ln>
          </p:spPr>
        </p:cxnSp>
        <p:cxnSp>
          <p:nvCxnSpPr>
            <p:cNvPr id="218" name="Straight Connector 20"/>
            <p:cNvCxnSpPr/>
            <p:nvPr/>
          </p:nvCxnSpPr>
          <p:spPr>
            <a:xfrm flipH="1">
              <a:off x="7425000" y="3681360"/>
              <a:ext cx="4764600" cy="3177720"/>
            </a:xfrm>
            <a:prstGeom prst="straightConnector1">
              <a:avLst/>
            </a:prstGeom>
            <a:ln cap="rnd" w="9525">
              <a:solidFill>
                <a:srgbClr val="D9D9D9"/>
              </a:solidFill>
              <a:round/>
            </a:ln>
          </p:spPr>
        </p:cxnSp>
        <p:sp>
          <p:nvSpPr>
            <p:cNvPr id="219" name="Rectangle 23"/>
            <p:cNvSpPr/>
            <p:nvPr/>
          </p:nvSpPr>
          <p:spPr>
            <a:xfrm>
              <a:off x="9181440" y="-8640"/>
              <a:ext cx="3006360" cy="6865560"/>
            </a:xfrm>
            <a:custGeom>
              <a:avLst/>
              <a:gdLst>
                <a:gd name="textAreaLeft" fmla="*/ 0 w 3006360"/>
                <a:gd name="textAreaRight" fmla="*/ 3007440 w 30063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0" name="Rectangle 25"/>
            <p:cNvSpPr/>
            <p:nvPr/>
          </p:nvSpPr>
          <p:spPr>
            <a:xfrm>
              <a:off x="9603360" y="-8640"/>
              <a:ext cx="2587320" cy="6865560"/>
            </a:xfrm>
            <a:custGeom>
              <a:avLst/>
              <a:gdLst>
                <a:gd name="textAreaLeft" fmla="*/ 0 w 2587320"/>
                <a:gd name="textAreaRight" fmla="*/ 2588400 w 258732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1" name="Isosceles Triangle 23"/>
            <p:cNvSpPr/>
            <p:nvPr/>
          </p:nvSpPr>
          <p:spPr>
            <a:xfrm>
              <a:off x="8932320" y="3048120"/>
              <a:ext cx="3258720" cy="38088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2" name="Rectangle 27"/>
            <p:cNvSpPr/>
            <p:nvPr/>
          </p:nvSpPr>
          <p:spPr>
            <a:xfrm>
              <a:off x="9334440" y="-8640"/>
              <a:ext cx="2853360" cy="6865560"/>
            </a:xfrm>
            <a:custGeom>
              <a:avLst/>
              <a:gdLst>
                <a:gd name="textAreaLeft" fmla="*/ 0 w 2853360"/>
                <a:gd name="textAreaRight" fmla="*/ 2854440 w 28533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3" name="Rectangle 28"/>
            <p:cNvSpPr/>
            <p:nvPr/>
          </p:nvSpPr>
          <p:spPr>
            <a:xfrm>
              <a:off x="10898640" y="-8640"/>
              <a:ext cx="1289160" cy="6865560"/>
            </a:xfrm>
            <a:custGeom>
              <a:avLst/>
              <a:gdLst>
                <a:gd name="textAreaLeft" fmla="*/ 0 w 1289160"/>
                <a:gd name="textAreaRight" fmla="*/ 1290240 w 12891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4" name="Rectangle 29"/>
            <p:cNvSpPr/>
            <p:nvPr/>
          </p:nvSpPr>
          <p:spPr>
            <a:xfrm>
              <a:off x="10938960" y="-8640"/>
              <a:ext cx="1248840" cy="6865560"/>
            </a:xfrm>
            <a:custGeom>
              <a:avLst/>
              <a:gdLst>
                <a:gd name="textAreaLeft" fmla="*/ 0 w 1248840"/>
                <a:gd name="textAreaRight" fmla="*/ 1249920 w 124884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5" name="Isosceles Triangle 27"/>
            <p:cNvSpPr/>
            <p:nvPr/>
          </p:nvSpPr>
          <p:spPr>
            <a:xfrm>
              <a:off x="10371600" y="3589920"/>
              <a:ext cx="1816200" cy="3267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6" name="Isosceles Triangle 28"/>
            <p:cNvSpPr/>
            <p:nvPr/>
          </p:nvSpPr>
          <p:spPr>
            <a:xfrm>
              <a:off x="0" y="4013280"/>
              <a:ext cx="447480" cy="284364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27" name="PlaceHolder 1"/>
          <p:cNvSpPr>
            <a:spLocks noGrp="1"/>
          </p:cNvSpPr>
          <p:nvPr>
            <p:ph type="title"/>
          </p:nvPr>
        </p:nvSpPr>
        <p:spPr>
          <a:xfrm>
            <a:off x="931320" y="609480"/>
            <a:ext cx="8093160" cy="3021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44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228" name="PlaceHolder 2"/>
          <p:cNvSpPr>
            <a:spLocks noGrp="1"/>
          </p:cNvSpPr>
          <p:nvPr>
            <p:ph type="body"/>
          </p:nvPr>
        </p:nvSpPr>
        <p:spPr>
          <a:xfrm>
            <a:off x="1366200" y="3632040"/>
            <a:ext cx="7223400" cy="379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600" b="0" u="none" strike="noStrik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229" name="PlaceHolder 3"/>
          <p:cNvSpPr>
            <a:spLocks noGrp="1"/>
          </p:cNvSpPr>
          <p:nvPr>
            <p:ph type="body"/>
          </p:nvPr>
        </p:nvSpPr>
        <p:spPr>
          <a:xfrm>
            <a:off x="677160" y="4470480"/>
            <a:ext cx="8595720" cy="1569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230" name="PlaceHolder 4"/>
          <p:cNvSpPr>
            <a:spLocks noGrp="1"/>
          </p:cNvSpPr>
          <p:nvPr>
            <p:ph type="dt" idx="37"/>
          </p:nvPr>
        </p:nvSpPr>
        <p:spPr>
          <a:xfrm>
            <a:off x="7205040" y="6041520"/>
            <a:ext cx="9108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1" name="PlaceHolder 5"/>
          <p:cNvSpPr>
            <a:spLocks noGrp="1"/>
          </p:cNvSpPr>
          <p:nvPr>
            <p:ph type="ftr" idx="38"/>
          </p:nvPr>
        </p:nvSpPr>
        <p:spPr>
          <a:xfrm>
            <a:off x="677160" y="6041520"/>
            <a:ext cx="6296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2" name="PlaceHolder 6"/>
          <p:cNvSpPr>
            <a:spLocks noGrp="1"/>
          </p:cNvSpPr>
          <p:nvPr>
            <p:ph type="sldNum" idx="39"/>
          </p:nvPr>
        </p:nvSpPr>
        <p:spPr>
          <a:xfrm>
            <a:off x="8590680" y="6041520"/>
            <a:ext cx="6822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55C4BDA1-5AB0-425E-96B8-65FBE6A5B22D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3" name="TextBox 19"/>
          <p:cNvSpPr/>
          <p:nvPr/>
        </p:nvSpPr>
        <p:spPr>
          <a:xfrm>
            <a:off x="541800" y="790200"/>
            <a:ext cx="608400" cy="58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000" b="0" u="none" strike="noStrike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Arial"/>
              </a:rPr>
              <a:t>“</a:t>
            </a:r>
            <a:endParaRPr lang="en-US" sz="8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Box 21"/>
          <p:cNvSpPr/>
          <p:nvPr/>
        </p:nvSpPr>
        <p:spPr>
          <a:xfrm>
            <a:off x="8893080" y="2886480"/>
            <a:ext cx="608400" cy="58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000" b="0" u="none" strike="noStrike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Arial"/>
              </a:rPr>
              <a:t>”</a:t>
            </a:r>
            <a:endParaRPr lang="en-US" sz="8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Name Card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5" name="Group 6"/>
          <p:cNvGrpSpPr/>
          <p:nvPr/>
        </p:nvGrpSpPr>
        <p:grpSpPr>
          <a:xfrm>
            <a:off x="0" y="-8640"/>
            <a:ext cx="12191040" cy="6867360"/>
            <a:chOff x="0" y="-8640"/>
            <a:chExt cx="12191040" cy="6867360"/>
          </a:xfrm>
        </p:grpSpPr>
        <p:cxnSp>
          <p:nvCxnSpPr>
            <p:cNvPr id="236" name="Straight Connector 19"/>
            <p:cNvCxnSpPr/>
            <p:nvPr/>
          </p:nvCxnSpPr>
          <p:spPr>
            <a:xfrm>
              <a:off x="9370800" y="0"/>
              <a:ext cx="1220400" cy="6859080"/>
            </a:xfrm>
            <a:prstGeom prst="straightConnector1">
              <a:avLst/>
            </a:prstGeom>
            <a:ln cap="rnd" w="9525">
              <a:solidFill>
                <a:srgbClr val="BFBFBF"/>
              </a:solidFill>
              <a:round/>
            </a:ln>
          </p:spPr>
        </p:cxnSp>
        <p:cxnSp>
          <p:nvCxnSpPr>
            <p:cNvPr id="237" name="Straight Connector 20"/>
            <p:cNvCxnSpPr/>
            <p:nvPr/>
          </p:nvCxnSpPr>
          <p:spPr>
            <a:xfrm flipH="1">
              <a:off x="7425000" y="3681360"/>
              <a:ext cx="4764600" cy="3177720"/>
            </a:xfrm>
            <a:prstGeom prst="straightConnector1">
              <a:avLst/>
            </a:prstGeom>
            <a:ln cap="rnd" w="9525">
              <a:solidFill>
                <a:srgbClr val="D9D9D9"/>
              </a:solidFill>
              <a:round/>
            </a:ln>
          </p:spPr>
        </p:cxnSp>
        <p:sp>
          <p:nvSpPr>
            <p:cNvPr id="238" name="Rectangle 23"/>
            <p:cNvSpPr/>
            <p:nvPr/>
          </p:nvSpPr>
          <p:spPr>
            <a:xfrm>
              <a:off x="9181440" y="-8640"/>
              <a:ext cx="3006360" cy="6865560"/>
            </a:xfrm>
            <a:custGeom>
              <a:avLst/>
              <a:gdLst>
                <a:gd name="textAreaLeft" fmla="*/ 0 w 3006360"/>
                <a:gd name="textAreaRight" fmla="*/ 3007440 w 30063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9" name="Rectangle 25"/>
            <p:cNvSpPr/>
            <p:nvPr/>
          </p:nvSpPr>
          <p:spPr>
            <a:xfrm>
              <a:off x="9603360" y="-8640"/>
              <a:ext cx="2587320" cy="6865560"/>
            </a:xfrm>
            <a:custGeom>
              <a:avLst/>
              <a:gdLst>
                <a:gd name="textAreaLeft" fmla="*/ 0 w 2587320"/>
                <a:gd name="textAreaRight" fmla="*/ 2588400 w 258732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0" name="Isosceles Triangle 23"/>
            <p:cNvSpPr/>
            <p:nvPr/>
          </p:nvSpPr>
          <p:spPr>
            <a:xfrm>
              <a:off x="8932320" y="3048120"/>
              <a:ext cx="3258720" cy="38088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1" name="Rectangle 27"/>
            <p:cNvSpPr/>
            <p:nvPr/>
          </p:nvSpPr>
          <p:spPr>
            <a:xfrm>
              <a:off x="9334440" y="-8640"/>
              <a:ext cx="2853360" cy="6865560"/>
            </a:xfrm>
            <a:custGeom>
              <a:avLst/>
              <a:gdLst>
                <a:gd name="textAreaLeft" fmla="*/ 0 w 2853360"/>
                <a:gd name="textAreaRight" fmla="*/ 2854440 w 28533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2" name="Rectangle 28"/>
            <p:cNvSpPr/>
            <p:nvPr/>
          </p:nvSpPr>
          <p:spPr>
            <a:xfrm>
              <a:off x="10898640" y="-8640"/>
              <a:ext cx="1289160" cy="6865560"/>
            </a:xfrm>
            <a:custGeom>
              <a:avLst/>
              <a:gdLst>
                <a:gd name="textAreaLeft" fmla="*/ 0 w 1289160"/>
                <a:gd name="textAreaRight" fmla="*/ 1290240 w 12891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3" name="Rectangle 29"/>
            <p:cNvSpPr/>
            <p:nvPr/>
          </p:nvSpPr>
          <p:spPr>
            <a:xfrm>
              <a:off x="10938960" y="-8640"/>
              <a:ext cx="1248840" cy="6865560"/>
            </a:xfrm>
            <a:custGeom>
              <a:avLst/>
              <a:gdLst>
                <a:gd name="textAreaLeft" fmla="*/ 0 w 1248840"/>
                <a:gd name="textAreaRight" fmla="*/ 1249920 w 124884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4" name="Isosceles Triangle 27"/>
            <p:cNvSpPr/>
            <p:nvPr/>
          </p:nvSpPr>
          <p:spPr>
            <a:xfrm>
              <a:off x="10371600" y="3589920"/>
              <a:ext cx="1816200" cy="3267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5" name="Isosceles Triangle 28"/>
            <p:cNvSpPr/>
            <p:nvPr/>
          </p:nvSpPr>
          <p:spPr>
            <a:xfrm>
              <a:off x="0" y="4013280"/>
              <a:ext cx="447480" cy="284364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46" name="PlaceHolder 1"/>
          <p:cNvSpPr>
            <a:spLocks noGrp="1"/>
          </p:cNvSpPr>
          <p:nvPr>
            <p:ph type="title"/>
          </p:nvPr>
        </p:nvSpPr>
        <p:spPr>
          <a:xfrm>
            <a:off x="677160" y="1932120"/>
            <a:ext cx="8595720" cy="2594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44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247" name="PlaceHolder 2"/>
          <p:cNvSpPr>
            <a:spLocks noGrp="1"/>
          </p:cNvSpPr>
          <p:nvPr>
            <p:ph type="body"/>
          </p:nvPr>
        </p:nvSpPr>
        <p:spPr>
          <a:xfrm>
            <a:off x="677160" y="4527360"/>
            <a:ext cx="8595720" cy="1512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248" name="PlaceHolder 3"/>
          <p:cNvSpPr>
            <a:spLocks noGrp="1"/>
          </p:cNvSpPr>
          <p:nvPr>
            <p:ph type="dt" idx="40"/>
          </p:nvPr>
        </p:nvSpPr>
        <p:spPr>
          <a:xfrm>
            <a:off x="7205040" y="6041520"/>
            <a:ext cx="9108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9" name="PlaceHolder 4"/>
          <p:cNvSpPr>
            <a:spLocks noGrp="1"/>
          </p:cNvSpPr>
          <p:nvPr>
            <p:ph type="ftr" idx="41"/>
          </p:nvPr>
        </p:nvSpPr>
        <p:spPr>
          <a:xfrm>
            <a:off x="677160" y="6041520"/>
            <a:ext cx="6296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0" name="PlaceHolder 5"/>
          <p:cNvSpPr>
            <a:spLocks noGrp="1"/>
          </p:cNvSpPr>
          <p:nvPr>
            <p:ph type="sldNum" idx="42"/>
          </p:nvPr>
        </p:nvSpPr>
        <p:spPr>
          <a:xfrm>
            <a:off x="8590680" y="6041520"/>
            <a:ext cx="6822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91F3D9D2-C798-43B4-BA50-5F64D1E4CE59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1" name="Group 6"/>
          <p:cNvGrpSpPr/>
          <p:nvPr/>
        </p:nvGrpSpPr>
        <p:grpSpPr>
          <a:xfrm>
            <a:off x="0" y="-8640"/>
            <a:ext cx="12191040" cy="6867360"/>
            <a:chOff x="0" y="-8640"/>
            <a:chExt cx="12191040" cy="6867360"/>
          </a:xfrm>
        </p:grpSpPr>
        <p:cxnSp>
          <p:nvCxnSpPr>
            <p:cNvPr id="252" name="Straight Connector 19"/>
            <p:cNvCxnSpPr/>
            <p:nvPr/>
          </p:nvCxnSpPr>
          <p:spPr>
            <a:xfrm>
              <a:off x="9370800" y="0"/>
              <a:ext cx="1220400" cy="6859080"/>
            </a:xfrm>
            <a:prstGeom prst="straightConnector1">
              <a:avLst/>
            </a:prstGeom>
            <a:ln cap="rnd" w="9525">
              <a:solidFill>
                <a:srgbClr val="BFBFBF"/>
              </a:solidFill>
              <a:round/>
            </a:ln>
          </p:spPr>
        </p:cxnSp>
        <p:cxnSp>
          <p:nvCxnSpPr>
            <p:cNvPr id="253" name="Straight Connector 20"/>
            <p:cNvCxnSpPr/>
            <p:nvPr/>
          </p:nvCxnSpPr>
          <p:spPr>
            <a:xfrm flipH="1">
              <a:off x="7425000" y="3681360"/>
              <a:ext cx="4764600" cy="3177720"/>
            </a:xfrm>
            <a:prstGeom prst="straightConnector1">
              <a:avLst/>
            </a:prstGeom>
            <a:ln cap="rnd" w="9525">
              <a:solidFill>
                <a:srgbClr val="D9D9D9"/>
              </a:solidFill>
              <a:round/>
            </a:ln>
          </p:spPr>
        </p:cxnSp>
        <p:sp>
          <p:nvSpPr>
            <p:cNvPr id="254" name="Rectangle 23"/>
            <p:cNvSpPr/>
            <p:nvPr/>
          </p:nvSpPr>
          <p:spPr>
            <a:xfrm>
              <a:off x="9181440" y="-8640"/>
              <a:ext cx="3006360" cy="6865560"/>
            </a:xfrm>
            <a:custGeom>
              <a:avLst/>
              <a:gdLst>
                <a:gd name="textAreaLeft" fmla="*/ 0 w 3006360"/>
                <a:gd name="textAreaRight" fmla="*/ 3007440 w 30063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5" name="Rectangle 25"/>
            <p:cNvSpPr/>
            <p:nvPr/>
          </p:nvSpPr>
          <p:spPr>
            <a:xfrm>
              <a:off x="9603360" y="-8640"/>
              <a:ext cx="2587320" cy="6865560"/>
            </a:xfrm>
            <a:custGeom>
              <a:avLst/>
              <a:gdLst>
                <a:gd name="textAreaLeft" fmla="*/ 0 w 2587320"/>
                <a:gd name="textAreaRight" fmla="*/ 2588400 w 258732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6" name="Isosceles Triangle 23"/>
            <p:cNvSpPr/>
            <p:nvPr/>
          </p:nvSpPr>
          <p:spPr>
            <a:xfrm>
              <a:off x="8932320" y="3048120"/>
              <a:ext cx="3258720" cy="38088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7" name="Rectangle 27"/>
            <p:cNvSpPr/>
            <p:nvPr/>
          </p:nvSpPr>
          <p:spPr>
            <a:xfrm>
              <a:off x="9334440" y="-8640"/>
              <a:ext cx="2853360" cy="6865560"/>
            </a:xfrm>
            <a:custGeom>
              <a:avLst/>
              <a:gdLst>
                <a:gd name="textAreaLeft" fmla="*/ 0 w 2853360"/>
                <a:gd name="textAreaRight" fmla="*/ 2854440 w 28533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8" name="Rectangle 28"/>
            <p:cNvSpPr/>
            <p:nvPr/>
          </p:nvSpPr>
          <p:spPr>
            <a:xfrm>
              <a:off x="10898640" y="-8640"/>
              <a:ext cx="1289160" cy="6865560"/>
            </a:xfrm>
            <a:custGeom>
              <a:avLst/>
              <a:gdLst>
                <a:gd name="textAreaLeft" fmla="*/ 0 w 1289160"/>
                <a:gd name="textAreaRight" fmla="*/ 1290240 w 12891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9" name="Rectangle 29"/>
            <p:cNvSpPr/>
            <p:nvPr/>
          </p:nvSpPr>
          <p:spPr>
            <a:xfrm>
              <a:off x="10938960" y="-8640"/>
              <a:ext cx="1248840" cy="6865560"/>
            </a:xfrm>
            <a:custGeom>
              <a:avLst/>
              <a:gdLst>
                <a:gd name="textAreaLeft" fmla="*/ 0 w 1248840"/>
                <a:gd name="textAreaRight" fmla="*/ 1249920 w 124884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0" name="Isosceles Triangle 27"/>
            <p:cNvSpPr/>
            <p:nvPr/>
          </p:nvSpPr>
          <p:spPr>
            <a:xfrm>
              <a:off x="10371600" y="3589920"/>
              <a:ext cx="1816200" cy="3267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1" name="Isosceles Triangle 28"/>
            <p:cNvSpPr/>
            <p:nvPr/>
          </p:nvSpPr>
          <p:spPr>
            <a:xfrm>
              <a:off x="0" y="4013280"/>
              <a:ext cx="447480" cy="284364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62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5720" cy="131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36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263" name="PlaceHolder 2"/>
          <p:cNvSpPr>
            <a:spLocks noGrp="1"/>
          </p:cNvSpPr>
          <p:nvPr>
            <p:ph type="body"/>
          </p:nvPr>
        </p:nvSpPr>
        <p:spPr>
          <a:xfrm>
            <a:off x="677160" y="2160720"/>
            <a:ext cx="8595720" cy="3879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  <a:lvl2pPr lvl="1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2pPr>
            <a:lvl3pPr lvl="2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3pPr>
            <a:lvl4pPr lvl="3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4pPr>
            <a:lvl5pPr lvl="4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Second level</a:t>
            </a:r>
            <a:endParaRPr lang="en-US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Third level</a:t>
            </a:r>
            <a:endParaRPr lang="en-US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Fourth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Fifth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264" name="PlaceHolder 3"/>
          <p:cNvSpPr>
            <a:spLocks noGrp="1"/>
          </p:cNvSpPr>
          <p:nvPr>
            <p:ph type="dt" idx="43"/>
          </p:nvPr>
        </p:nvSpPr>
        <p:spPr>
          <a:xfrm>
            <a:off x="7205040" y="6041520"/>
            <a:ext cx="9108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5" name="PlaceHolder 4"/>
          <p:cNvSpPr>
            <a:spLocks noGrp="1"/>
          </p:cNvSpPr>
          <p:nvPr>
            <p:ph type="ftr" idx="44"/>
          </p:nvPr>
        </p:nvSpPr>
        <p:spPr>
          <a:xfrm>
            <a:off x="677160" y="6041520"/>
            <a:ext cx="6296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6" name="PlaceHolder 5"/>
          <p:cNvSpPr>
            <a:spLocks noGrp="1"/>
          </p:cNvSpPr>
          <p:nvPr>
            <p:ph type="sldNum" idx="45"/>
          </p:nvPr>
        </p:nvSpPr>
        <p:spPr>
          <a:xfrm>
            <a:off x="8590680" y="6041520"/>
            <a:ext cx="6822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99CE615C-59DE-4D49-A240-2460FB7E3D9B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7" name="Group 6"/>
          <p:cNvGrpSpPr/>
          <p:nvPr/>
        </p:nvGrpSpPr>
        <p:grpSpPr>
          <a:xfrm>
            <a:off x="0" y="-8640"/>
            <a:ext cx="12191040" cy="6867360"/>
            <a:chOff x="0" y="-8640"/>
            <a:chExt cx="12191040" cy="6867360"/>
          </a:xfrm>
        </p:grpSpPr>
        <p:cxnSp>
          <p:nvCxnSpPr>
            <p:cNvPr id="268" name="Straight Connector 19"/>
            <p:cNvCxnSpPr/>
            <p:nvPr/>
          </p:nvCxnSpPr>
          <p:spPr>
            <a:xfrm>
              <a:off x="9370800" y="0"/>
              <a:ext cx="1220400" cy="6859080"/>
            </a:xfrm>
            <a:prstGeom prst="straightConnector1">
              <a:avLst/>
            </a:prstGeom>
            <a:ln cap="rnd" w="9525">
              <a:solidFill>
                <a:srgbClr val="BFBFBF"/>
              </a:solidFill>
              <a:round/>
            </a:ln>
          </p:spPr>
        </p:cxnSp>
        <p:cxnSp>
          <p:nvCxnSpPr>
            <p:cNvPr id="269" name="Straight Connector 20"/>
            <p:cNvCxnSpPr/>
            <p:nvPr/>
          </p:nvCxnSpPr>
          <p:spPr>
            <a:xfrm flipH="1">
              <a:off x="7425000" y="3681360"/>
              <a:ext cx="4764600" cy="3177720"/>
            </a:xfrm>
            <a:prstGeom prst="straightConnector1">
              <a:avLst/>
            </a:prstGeom>
            <a:ln cap="rnd" w="9525">
              <a:solidFill>
                <a:srgbClr val="D9D9D9"/>
              </a:solidFill>
              <a:round/>
            </a:ln>
          </p:spPr>
        </p:cxnSp>
        <p:sp>
          <p:nvSpPr>
            <p:cNvPr id="270" name="Rectangle 23"/>
            <p:cNvSpPr/>
            <p:nvPr/>
          </p:nvSpPr>
          <p:spPr>
            <a:xfrm>
              <a:off x="9181440" y="-8640"/>
              <a:ext cx="3006360" cy="6865560"/>
            </a:xfrm>
            <a:custGeom>
              <a:avLst/>
              <a:gdLst>
                <a:gd name="textAreaLeft" fmla="*/ 0 w 3006360"/>
                <a:gd name="textAreaRight" fmla="*/ 3007440 w 30063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1" name="Rectangle 25"/>
            <p:cNvSpPr/>
            <p:nvPr/>
          </p:nvSpPr>
          <p:spPr>
            <a:xfrm>
              <a:off x="9603360" y="-8640"/>
              <a:ext cx="2587320" cy="6865560"/>
            </a:xfrm>
            <a:custGeom>
              <a:avLst/>
              <a:gdLst>
                <a:gd name="textAreaLeft" fmla="*/ 0 w 2587320"/>
                <a:gd name="textAreaRight" fmla="*/ 2588400 w 258732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2" name="Isosceles Triangle 23"/>
            <p:cNvSpPr/>
            <p:nvPr/>
          </p:nvSpPr>
          <p:spPr>
            <a:xfrm>
              <a:off x="8932320" y="3048120"/>
              <a:ext cx="3258720" cy="38088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3" name="Rectangle 27"/>
            <p:cNvSpPr/>
            <p:nvPr/>
          </p:nvSpPr>
          <p:spPr>
            <a:xfrm>
              <a:off x="9334440" y="-8640"/>
              <a:ext cx="2853360" cy="6865560"/>
            </a:xfrm>
            <a:custGeom>
              <a:avLst/>
              <a:gdLst>
                <a:gd name="textAreaLeft" fmla="*/ 0 w 2853360"/>
                <a:gd name="textAreaRight" fmla="*/ 2854440 w 28533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4" name="Rectangle 28"/>
            <p:cNvSpPr/>
            <p:nvPr/>
          </p:nvSpPr>
          <p:spPr>
            <a:xfrm>
              <a:off x="10898640" y="-8640"/>
              <a:ext cx="1289160" cy="6865560"/>
            </a:xfrm>
            <a:custGeom>
              <a:avLst/>
              <a:gdLst>
                <a:gd name="textAreaLeft" fmla="*/ 0 w 1289160"/>
                <a:gd name="textAreaRight" fmla="*/ 1290240 w 12891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5" name="Rectangle 29"/>
            <p:cNvSpPr/>
            <p:nvPr/>
          </p:nvSpPr>
          <p:spPr>
            <a:xfrm>
              <a:off x="10938960" y="-8640"/>
              <a:ext cx="1248840" cy="6865560"/>
            </a:xfrm>
            <a:custGeom>
              <a:avLst/>
              <a:gdLst>
                <a:gd name="textAreaLeft" fmla="*/ 0 w 1248840"/>
                <a:gd name="textAreaRight" fmla="*/ 1249920 w 124884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6" name="Isosceles Triangle 27"/>
            <p:cNvSpPr/>
            <p:nvPr/>
          </p:nvSpPr>
          <p:spPr>
            <a:xfrm>
              <a:off x="10371600" y="3589920"/>
              <a:ext cx="1816200" cy="3267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7" name="Isosceles Triangle 28"/>
            <p:cNvSpPr/>
            <p:nvPr/>
          </p:nvSpPr>
          <p:spPr>
            <a:xfrm>
              <a:off x="0" y="4013280"/>
              <a:ext cx="447480" cy="284364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78" name="PlaceHolder 1"/>
          <p:cNvSpPr>
            <a:spLocks noGrp="1"/>
          </p:cNvSpPr>
          <p:nvPr>
            <p:ph type="dt" idx="46"/>
          </p:nvPr>
        </p:nvSpPr>
        <p:spPr>
          <a:xfrm>
            <a:off x="7205040" y="6041520"/>
            <a:ext cx="9108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9" name="PlaceHolder 2"/>
          <p:cNvSpPr>
            <a:spLocks noGrp="1"/>
          </p:cNvSpPr>
          <p:nvPr>
            <p:ph type="ftr" idx="47"/>
          </p:nvPr>
        </p:nvSpPr>
        <p:spPr>
          <a:xfrm>
            <a:off x="677160" y="6041520"/>
            <a:ext cx="6296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0" name="PlaceHolder 3"/>
          <p:cNvSpPr>
            <a:spLocks noGrp="1"/>
          </p:cNvSpPr>
          <p:nvPr>
            <p:ph type="sldNum" idx="48"/>
          </p:nvPr>
        </p:nvSpPr>
        <p:spPr>
          <a:xfrm>
            <a:off x="8590680" y="6041520"/>
            <a:ext cx="6822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905D9F7A-9563-424F-83C9-B1F1C319F212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1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Trebuchet MS"/>
            </a:endParaRPr>
          </a:p>
        </p:txBody>
      </p:sp>
      <p:sp>
        <p:nvSpPr>
          <p:cNvPr id="282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the outline text format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Second Outline Level</a:t>
            </a:r>
            <a:endParaRPr lang="en-US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Third Outline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Fourth Outline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Fifth Outline Level</a:t>
            </a:r>
            <a:endParaRPr lang="en-US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Sixth Outline Level</a:t>
            </a:r>
            <a:endParaRPr lang="en-US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Seventh Outline Level</a:t>
            </a:r>
            <a:endParaRPr lang="en-US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3" name="Group 6"/>
          <p:cNvGrpSpPr/>
          <p:nvPr/>
        </p:nvGrpSpPr>
        <p:grpSpPr>
          <a:xfrm>
            <a:off x="0" y="-8640"/>
            <a:ext cx="12191040" cy="6867360"/>
            <a:chOff x="0" y="-8640"/>
            <a:chExt cx="12191040" cy="6867360"/>
          </a:xfrm>
        </p:grpSpPr>
        <p:cxnSp>
          <p:nvCxnSpPr>
            <p:cNvPr id="284" name="Straight Connector 19"/>
            <p:cNvCxnSpPr/>
            <p:nvPr/>
          </p:nvCxnSpPr>
          <p:spPr>
            <a:xfrm>
              <a:off x="9370800" y="0"/>
              <a:ext cx="1220400" cy="6859080"/>
            </a:xfrm>
            <a:prstGeom prst="straightConnector1">
              <a:avLst/>
            </a:prstGeom>
            <a:ln cap="rnd" w="9525">
              <a:solidFill>
                <a:srgbClr val="BFBFBF"/>
              </a:solidFill>
              <a:round/>
            </a:ln>
          </p:spPr>
        </p:cxnSp>
        <p:cxnSp>
          <p:nvCxnSpPr>
            <p:cNvPr id="285" name="Straight Connector 20"/>
            <p:cNvCxnSpPr/>
            <p:nvPr/>
          </p:nvCxnSpPr>
          <p:spPr>
            <a:xfrm flipH="1">
              <a:off x="7425000" y="3681360"/>
              <a:ext cx="4764600" cy="3177720"/>
            </a:xfrm>
            <a:prstGeom prst="straightConnector1">
              <a:avLst/>
            </a:prstGeom>
            <a:ln cap="rnd" w="9525">
              <a:solidFill>
                <a:srgbClr val="D9D9D9"/>
              </a:solidFill>
              <a:round/>
            </a:ln>
          </p:spPr>
        </p:cxnSp>
        <p:sp>
          <p:nvSpPr>
            <p:cNvPr id="286" name="Rectangle 23"/>
            <p:cNvSpPr/>
            <p:nvPr/>
          </p:nvSpPr>
          <p:spPr>
            <a:xfrm>
              <a:off x="9181440" y="-8640"/>
              <a:ext cx="3006360" cy="6865560"/>
            </a:xfrm>
            <a:custGeom>
              <a:avLst/>
              <a:gdLst>
                <a:gd name="textAreaLeft" fmla="*/ 0 w 3006360"/>
                <a:gd name="textAreaRight" fmla="*/ 3007440 w 30063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7" name="Rectangle 25"/>
            <p:cNvSpPr/>
            <p:nvPr/>
          </p:nvSpPr>
          <p:spPr>
            <a:xfrm>
              <a:off x="9603360" y="-8640"/>
              <a:ext cx="2587320" cy="6865560"/>
            </a:xfrm>
            <a:custGeom>
              <a:avLst/>
              <a:gdLst>
                <a:gd name="textAreaLeft" fmla="*/ 0 w 2587320"/>
                <a:gd name="textAreaRight" fmla="*/ 2588400 w 258732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8" name="Isosceles Triangle 23"/>
            <p:cNvSpPr/>
            <p:nvPr/>
          </p:nvSpPr>
          <p:spPr>
            <a:xfrm>
              <a:off x="8932320" y="3048120"/>
              <a:ext cx="3258720" cy="38088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9" name="Rectangle 27"/>
            <p:cNvSpPr/>
            <p:nvPr/>
          </p:nvSpPr>
          <p:spPr>
            <a:xfrm>
              <a:off x="9334440" y="-8640"/>
              <a:ext cx="2853360" cy="6865560"/>
            </a:xfrm>
            <a:custGeom>
              <a:avLst/>
              <a:gdLst>
                <a:gd name="textAreaLeft" fmla="*/ 0 w 2853360"/>
                <a:gd name="textAreaRight" fmla="*/ 2854440 w 28533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0" name="Rectangle 28"/>
            <p:cNvSpPr/>
            <p:nvPr/>
          </p:nvSpPr>
          <p:spPr>
            <a:xfrm>
              <a:off x="10898640" y="-8640"/>
              <a:ext cx="1289160" cy="6865560"/>
            </a:xfrm>
            <a:custGeom>
              <a:avLst/>
              <a:gdLst>
                <a:gd name="textAreaLeft" fmla="*/ 0 w 1289160"/>
                <a:gd name="textAreaRight" fmla="*/ 1290240 w 12891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1" name="Rectangle 29"/>
            <p:cNvSpPr/>
            <p:nvPr/>
          </p:nvSpPr>
          <p:spPr>
            <a:xfrm>
              <a:off x="10938960" y="-8640"/>
              <a:ext cx="1248840" cy="6865560"/>
            </a:xfrm>
            <a:custGeom>
              <a:avLst/>
              <a:gdLst>
                <a:gd name="textAreaLeft" fmla="*/ 0 w 1248840"/>
                <a:gd name="textAreaRight" fmla="*/ 1249920 w 124884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2" name="Isosceles Triangle 27"/>
            <p:cNvSpPr/>
            <p:nvPr/>
          </p:nvSpPr>
          <p:spPr>
            <a:xfrm>
              <a:off x="10371600" y="3589920"/>
              <a:ext cx="1816200" cy="3267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3" name="Isosceles Triangle 28"/>
            <p:cNvSpPr/>
            <p:nvPr/>
          </p:nvSpPr>
          <p:spPr>
            <a:xfrm>
              <a:off x="0" y="4013280"/>
              <a:ext cx="447480" cy="284364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94" name="PlaceHolder 1"/>
          <p:cNvSpPr>
            <a:spLocks noGrp="1"/>
          </p:cNvSpPr>
          <p:nvPr>
            <p:ph type="title"/>
          </p:nvPr>
        </p:nvSpPr>
        <p:spPr>
          <a:xfrm>
            <a:off x="677160" y="994680"/>
            <a:ext cx="8595720" cy="549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buNone/>
              <a:defRPr lang="en-US" sz="3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3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PlaceHolder 2"/>
          <p:cNvSpPr>
            <a:spLocks noGrp="1"/>
          </p:cNvSpPr>
          <p:nvPr>
            <p:ph type="body"/>
          </p:nvPr>
        </p:nvSpPr>
        <p:spPr>
          <a:xfrm>
            <a:off x="677160" y="2160720"/>
            <a:ext cx="8595720" cy="3879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PlaceHolder 3"/>
          <p:cNvSpPr>
            <a:spLocks noGrp="1"/>
          </p:cNvSpPr>
          <p:nvPr>
            <p:ph type="ftr" idx="49"/>
          </p:nvPr>
        </p:nvSpPr>
        <p:spPr>
          <a:xfrm>
            <a:off x="677160" y="6041520"/>
            <a:ext cx="6296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7" name="PlaceHolder 4"/>
          <p:cNvSpPr>
            <a:spLocks noGrp="1"/>
          </p:cNvSpPr>
          <p:nvPr>
            <p:ph type="sldNum" idx="50"/>
          </p:nvPr>
        </p:nvSpPr>
        <p:spPr>
          <a:xfrm>
            <a:off x="8590680" y="6041520"/>
            <a:ext cx="6822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A86DACA5-4889-4A53-AFE0-E32B8DC3AEC6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8" name="PlaceHolder 5"/>
          <p:cNvSpPr>
            <a:spLocks noGrp="1"/>
          </p:cNvSpPr>
          <p:nvPr>
            <p:ph type="dt" idx="51"/>
          </p:nvPr>
        </p:nvSpPr>
        <p:spPr>
          <a:xfrm>
            <a:off x="7205040" y="6041520"/>
            <a:ext cx="9108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9" name="Group 6"/>
          <p:cNvGrpSpPr/>
          <p:nvPr/>
        </p:nvGrpSpPr>
        <p:grpSpPr>
          <a:xfrm>
            <a:off x="0" y="-8640"/>
            <a:ext cx="12191040" cy="6867360"/>
            <a:chOff x="0" y="-8640"/>
            <a:chExt cx="12191040" cy="6867360"/>
          </a:xfrm>
        </p:grpSpPr>
        <p:cxnSp>
          <p:nvCxnSpPr>
            <p:cNvPr id="300" name="Straight Connector 19"/>
            <p:cNvCxnSpPr/>
            <p:nvPr/>
          </p:nvCxnSpPr>
          <p:spPr>
            <a:xfrm>
              <a:off x="9370800" y="0"/>
              <a:ext cx="1220400" cy="6859080"/>
            </a:xfrm>
            <a:prstGeom prst="straightConnector1">
              <a:avLst/>
            </a:prstGeom>
            <a:ln cap="rnd" w="9525">
              <a:solidFill>
                <a:srgbClr val="BFBFBF"/>
              </a:solidFill>
              <a:round/>
            </a:ln>
          </p:spPr>
        </p:cxnSp>
        <p:cxnSp>
          <p:nvCxnSpPr>
            <p:cNvPr id="301" name="Straight Connector 20"/>
            <p:cNvCxnSpPr/>
            <p:nvPr/>
          </p:nvCxnSpPr>
          <p:spPr>
            <a:xfrm flipH="1">
              <a:off x="7425000" y="3681360"/>
              <a:ext cx="4764600" cy="3177720"/>
            </a:xfrm>
            <a:prstGeom prst="straightConnector1">
              <a:avLst/>
            </a:prstGeom>
            <a:ln cap="rnd" w="9525">
              <a:solidFill>
                <a:srgbClr val="D9D9D9"/>
              </a:solidFill>
              <a:round/>
            </a:ln>
          </p:spPr>
        </p:cxnSp>
        <p:sp>
          <p:nvSpPr>
            <p:cNvPr id="302" name="Rectangle 23"/>
            <p:cNvSpPr/>
            <p:nvPr/>
          </p:nvSpPr>
          <p:spPr>
            <a:xfrm>
              <a:off x="9181440" y="-8640"/>
              <a:ext cx="3006360" cy="6865560"/>
            </a:xfrm>
            <a:custGeom>
              <a:avLst/>
              <a:gdLst>
                <a:gd name="textAreaLeft" fmla="*/ 0 w 3006360"/>
                <a:gd name="textAreaRight" fmla="*/ 3007440 w 30063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3" name="Rectangle 25"/>
            <p:cNvSpPr/>
            <p:nvPr/>
          </p:nvSpPr>
          <p:spPr>
            <a:xfrm>
              <a:off x="9603360" y="-8640"/>
              <a:ext cx="2587320" cy="6865560"/>
            </a:xfrm>
            <a:custGeom>
              <a:avLst/>
              <a:gdLst>
                <a:gd name="textAreaLeft" fmla="*/ 0 w 2587320"/>
                <a:gd name="textAreaRight" fmla="*/ 2588400 w 258732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4" name="Isosceles Triangle 23"/>
            <p:cNvSpPr/>
            <p:nvPr/>
          </p:nvSpPr>
          <p:spPr>
            <a:xfrm>
              <a:off x="8932320" y="3048120"/>
              <a:ext cx="3258720" cy="38088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5" name="Rectangle 27"/>
            <p:cNvSpPr/>
            <p:nvPr/>
          </p:nvSpPr>
          <p:spPr>
            <a:xfrm>
              <a:off x="9334440" y="-8640"/>
              <a:ext cx="2853360" cy="6865560"/>
            </a:xfrm>
            <a:custGeom>
              <a:avLst/>
              <a:gdLst>
                <a:gd name="textAreaLeft" fmla="*/ 0 w 2853360"/>
                <a:gd name="textAreaRight" fmla="*/ 2854440 w 28533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6" name="Rectangle 28"/>
            <p:cNvSpPr/>
            <p:nvPr/>
          </p:nvSpPr>
          <p:spPr>
            <a:xfrm>
              <a:off x="10898640" y="-8640"/>
              <a:ext cx="1289160" cy="6865560"/>
            </a:xfrm>
            <a:custGeom>
              <a:avLst/>
              <a:gdLst>
                <a:gd name="textAreaLeft" fmla="*/ 0 w 1289160"/>
                <a:gd name="textAreaRight" fmla="*/ 1290240 w 12891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7" name="Rectangle 29"/>
            <p:cNvSpPr/>
            <p:nvPr/>
          </p:nvSpPr>
          <p:spPr>
            <a:xfrm>
              <a:off x="10938960" y="-8640"/>
              <a:ext cx="1248840" cy="6865560"/>
            </a:xfrm>
            <a:custGeom>
              <a:avLst/>
              <a:gdLst>
                <a:gd name="textAreaLeft" fmla="*/ 0 w 1248840"/>
                <a:gd name="textAreaRight" fmla="*/ 1249920 w 124884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8" name="Isosceles Triangle 27"/>
            <p:cNvSpPr/>
            <p:nvPr/>
          </p:nvSpPr>
          <p:spPr>
            <a:xfrm>
              <a:off x="10371600" y="3589920"/>
              <a:ext cx="1816200" cy="3267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9" name="Isosceles Triangle 28"/>
            <p:cNvSpPr/>
            <p:nvPr/>
          </p:nvSpPr>
          <p:spPr>
            <a:xfrm>
              <a:off x="0" y="4013280"/>
              <a:ext cx="447480" cy="284364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10" name="PlaceHolder 1"/>
          <p:cNvSpPr>
            <a:spLocks noGrp="1"/>
          </p:cNvSpPr>
          <p:nvPr>
            <p:ph type="title"/>
          </p:nvPr>
        </p:nvSpPr>
        <p:spPr>
          <a:xfrm>
            <a:off x="677160" y="994680"/>
            <a:ext cx="8595720" cy="549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buNone/>
              <a:defRPr lang="en-US" sz="3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3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PlaceHolder 2"/>
          <p:cNvSpPr>
            <a:spLocks noGrp="1"/>
          </p:cNvSpPr>
          <p:nvPr>
            <p:ph type="ftr" idx="52"/>
          </p:nvPr>
        </p:nvSpPr>
        <p:spPr>
          <a:xfrm>
            <a:off x="677160" y="6041520"/>
            <a:ext cx="6296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2" name="PlaceHolder 3"/>
          <p:cNvSpPr>
            <a:spLocks noGrp="1"/>
          </p:cNvSpPr>
          <p:nvPr>
            <p:ph type="sldNum" idx="53"/>
          </p:nvPr>
        </p:nvSpPr>
        <p:spPr>
          <a:xfrm>
            <a:off x="8590680" y="6041520"/>
            <a:ext cx="6822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B4B1349D-5950-4A09-895B-24B6B507C66F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3" name="PlaceHolder 4"/>
          <p:cNvSpPr>
            <a:spLocks noGrp="1"/>
          </p:cNvSpPr>
          <p:nvPr>
            <p:ph type="dt" idx="54"/>
          </p:nvPr>
        </p:nvSpPr>
        <p:spPr>
          <a:xfrm>
            <a:off x="7205040" y="6041520"/>
            <a:ext cx="9108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PlaceHolder 1"/>
          <p:cNvSpPr>
            <a:spLocks noGrp="1"/>
          </p:cNvSpPr>
          <p:nvPr>
            <p:ph type="title"/>
          </p:nvPr>
        </p:nvSpPr>
        <p:spPr>
          <a:xfrm>
            <a:off x="677160" y="956520"/>
            <a:ext cx="8595720" cy="625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PlaceHolder 2"/>
          <p:cNvSpPr>
            <a:spLocks noGrp="1"/>
          </p:cNvSpPr>
          <p:nvPr>
            <p:ph/>
          </p:nvPr>
        </p:nvSpPr>
        <p:spPr>
          <a:xfrm>
            <a:off x="677160" y="2160720"/>
            <a:ext cx="8595720" cy="3879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6"/>
          </p:nvPr>
        </p:nvSpPr>
        <p:spPr/>
        <p:txBody>
          <a:bodyPr/>
          <a:p>
            <a:fld id="{3970042A-0496-4AF1-85CF-C57F43F8F84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5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PlaceHolder 1"/>
          <p:cNvSpPr>
            <a:spLocks noGrp="1"/>
          </p:cNvSpPr>
          <p:nvPr>
            <p:ph type="title"/>
          </p:nvPr>
        </p:nvSpPr>
        <p:spPr>
          <a:xfrm>
            <a:off x="677160" y="956520"/>
            <a:ext cx="8595720" cy="625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PlaceHolder 2"/>
          <p:cNvSpPr>
            <a:spLocks noGrp="1"/>
          </p:cNvSpPr>
          <p:nvPr>
            <p:ph type="subTitle"/>
          </p:nvPr>
        </p:nvSpPr>
        <p:spPr>
          <a:xfrm>
            <a:off x="677160" y="2160720"/>
            <a:ext cx="8595720" cy="3879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6"/>
          </p:nvPr>
        </p:nvSpPr>
        <p:spPr/>
        <p:txBody>
          <a:bodyPr/>
          <a:p>
            <a:fld id="{849A871E-1ABF-4723-A8B7-B73B47B2BD5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5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PlaceHolder 1"/>
          <p:cNvSpPr>
            <a:spLocks noGrp="1"/>
          </p:cNvSpPr>
          <p:nvPr>
            <p:ph type="title"/>
          </p:nvPr>
        </p:nvSpPr>
        <p:spPr>
          <a:xfrm>
            <a:off x="677160" y="956520"/>
            <a:ext cx="8595720" cy="625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5" name="PlaceHolder 2"/>
          <p:cNvSpPr>
            <a:spLocks noGrp="1"/>
          </p:cNvSpPr>
          <p:nvPr>
            <p:ph/>
          </p:nvPr>
        </p:nvSpPr>
        <p:spPr>
          <a:xfrm>
            <a:off x="677160" y="2160720"/>
            <a:ext cx="8595720" cy="3879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6"/>
          </p:nvPr>
        </p:nvSpPr>
        <p:spPr/>
        <p:txBody>
          <a:bodyPr/>
          <a:p>
            <a:fld id="{26F9CD0E-EABF-45C3-8AF1-59E8CA97C9D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5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
</Relationships>
</file>

<file path=ppt/slideMasters/_rels/slideMaster15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6.xml"/>
</Relationships>
</file>

<file path=ppt/slideMasters/_rels/slideMaster17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8.xml"/>
</Relationships>
</file>

<file path=ppt/slideMasters/_rels/slideMaster19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19.xml"/><Relationship Id="rId3" Type="http://schemas.openxmlformats.org/officeDocument/2006/relationships/slideLayout" Target="../slideLayouts/slideLayout20.xml"/><Relationship Id="rId4" Type="http://schemas.openxmlformats.org/officeDocument/2006/relationships/slideLayout" Target="../slideLayouts/slideLayout2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6"/>
          <p:cNvGrpSpPr/>
          <p:nvPr/>
        </p:nvGrpSpPr>
        <p:grpSpPr>
          <a:xfrm>
            <a:off x="0" y="-8640"/>
            <a:ext cx="12191040" cy="6867360"/>
            <a:chOff x="0" y="-8640"/>
            <a:chExt cx="12191040" cy="6867360"/>
          </a:xfrm>
        </p:grpSpPr>
        <p:cxnSp>
          <p:nvCxnSpPr>
            <p:cNvPr id="3" name="Straight Connector 19"/>
            <p:cNvCxnSpPr/>
            <p:nvPr/>
          </p:nvCxnSpPr>
          <p:spPr>
            <a:xfrm>
              <a:off x="9370800" y="0"/>
              <a:ext cx="1220400" cy="6859080"/>
            </a:xfrm>
            <a:prstGeom prst="straightConnector1">
              <a:avLst/>
            </a:prstGeom>
            <a:ln cap="rnd" w="9525">
              <a:solidFill>
                <a:srgbClr val="BFBFBF"/>
              </a:solidFill>
              <a:round/>
            </a:ln>
          </p:spPr>
        </p:cxnSp>
        <p:cxnSp>
          <p:nvCxnSpPr>
            <p:cNvPr id="4" name="Straight Connector 20"/>
            <p:cNvCxnSpPr/>
            <p:nvPr/>
          </p:nvCxnSpPr>
          <p:spPr>
            <a:xfrm flipH="1">
              <a:off x="7425000" y="3681360"/>
              <a:ext cx="4764600" cy="3177720"/>
            </a:xfrm>
            <a:prstGeom prst="straightConnector1">
              <a:avLst/>
            </a:prstGeom>
            <a:ln cap="rnd" w="9525">
              <a:solidFill>
                <a:srgbClr val="D9D9D9"/>
              </a:solidFill>
              <a:round/>
            </a:ln>
          </p:spPr>
        </p:cxnSp>
        <p:sp>
          <p:nvSpPr>
            <p:cNvPr id="5" name="Rectangle 23"/>
            <p:cNvSpPr/>
            <p:nvPr/>
          </p:nvSpPr>
          <p:spPr>
            <a:xfrm>
              <a:off x="9181440" y="-8640"/>
              <a:ext cx="3006360" cy="6865560"/>
            </a:xfrm>
            <a:custGeom>
              <a:avLst/>
              <a:gdLst>
                <a:gd name="textAreaLeft" fmla="*/ 0 w 3006360"/>
                <a:gd name="textAreaRight" fmla="*/ 3007440 w 30063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" name="Rectangle 25"/>
            <p:cNvSpPr/>
            <p:nvPr/>
          </p:nvSpPr>
          <p:spPr>
            <a:xfrm>
              <a:off x="9603360" y="-8640"/>
              <a:ext cx="2587320" cy="6865560"/>
            </a:xfrm>
            <a:custGeom>
              <a:avLst/>
              <a:gdLst>
                <a:gd name="textAreaLeft" fmla="*/ 0 w 2587320"/>
                <a:gd name="textAreaRight" fmla="*/ 2588400 w 258732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" name="Isosceles Triangle 23"/>
            <p:cNvSpPr/>
            <p:nvPr/>
          </p:nvSpPr>
          <p:spPr>
            <a:xfrm>
              <a:off x="8932320" y="3048120"/>
              <a:ext cx="3258720" cy="38088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" name="Rectangle 27"/>
            <p:cNvSpPr/>
            <p:nvPr/>
          </p:nvSpPr>
          <p:spPr>
            <a:xfrm>
              <a:off x="9334440" y="-8640"/>
              <a:ext cx="2853360" cy="6865560"/>
            </a:xfrm>
            <a:custGeom>
              <a:avLst/>
              <a:gdLst>
                <a:gd name="textAreaLeft" fmla="*/ 0 w 2853360"/>
                <a:gd name="textAreaRight" fmla="*/ 2854440 w 28533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" name="Rectangle 28"/>
            <p:cNvSpPr/>
            <p:nvPr/>
          </p:nvSpPr>
          <p:spPr>
            <a:xfrm>
              <a:off x="10898640" y="-8640"/>
              <a:ext cx="1289160" cy="6865560"/>
            </a:xfrm>
            <a:custGeom>
              <a:avLst/>
              <a:gdLst>
                <a:gd name="textAreaLeft" fmla="*/ 0 w 1289160"/>
                <a:gd name="textAreaRight" fmla="*/ 1290240 w 12891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" name="Rectangle 29"/>
            <p:cNvSpPr/>
            <p:nvPr/>
          </p:nvSpPr>
          <p:spPr>
            <a:xfrm>
              <a:off x="10938960" y="-8640"/>
              <a:ext cx="1248840" cy="6865560"/>
            </a:xfrm>
            <a:custGeom>
              <a:avLst/>
              <a:gdLst>
                <a:gd name="textAreaLeft" fmla="*/ 0 w 1248840"/>
                <a:gd name="textAreaRight" fmla="*/ 1249920 w 124884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" name="Isosceles Triangle 27"/>
            <p:cNvSpPr/>
            <p:nvPr/>
          </p:nvSpPr>
          <p:spPr>
            <a:xfrm>
              <a:off x="10371600" y="3589920"/>
              <a:ext cx="1816200" cy="3267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" name="Isosceles Triangle 28"/>
            <p:cNvSpPr/>
            <p:nvPr/>
          </p:nvSpPr>
          <p:spPr>
            <a:xfrm>
              <a:off x="0" y="4013280"/>
              <a:ext cx="447480" cy="284364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3" name="Group 6"/>
          <p:cNvGrpSpPr/>
          <p:nvPr/>
        </p:nvGrpSpPr>
        <p:grpSpPr>
          <a:xfrm>
            <a:off x="1080" y="-8640"/>
            <a:ext cx="12189960" cy="6867360"/>
            <a:chOff x="1080" y="-8640"/>
            <a:chExt cx="12189960" cy="6867360"/>
          </a:xfrm>
        </p:grpSpPr>
        <p:cxnSp>
          <p:nvCxnSpPr>
            <p:cNvPr id="14" name="Straight Connector 31"/>
            <p:cNvCxnSpPr/>
            <p:nvPr/>
          </p:nvCxnSpPr>
          <p:spPr>
            <a:xfrm>
              <a:off x="9370800" y="0"/>
              <a:ext cx="1220400" cy="6859080"/>
            </a:xfrm>
            <a:prstGeom prst="straightConnector1">
              <a:avLst/>
            </a:prstGeom>
            <a:ln cap="rnd" w="9525">
              <a:solidFill>
                <a:srgbClr val="BFBFBF"/>
              </a:solidFill>
              <a:round/>
            </a:ln>
          </p:spPr>
        </p:cxnSp>
        <p:cxnSp>
          <p:nvCxnSpPr>
            <p:cNvPr id="15" name="Straight Connector 20"/>
            <p:cNvCxnSpPr/>
            <p:nvPr/>
          </p:nvCxnSpPr>
          <p:spPr>
            <a:xfrm flipH="1">
              <a:off x="7425000" y="3681360"/>
              <a:ext cx="4764600" cy="3177720"/>
            </a:xfrm>
            <a:prstGeom prst="straightConnector1">
              <a:avLst/>
            </a:prstGeom>
            <a:ln cap="rnd" w="9525">
              <a:solidFill>
                <a:srgbClr val="D9D9D9"/>
              </a:solidFill>
              <a:round/>
            </a:ln>
          </p:spPr>
        </p:cxnSp>
        <p:sp>
          <p:nvSpPr>
            <p:cNvPr id="16" name="Rectangle 23"/>
            <p:cNvSpPr/>
            <p:nvPr/>
          </p:nvSpPr>
          <p:spPr>
            <a:xfrm>
              <a:off x="9181440" y="-8640"/>
              <a:ext cx="3006360" cy="6865560"/>
            </a:xfrm>
            <a:custGeom>
              <a:avLst/>
              <a:gdLst>
                <a:gd name="textAreaLeft" fmla="*/ 0 w 3006360"/>
                <a:gd name="textAreaRight" fmla="*/ 3007440 w 30063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" name="Rectangle 25"/>
            <p:cNvSpPr/>
            <p:nvPr/>
          </p:nvSpPr>
          <p:spPr>
            <a:xfrm>
              <a:off x="9603360" y="-8640"/>
              <a:ext cx="2587320" cy="6865560"/>
            </a:xfrm>
            <a:custGeom>
              <a:avLst/>
              <a:gdLst>
                <a:gd name="textAreaLeft" fmla="*/ 0 w 2587320"/>
                <a:gd name="textAreaRight" fmla="*/ 2588400 w 258732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" name="Isosceles Triangle 26"/>
            <p:cNvSpPr/>
            <p:nvPr/>
          </p:nvSpPr>
          <p:spPr>
            <a:xfrm>
              <a:off x="8932320" y="3048120"/>
              <a:ext cx="3258720" cy="38088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" name="Rectangle 27"/>
            <p:cNvSpPr/>
            <p:nvPr/>
          </p:nvSpPr>
          <p:spPr>
            <a:xfrm>
              <a:off x="9334440" y="-8640"/>
              <a:ext cx="2853360" cy="6865560"/>
            </a:xfrm>
            <a:custGeom>
              <a:avLst/>
              <a:gdLst>
                <a:gd name="textAreaLeft" fmla="*/ 0 w 2853360"/>
                <a:gd name="textAreaRight" fmla="*/ 2854440 w 28533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" name="Rectangle 28"/>
            <p:cNvSpPr/>
            <p:nvPr/>
          </p:nvSpPr>
          <p:spPr>
            <a:xfrm>
              <a:off x="10898640" y="-8640"/>
              <a:ext cx="1289160" cy="6865560"/>
            </a:xfrm>
            <a:custGeom>
              <a:avLst/>
              <a:gdLst>
                <a:gd name="textAreaLeft" fmla="*/ 0 w 1289160"/>
                <a:gd name="textAreaRight" fmla="*/ 1290240 w 12891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" name="Rectangle 29"/>
            <p:cNvSpPr/>
            <p:nvPr/>
          </p:nvSpPr>
          <p:spPr>
            <a:xfrm>
              <a:off x="10938960" y="-8640"/>
              <a:ext cx="1248840" cy="6865560"/>
            </a:xfrm>
            <a:custGeom>
              <a:avLst/>
              <a:gdLst>
                <a:gd name="textAreaLeft" fmla="*/ 0 w 1248840"/>
                <a:gd name="textAreaRight" fmla="*/ 1249920 w 124884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" name="Isosceles Triangle 30"/>
            <p:cNvSpPr/>
            <p:nvPr/>
          </p:nvSpPr>
          <p:spPr>
            <a:xfrm>
              <a:off x="10371600" y="3589920"/>
              <a:ext cx="1816200" cy="3267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" name="Isosceles Triangle 18"/>
            <p:cNvSpPr/>
            <p:nvPr/>
          </p:nvSpPr>
          <p:spPr>
            <a:xfrm rot="10800000">
              <a:off x="1080" y="1080"/>
              <a:ext cx="841680" cy="566496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677160" y="446400"/>
            <a:ext cx="8595720" cy="164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buNone/>
              <a:defRPr lang="en-US" sz="5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5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5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ftr" idx="1"/>
          </p:nvPr>
        </p:nvSpPr>
        <p:spPr>
          <a:xfrm>
            <a:off x="677160" y="6041520"/>
            <a:ext cx="6296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sldNum" idx="2"/>
          </p:nvPr>
        </p:nvSpPr>
        <p:spPr>
          <a:xfrm>
            <a:off x="8590680" y="6041520"/>
            <a:ext cx="6822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F24AAE5E-9C08-4306-9F51-32C0903BD8EA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1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dt" idx="3"/>
          </p:nvPr>
        </p:nvSpPr>
        <p:spPr>
          <a:xfrm>
            <a:off x="7205040" y="6041520"/>
            <a:ext cx="9108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3" r:id="rId14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2"/>
    <p:sldLayoutId id="2147483666" r:id="rId3"/>
  </p:sldLayoutIdLst>
</p:sldMaster>
</file>

<file path=ppt/slideMasters/slideMaster1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8" r:id="rId2"/>
    <p:sldLayoutId id="2147483669" r:id="rId3"/>
  </p:sldLayoutIdLst>
</p:sldMaster>
</file>

<file path=ppt/slideMasters/slideMaster1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4" name="Group 6"/>
          <p:cNvGrpSpPr/>
          <p:nvPr/>
        </p:nvGrpSpPr>
        <p:grpSpPr>
          <a:xfrm>
            <a:off x="0" y="-8640"/>
            <a:ext cx="12191040" cy="6867360"/>
            <a:chOff x="0" y="-8640"/>
            <a:chExt cx="12191040" cy="6867360"/>
          </a:xfrm>
        </p:grpSpPr>
        <p:cxnSp>
          <p:nvCxnSpPr>
            <p:cNvPr id="315" name="Straight Connector 19"/>
            <p:cNvCxnSpPr/>
            <p:nvPr/>
          </p:nvCxnSpPr>
          <p:spPr>
            <a:xfrm>
              <a:off x="9370800" y="0"/>
              <a:ext cx="1220400" cy="6859080"/>
            </a:xfrm>
            <a:prstGeom prst="straightConnector1">
              <a:avLst/>
            </a:prstGeom>
            <a:ln cap="rnd" w="9525">
              <a:solidFill>
                <a:srgbClr val="BFBFBF"/>
              </a:solidFill>
              <a:round/>
            </a:ln>
          </p:spPr>
        </p:cxnSp>
        <p:cxnSp>
          <p:nvCxnSpPr>
            <p:cNvPr id="316" name="Straight Connector 20"/>
            <p:cNvCxnSpPr/>
            <p:nvPr/>
          </p:nvCxnSpPr>
          <p:spPr>
            <a:xfrm flipH="1">
              <a:off x="7425000" y="3681360"/>
              <a:ext cx="4764600" cy="3177720"/>
            </a:xfrm>
            <a:prstGeom prst="straightConnector1">
              <a:avLst/>
            </a:prstGeom>
            <a:ln cap="rnd" w="9525">
              <a:solidFill>
                <a:srgbClr val="D9D9D9"/>
              </a:solidFill>
              <a:round/>
            </a:ln>
          </p:spPr>
        </p:cxnSp>
        <p:sp>
          <p:nvSpPr>
            <p:cNvPr id="317" name="Rectangle 23"/>
            <p:cNvSpPr/>
            <p:nvPr/>
          </p:nvSpPr>
          <p:spPr>
            <a:xfrm>
              <a:off x="9181440" y="-8640"/>
              <a:ext cx="3006360" cy="6865560"/>
            </a:xfrm>
            <a:custGeom>
              <a:avLst/>
              <a:gdLst>
                <a:gd name="textAreaLeft" fmla="*/ 0 w 3006360"/>
                <a:gd name="textAreaRight" fmla="*/ 3007440 w 30063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8" name="Rectangle 25"/>
            <p:cNvSpPr/>
            <p:nvPr/>
          </p:nvSpPr>
          <p:spPr>
            <a:xfrm>
              <a:off x="9603360" y="-8640"/>
              <a:ext cx="2587320" cy="6865560"/>
            </a:xfrm>
            <a:custGeom>
              <a:avLst/>
              <a:gdLst>
                <a:gd name="textAreaLeft" fmla="*/ 0 w 2587320"/>
                <a:gd name="textAreaRight" fmla="*/ 2588400 w 258732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9" name="Isosceles Triangle 23"/>
            <p:cNvSpPr/>
            <p:nvPr/>
          </p:nvSpPr>
          <p:spPr>
            <a:xfrm>
              <a:off x="8932320" y="3048120"/>
              <a:ext cx="3258720" cy="38088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0" name="Rectangle 27"/>
            <p:cNvSpPr/>
            <p:nvPr/>
          </p:nvSpPr>
          <p:spPr>
            <a:xfrm>
              <a:off x="9334440" y="-8640"/>
              <a:ext cx="2853360" cy="6865560"/>
            </a:xfrm>
            <a:custGeom>
              <a:avLst/>
              <a:gdLst>
                <a:gd name="textAreaLeft" fmla="*/ 0 w 2853360"/>
                <a:gd name="textAreaRight" fmla="*/ 2854440 w 28533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1" name="Rectangle 28"/>
            <p:cNvSpPr/>
            <p:nvPr/>
          </p:nvSpPr>
          <p:spPr>
            <a:xfrm>
              <a:off x="10898640" y="-8640"/>
              <a:ext cx="1289160" cy="6865560"/>
            </a:xfrm>
            <a:custGeom>
              <a:avLst/>
              <a:gdLst>
                <a:gd name="textAreaLeft" fmla="*/ 0 w 1289160"/>
                <a:gd name="textAreaRight" fmla="*/ 1290240 w 128916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2" name="Rectangle 29"/>
            <p:cNvSpPr/>
            <p:nvPr/>
          </p:nvSpPr>
          <p:spPr>
            <a:xfrm>
              <a:off x="10938960" y="-8640"/>
              <a:ext cx="1248840" cy="6865560"/>
            </a:xfrm>
            <a:custGeom>
              <a:avLst/>
              <a:gdLst>
                <a:gd name="textAreaLeft" fmla="*/ 0 w 1248840"/>
                <a:gd name="textAreaRight" fmla="*/ 1249920 w 1248840"/>
                <a:gd name="textAreaTop" fmla="*/ 0 h 6865560"/>
                <a:gd name="textAreaBottom" fmla="*/ 6866640 h 686556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3" name="Isosceles Triangle 27"/>
            <p:cNvSpPr/>
            <p:nvPr/>
          </p:nvSpPr>
          <p:spPr>
            <a:xfrm>
              <a:off x="10371600" y="3589920"/>
              <a:ext cx="1816200" cy="3267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4" name="Isosceles Triangle 28"/>
            <p:cNvSpPr/>
            <p:nvPr/>
          </p:nvSpPr>
          <p:spPr>
            <a:xfrm>
              <a:off x="0" y="4013280"/>
              <a:ext cx="447480" cy="284364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25" name="PlaceHolder 1"/>
          <p:cNvSpPr>
            <a:spLocks noGrp="1"/>
          </p:cNvSpPr>
          <p:nvPr>
            <p:ph type="title"/>
          </p:nvPr>
        </p:nvSpPr>
        <p:spPr>
          <a:xfrm>
            <a:off x="677160" y="994680"/>
            <a:ext cx="8595720" cy="549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buNone/>
              <a:defRPr lang="en-US" sz="3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3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PlaceHolder 2"/>
          <p:cNvSpPr>
            <a:spLocks noGrp="1"/>
          </p:cNvSpPr>
          <p:nvPr>
            <p:ph type="body"/>
          </p:nvPr>
        </p:nvSpPr>
        <p:spPr>
          <a:xfrm>
            <a:off x="677160" y="2160720"/>
            <a:ext cx="8595720" cy="3879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PlaceHolder 3"/>
          <p:cNvSpPr>
            <a:spLocks noGrp="1"/>
          </p:cNvSpPr>
          <p:nvPr>
            <p:ph type="ftr" idx="55"/>
          </p:nvPr>
        </p:nvSpPr>
        <p:spPr>
          <a:xfrm>
            <a:off x="677160" y="6041520"/>
            <a:ext cx="6296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8" name="PlaceHolder 4"/>
          <p:cNvSpPr>
            <a:spLocks noGrp="1"/>
          </p:cNvSpPr>
          <p:nvPr>
            <p:ph type="sldNum" idx="56"/>
          </p:nvPr>
        </p:nvSpPr>
        <p:spPr>
          <a:xfrm>
            <a:off x="8590680" y="6041520"/>
            <a:ext cx="6822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B39F121E-3856-454B-8709-8BCCBB31A4A7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9" name="PlaceHolder 5"/>
          <p:cNvSpPr>
            <a:spLocks noGrp="1"/>
          </p:cNvSpPr>
          <p:nvPr>
            <p:ph type="dt" idx="57"/>
          </p:nvPr>
        </p:nvSpPr>
        <p:spPr>
          <a:xfrm>
            <a:off x="7205040" y="6041520"/>
            <a:ext cx="9108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2"/>
    <p:sldLayoutId id="2147483672" r:id="rId3"/>
    <p:sldLayoutId id="2147483673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PlaceHolder 1"/>
          <p:cNvSpPr>
            <a:spLocks noGrp="1"/>
          </p:cNvSpPr>
          <p:nvPr>
            <p:ph type="title"/>
          </p:nvPr>
        </p:nvSpPr>
        <p:spPr>
          <a:xfrm>
            <a:off x="914400" y="-267120"/>
            <a:ext cx="8228880" cy="1866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Trebuchet MS"/>
              </a:rPr>
              <a:t>SmartDRM: Blockchain based Digital Rights Management System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" name="PlaceHolder 2"/>
          <p:cNvSpPr/>
          <p:nvPr/>
        </p:nvSpPr>
        <p:spPr>
          <a:xfrm>
            <a:off x="2286000" y="2286000"/>
            <a:ext cx="8499600" cy="282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85000" lnSpcReduction="9999"/>
          </a:bodyPr>
          <a:p>
            <a:pPr defTabSz="45720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  <a:ea typeface="Noto Sans"/>
              </a:rPr>
              <a:t> TEAM MEMBERS 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  <a:ea typeface="Noto San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  <a:ea typeface="Noto San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  <a:ea typeface="Noto San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  <a:ea typeface="Noto Sans"/>
              </a:rPr>
              <a:t>Silambarasan. B          ( 620822205102 )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  <a:ea typeface="Noto San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  <a:ea typeface="Noto San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  <a:ea typeface="Noto San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  <a:ea typeface="Noto Sans"/>
              </a:rPr>
              <a:t>Muralidharan. C          ( 620822205064 )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  <a:ea typeface="Noto San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  <a:ea typeface="Noto San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  <a:ea typeface="Noto San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  <a:ea typeface="Noto Sans"/>
              </a:rPr>
              <a:t>Pradeep. M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  <a:ea typeface="Noto San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  <a:ea typeface="Noto Sans"/>
              </a:rPr>
              <a:t>  ( 620822205075 )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  <a:ea typeface="Noto San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  <a:ea typeface="Noto San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  <a:ea typeface="Noto San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  <a:ea typeface="Noto Sans"/>
              </a:rPr>
              <a:t>Srinath. P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  <a:ea typeface="Noto San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  <a:ea typeface="Noto Sans"/>
              </a:rPr>
              <a:t>           ( 620822205105 )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rebuchet MS"/>
                <a:ea typeface="Noto Sans"/>
              </a:rPr>
              <a:t> GUIDE : MRS. Sathiyapriya K, AP/IT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rebuchet MS"/>
                <a:ea typeface="Noto Sans"/>
              </a:rPr>
              <a:t>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PlaceHolder 1"/>
          <p:cNvSpPr>
            <a:spLocks noGrp="1"/>
          </p:cNvSpPr>
          <p:nvPr>
            <p:ph type="title"/>
          </p:nvPr>
        </p:nvSpPr>
        <p:spPr>
          <a:xfrm>
            <a:off x="318960" y="279720"/>
            <a:ext cx="8595720" cy="131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3600" b="1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Problem Statement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5" name="PlaceHolder 1"/>
          <p:cNvSpPr/>
          <p:nvPr/>
        </p:nvSpPr>
        <p:spPr>
          <a:xfrm>
            <a:off x="457200" y="1371600"/>
            <a:ext cx="9037440" cy="502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Centralized control leading to single-point failure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Lack of transparent ownership verification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Manual and unreliable license enforcement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No intelligent mechanism to detect abnormal usage patterns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Limited auditability and accountability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PlaceHolder 1"/>
          <p:cNvSpPr>
            <a:spLocks noGrp="1"/>
          </p:cNvSpPr>
          <p:nvPr>
            <p:ph type="title"/>
          </p:nvPr>
        </p:nvSpPr>
        <p:spPr>
          <a:xfrm>
            <a:off x="0" y="51480"/>
            <a:ext cx="8595720" cy="131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3600" b="1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Objective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7" name="PlaceHolder 3"/>
          <p:cNvSpPr/>
          <p:nvPr/>
        </p:nvSpPr>
        <p:spPr>
          <a:xfrm>
            <a:off x="549360" y="1143000"/>
            <a:ext cx="8594280" cy="443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To design a decentralized DRM framework using blockchain technology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To ensure immutable ownership and license records through smart contracts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To provide controlled and flexible access mechanisms for digital assets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To detect suspicious usage behavior using AI-based analysis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To maintain an auditable and transparent activity log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To develop a modern, user-friendly interface for asset management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PlaceHolder 1"/>
          <p:cNvSpPr>
            <a:spLocks noGrp="1"/>
          </p:cNvSpPr>
          <p:nvPr>
            <p:ph type="title"/>
          </p:nvPr>
        </p:nvSpPr>
        <p:spPr>
          <a:xfrm>
            <a:off x="340560" y="0"/>
            <a:ext cx="8255160" cy="131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Existing System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Rectangle 3"/>
          <p:cNvSpPr/>
          <p:nvPr/>
        </p:nvSpPr>
        <p:spPr>
          <a:xfrm>
            <a:off x="379440" y="3570120"/>
            <a:ext cx="3501000" cy="64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Disadvantage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" name="PlaceHolder 4"/>
          <p:cNvSpPr/>
          <p:nvPr/>
        </p:nvSpPr>
        <p:spPr>
          <a:xfrm>
            <a:off x="834840" y="727920"/>
            <a:ext cx="8079840" cy="270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Current DRM solutions primarily operate using centralized servers managed by content distributors or platform providers.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Characteristics: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Central authority controls access and licenses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User authentication and permissions stored centrally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DRM policies enforced at application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Content Placeholder 1"/>
          <p:cNvSpPr/>
          <p:nvPr/>
        </p:nvSpPr>
        <p:spPr>
          <a:xfrm>
            <a:off x="685800" y="4156920"/>
            <a:ext cx="8079840" cy="270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Single-point failure and high vulnerability to attacks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Limited transparency in ownership verification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Dependency on trusted third parties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Difficult to audit access and usage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Poor scalability for large digital ecosystems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PlaceHolder 1"/>
          <p:cNvSpPr>
            <a:spLocks noGrp="1"/>
          </p:cNvSpPr>
          <p:nvPr>
            <p:ph type="title"/>
          </p:nvPr>
        </p:nvSpPr>
        <p:spPr>
          <a:xfrm>
            <a:off x="43560" y="156240"/>
            <a:ext cx="8595720" cy="131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 Proposed System :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Rectangle 4"/>
          <p:cNvSpPr/>
          <p:nvPr/>
        </p:nvSpPr>
        <p:spPr>
          <a:xfrm>
            <a:off x="184680" y="3560400"/>
            <a:ext cx="3121560" cy="64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Advantage 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PlaceHolder 5"/>
          <p:cNvSpPr/>
          <p:nvPr/>
        </p:nvSpPr>
        <p:spPr>
          <a:xfrm>
            <a:off x="685800" y="946080"/>
            <a:ext cx="8594280" cy="271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Blockchain-based asset registration and ownership proof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Smart contract-driven license issuance and enforcement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AI-powered behavioral risk analysis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Secure audit logging for all critical actions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Full-stack web interface for real-time interaction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Content Placeholder 3"/>
          <p:cNvSpPr/>
          <p:nvPr/>
        </p:nvSpPr>
        <p:spPr>
          <a:xfrm>
            <a:off x="685800" y="4207680"/>
            <a:ext cx="8594280" cy="264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Immutable and tamper-proof ownership records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Transparent license enforcement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Reduced piracy and unauthorized access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Automated royalty-ready transaction tracking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PlaceHolder 1"/>
          <p:cNvSpPr>
            <a:spLocks noGrp="1"/>
          </p:cNvSpPr>
          <p:nvPr>
            <p:ph type="title"/>
          </p:nvPr>
        </p:nvSpPr>
        <p:spPr>
          <a:xfrm>
            <a:off x="195840" y="111960"/>
            <a:ext cx="8840880" cy="131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3600" b="1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SYSTEM ARCHITECTURE/FLOW DIAGRAM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7" name=""/>
          <p:cNvSpPr/>
          <p:nvPr/>
        </p:nvSpPr>
        <p:spPr>
          <a:xfrm>
            <a:off x="2840400" y="2184840"/>
            <a:ext cx="3427200" cy="455400"/>
          </a:xfrm>
          <a:prstGeom prst="rect">
            <a:avLst/>
          </a:prstGeom>
          <a:solidFill>
            <a:srgbClr val="FFFF00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rPr>
              <a:t>Frontend (React + Tailwind)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8" name=""/>
          <p:cNvSpPr/>
          <p:nvPr/>
        </p:nvSpPr>
        <p:spPr>
          <a:xfrm>
            <a:off x="2853000" y="3099240"/>
            <a:ext cx="3427200" cy="455400"/>
          </a:xfrm>
          <a:prstGeom prst="rect">
            <a:avLst/>
          </a:prstGeom>
          <a:solidFill>
            <a:srgbClr val="FF8000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Noto Serif"/>
              </a:rPr>
              <a:t>Backend (FastAPI)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9" name=""/>
          <p:cNvSpPr/>
          <p:nvPr/>
        </p:nvSpPr>
        <p:spPr>
          <a:xfrm>
            <a:off x="2853000" y="4013640"/>
            <a:ext cx="3427200" cy="455400"/>
          </a:xfrm>
          <a:prstGeom prst="rect">
            <a:avLst/>
          </a:prstGeom>
          <a:solidFill>
            <a:srgbClr val="FF4000"/>
          </a:solidFill>
          <a:ln w="0">
            <a:solidFill>
              <a:srgbClr val="FF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rPr>
              <a:t>AI Engine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0" name=""/>
          <p:cNvSpPr/>
          <p:nvPr/>
        </p:nvSpPr>
        <p:spPr>
          <a:xfrm>
            <a:off x="2853000" y="4928040"/>
            <a:ext cx="3427200" cy="455400"/>
          </a:xfrm>
          <a:prstGeom prst="rect">
            <a:avLst/>
          </a:prstGeom>
          <a:solidFill>
            <a:srgbClr val="F10D0C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rPr>
              <a:t>Blockchain Network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1" name=""/>
          <p:cNvSpPr/>
          <p:nvPr/>
        </p:nvSpPr>
        <p:spPr>
          <a:xfrm>
            <a:off x="3081600" y="1143000"/>
            <a:ext cx="3198600" cy="582840"/>
          </a:xfrm>
          <a:prstGeom prst="flowChartInputOutpu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rPr>
              <a:t>User Data / Files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2" name=""/>
          <p:cNvSpPr/>
          <p:nvPr/>
        </p:nvSpPr>
        <p:spPr>
          <a:xfrm>
            <a:off x="2853000" y="5842440"/>
            <a:ext cx="3198600" cy="684000"/>
          </a:xfrm>
          <a:prstGeom prst="flowChartMagneticDrum">
            <a:avLst/>
          </a:prstGeom>
          <a:solidFill>
            <a:srgbClr val="00A933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rPr>
              <a:t>Audit &amp; Storage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3" name=""/>
          <p:cNvSpPr/>
          <p:nvPr/>
        </p:nvSpPr>
        <p:spPr>
          <a:xfrm>
            <a:off x="4453200" y="5385240"/>
            <a:ext cx="226800" cy="4554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364" name=""/>
          <p:cNvSpPr/>
          <p:nvPr/>
        </p:nvSpPr>
        <p:spPr>
          <a:xfrm>
            <a:off x="4453200" y="4470840"/>
            <a:ext cx="226800" cy="4554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365" name=""/>
          <p:cNvSpPr/>
          <p:nvPr/>
        </p:nvSpPr>
        <p:spPr>
          <a:xfrm>
            <a:off x="4453200" y="2642040"/>
            <a:ext cx="226800" cy="4554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366" name=""/>
          <p:cNvSpPr/>
          <p:nvPr/>
        </p:nvSpPr>
        <p:spPr>
          <a:xfrm>
            <a:off x="4453200" y="3556440"/>
            <a:ext cx="226800" cy="4554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367" name=""/>
          <p:cNvSpPr/>
          <p:nvPr/>
        </p:nvSpPr>
        <p:spPr>
          <a:xfrm>
            <a:off x="4453200" y="1727640"/>
            <a:ext cx="226800" cy="4554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PlaceHolder 1"/>
          <p:cNvSpPr>
            <a:spLocks noGrp="1"/>
          </p:cNvSpPr>
          <p:nvPr>
            <p:ph type="title"/>
          </p:nvPr>
        </p:nvSpPr>
        <p:spPr>
          <a:xfrm>
            <a:off x="43560" y="156240"/>
            <a:ext cx="8595720" cy="131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 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9" name="PlaceHolder 2"/>
          <p:cNvSpPr>
            <a:spLocks noGrp="1"/>
          </p:cNvSpPr>
          <p:nvPr>
            <p:ph/>
          </p:nvPr>
        </p:nvSpPr>
        <p:spPr>
          <a:xfrm>
            <a:off x="266400" y="205560"/>
            <a:ext cx="8595720" cy="620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25000" lnSpcReduction="19999"/>
          </a:bodyPr>
          <a:p>
            <a:pPr marL="343080" indent="-343080" algn="just" defTabSz="457200">
              <a:lnSpc>
                <a:spcPct val="15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IN" sz="14400" b="1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Modules :</a:t>
            </a:r>
            <a:endParaRPr lang="en-US" sz="1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just" defTabSz="457200">
              <a:lnSpc>
                <a:spcPct val="15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0" name="Rectangle 4"/>
          <p:cNvSpPr/>
          <p:nvPr/>
        </p:nvSpPr>
        <p:spPr>
          <a:xfrm>
            <a:off x="275760" y="3599280"/>
            <a:ext cx="3030840" cy="64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 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1" name="Content Placeholder 5"/>
          <p:cNvSpPr/>
          <p:nvPr/>
        </p:nvSpPr>
        <p:spPr>
          <a:xfrm>
            <a:off x="677880" y="1371960"/>
            <a:ext cx="8594280" cy="416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Authentication Module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Asset Management Module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Blockchain &amp; Smart Contract Module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License &amp; Access Control Module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AI-Based Risk Analysis Module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Audit Logging Module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Frontend Dashboard Module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PlaceHolder 6"/>
          <p:cNvSpPr/>
          <p:nvPr/>
        </p:nvSpPr>
        <p:spPr>
          <a:xfrm>
            <a:off x="282960" y="156600"/>
            <a:ext cx="8594280" cy="5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IN" sz="3600" b="1" u="none" strike="noStrike">
                <a:solidFill>
                  <a:schemeClr val="dk1"/>
                </a:solidFill>
                <a:effectLst/>
                <a:uFillTx/>
                <a:latin typeface="Trebuchet MS"/>
                <a:ea typeface="Noto Sans"/>
              </a:rPr>
              <a:t>MODULE 1</a:t>
            </a:r>
            <a:r>
              <a:rPr lang="en-IN" sz="3600" b="0" u="none" strike="noStrike">
                <a:solidFill>
                  <a:schemeClr val="dk1"/>
                </a:solidFill>
                <a:effectLst/>
                <a:uFillTx/>
                <a:latin typeface="Trebuchet MS"/>
                <a:ea typeface="Noto Sans"/>
              </a:rPr>
              <a:t>: Authentication Module</a:t>
            </a:r>
            <a:br>
              <a:rPr sz="2800"/>
            </a:b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3" name="PlaceHolder 7"/>
          <p:cNvSpPr/>
          <p:nvPr/>
        </p:nvSpPr>
        <p:spPr>
          <a:xfrm>
            <a:off x="549000" y="1143000"/>
            <a:ext cx="8594280" cy="548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Purpose: Secure onboarding and identity verification of all users accessing protected digital assets.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Key Features: Email/password login, secure password hashing, and session/token-based authentication.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Role-Based Access: Differentiates admins, content owners, and consumers with tailored permissions.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Security Controls: Brute-force protection, validation of credentials, and secure storage of user data.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Integration Points: Acts as the entry gate to all other modules (assets, blockchain, AI risk, and dashboard).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PlaceHolder 8"/>
          <p:cNvSpPr/>
          <p:nvPr/>
        </p:nvSpPr>
        <p:spPr>
          <a:xfrm>
            <a:off x="-142560" y="177120"/>
            <a:ext cx="10295280" cy="5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IN" sz="3600" b="1" u="none" strike="noStrike">
                <a:solidFill>
                  <a:schemeClr val="dk1"/>
                </a:solidFill>
                <a:effectLst/>
                <a:uFillTx/>
                <a:latin typeface="Trebuchet MS"/>
                <a:ea typeface="Noto Sans"/>
              </a:rPr>
              <a:t>MODULE 2</a:t>
            </a:r>
            <a:r>
              <a:rPr lang="en-IN" sz="3600" b="0" u="none" strike="noStrike">
                <a:solidFill>
                  <a:schemeClr val="dk1"/>
                </a:solidFill>
                <a:effectLst/>
                <a:uFillTx/>
                <a:latin typeface="Trebuchet MS"/>
                <a:ea typeface="Noto Sans"/>
              </a:rPr>
              <a:t>: </a:t>
            </a:r>
            <a:r>
              <a:rPr lang="en-IN" sz="3600" b="0" u="none" strike="noStrike">
                <a:solidFill>
                  <a:schemeClr val="dk1"/>
                </a:solidFill>
                <a:effectLst/>
                <a:uFillTx/>
                <a:latin typeface="Trebuchet MS"/>
                <a:ea typeface="Noto Sans"/>
              </a:rPr>
              <a:t>Asset Management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5" name="PlaceHolder 9"/>
          <p:cNvSpPr/>
          <p:nvPr/>
        </p:nvSpPr>
        <p:spPr>
          <a:xfrm>
            <a:off x="549000" y="1143000"/>
            <a:ext cx="8594280" cy="548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Purpose: Central hub to register, encrypt, store, and manage digital content.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Asset Lifecycle: Upload, metadata registration, encryption, storage, and controlled distribution.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Content Protection: Uses cryptographic techniques to prevent unauthorized duplication and sharing.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Search &amp; Organization: Metadata-based cataloging for quick discovery and filtering of assets.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Integration Points: Links assets to licenses, blockchain records, and audit logs.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PlaceHolder 10"/>
          <p:cNvSpPr/>
          <p:nvPr/>
        </p:nvSpPr>
        <p:spPr>
          <a:xfrm>
            <a:off x="282960" y="156600"/>
            <a:ext cx="10376640" cy="5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IN" sz="4000" b="1" u="none" strike="noStrike">
                <a:solidFill>
                  <a:srgbClr val="000000"/>
                </a:solidFill>
                <a:effectLst/>
                <a:uFillTx/>
                <a:latin typeface="Trebuchet MS"/>
                <a:ea typeface="Noto Sans"/>
              </a:rPr>
              <a:t>Module 3</a:t>
            </a:r>
            <a:r>
              <a:rPr lang="en-IN" sz="2800" b="1" u="none" strike="noStrike">
                <a:solidFill>
                  <a:srgbClr val="000000"/>
                </a:solidFill>
                <a:effectLst/>
                <a:uFillTx/>
                <a:latin typeface="Trebuchet MS"/>
                <a:ea typeface="Noto Sans"/>
              </a:rPr>
              <a:t>: </a:t>
            </a:r>
            <a:r>
              <a:rPr lang="en-IN" sz="36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Blockchain &amp; Smart Contract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7" name="PlaceHolder 11"/>
          <p:cNvSpPr/>
          <p:nvPr/>
        </p:nvSpPr>
        <p:spPr>
          <a:xfrm>
            <a:off x="549000" y="1143000"/>
            <a:ext cx="8594280" cy="548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Purpose: Provide tamper‑evident, verifiable records for licenses and asset transactions.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Smart Contracts: Encode licensing terms (duration, usage limits, regions) as executable logic.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Immutable Ledger: Stores key events like license issuance, revocation, and critical asset operations.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Transparency &amp; Trust: Enables independent verification of rights and reduces disputes.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Integration Points: Consumed by license/access control and audit modules for verification.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PlaceHolder 1"/>
          <p:cNvSpPr>
            <a:spLocks noGrp="1"/>
          </p:cNvSpPr>
          <p:nvPr>
            <p:ph type="title"/>
          </p:nvPr>
        </p:nvSpPr>
        <p:spPr>
          <a:xfrm>
            <a:off x="74520" y="156240"/>
            <a:ext cx="8595720" cy="131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Conclusion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9" name="Cloud Callout 3"/>
          <p:cNvSpPr/>
          <p:nvPr/>
        </p:nvSpPr>
        <p:spPr>
          <a:xfrm>
            <a:off x="2986560" y="5048640"/>
            <a:ext cx="4658400" cy="1273320"/>
          </a:xfrm>
          <a:prstGeom prst="cloudCallout">
            <a:avLst>
              <a:gd name="adj1" fmla="val -20833"/>
              <a:gd name="adj2" fmla="val 62500"/>
            </a:avLst>
          </a:prstGeom>
          <a:solidFill>
            <a:schemeClr val="bg1"/>
          </a:solidFill>
          <a:ln cap="rnd">
            <a:solidFill>
              <a:srgbClr val="6A8F1C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rebuchet MS"/>
              </a:rPr>
              <a:t>THANK YOU !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0" name="PlaceHolder 12"/>
          <p:cNvSpPr/>
          <p:nvPr/>
        </p:nvSpPr>
        <p:spPr>
          <a:xfrm>
            <a:off x="665640" y="857160"/>
            <a:ext cx="8594280" cy="444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SmartDRM-X demonstrates how blockchain and artificial intelligence can be effectively integrated to build a secure, transparent, and intelligent Digital Rights Management system. By decentralizing ownership records, automating license enforcement, and introducing behavioral analysis, the system significantly improves trust and security in digital content distribution.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The proposed framework is scalable, extensible, and suitable for applications in education, digital media platforms, enterprise document management, and software licensing.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 Future enhancements may include integration with decentralized storage systems and advanced machine learning models for predictive piracy detection.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 pitchFamily="0" charset="1"/>
        <a:ea typeface=""/>
        <a:cs typeface=""/>
      </a:majorFont>
      <a:minorFont>
        <a:latin typeface="Trebuchet MS" panose="020B0603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  <a:tileRect l="0" t="0" r="0" b="0"/>
        </a:gradFill>
      </a:fillStyleLst>
      <a:lnStyleLst>
        <a:ln w="12700" cap="rnd" cmpd="sng" algn="ctr">
          <a:prstDash val="solid"/>
        </a:ln>
        <a:ln w="19050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 pitchFamily="0" charset="1"/>
        <a:ea typeface=""/>
        <a:cs typeface=""/>
      </a:majorFont>
      <a:minorFont>
        <a:latin typeface="Trebuchet MS" panose="020B0603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  <a:tileRect l="0" t="0" r="0" b="0"/>
        </a:gradFill>
      </a:fillStyleLst>
      <a:lnStyleLst>
        <a:ln w="12700" cap="rnd" cmpd="sng" algn="ctr">
          <a:prstDash val="solid"/>
        </a:ln>
        <a:ln w="19050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 pitchFamily="0" charset="1"/>
        <a:ea typeface=""/>
        <a:cs typeface=""/>
      </a:majorFont>
      <a:minorFont>
        <a:latin typeface="Trebuchet MS" panose="020B0603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  <a:tileRect l="0" t="0" r="0" b="0"/>
        </a:gradFill>
      </a:fillStyleLst>
      <a:lnStyleLst>
        <a:ln w="12700" cap="rnd" cmpd="sng" algn="ctr">
          <a:prstDash val="solid"/>
        </a:ln>
        <a:ln w="19050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 pitchFamily="0" charset="1"/>
        <a:ea typeface=""/>
        <a:cs typeface=""/>
      </a:majorFont>
      <a:minorFont>
        <a:latin typeface="Trebuchet MS" panose="020B0603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  <a:tileRect l="0" t="0" r="0" b="0"/>
        </a:gradFill>
      </a:fillStyleLst>
      <a:lnStyleLst>
        <a:ln w="12700" cap="rnd" cmpd="sng" algn="ctr">
          <a:prstDash val="solid"/>
        </a:ln>
        <a:ln w="19050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 pitchFamily="0" charset="1"/>
        <a:ea typeface=""/>
        <a:cs typeface=""/>
      </a:majorFont>
      <a:minorFont>
        <a:latin typeface="Trebuchet MS" panose="020B0603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  <a:tileRect l="0" t="0" r="0" b="0"/>
        </a:gradFill>
      </a:fillStyleLst>
      <a:lnStyleLst>
        <a:ln w="12700" cap="rnd" cmpd="sng" algn="ctr">
          <a:prstDash val="solid"/>
        </a:ln>
        <a:ln w="19050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  <a:tileRect l="0" t="0" r="0" b="0"/>
        </a:gradFill>
      </a:bgFillStyleLst>
    </a:fmtScheme>
  </a:themeElements>
</a:theme>
</file>

<file path=ppt/theme/theme20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1315</TotalTime>
  <Application>LibreOffice/26.2.0.3$Linux_X86_64 LibreOffice_project/620$Build-3</Application>
  <AppVersion>15.0000</AppVersion>
  <Words>40</Words>
  <Paragraphs>20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2024-12-13T12:01:40Z</dcterms:created>
  <dc:creator>vishalrameshv13@gmail.com</dc:creator>
  <dc:description/>
  <dc:language>en-US</dc:language>
  <cp:lastModifiedBy/>
  <cp:lastPrinted>2026-02-24T10:18:30Z</cp:lastPrinted>
  <dcterms:modified xsi:type="dcterms:W3CDTF">2026-02-24T10:18:09Z</dcterms:modified>
  <cp:revision>14</cp:revision>
  <dc:subject/>
  <dc:title>INVEST MATCH AI CLOUD BASED   STARTUP AND INVESTOR   MATCHING PLATFORM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</vt:i4>
  </property>
  <property fmtid="{D5CDD505-2E9C-101B-9397-08002B2CF9AE}" pid="3" name="PresentationFormat">
    <vt:lpwstr>Widescreen</vt:lpwstr>
  </property>
  <property fmtid="{D5CDD505-2E9C-101B-9397-08002B2CF9AE}" pid="4" name="Slides">
    <vt:i4>13</vt:i4>
  </property>
</Properties>
</file>