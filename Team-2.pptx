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5.xml" ContentType="application/vnd.openxmlformats-officedocument.presentationml.slideMaster+xml"/>
  <Override PartName="/ppt/slideMasters/slideMaster4.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theme/theme11.xml" ContentType="application/vnd.openxmlformats-officedocument.theme+xml"/>
  <Override PartName="/ppt/theme/theme2.xml" ContentType="application/vnd.openxmlformats-officedocument.theme+xml"/>
  <Override PartName="/ppt/theme/theme1.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7.xml" ContentType="application/vnd.openxmlformats-officedocument.theme+xml"/>
  <Override PartName="/ppt/theme/theme6.xml" ContentType="application/vnd.openxmlformats-officedocument.theme+xml"/>
  <Override PartName="/ppt/theme/theme8.xml" ContentType="application/vnd.openxmlformats-officedocument.theme+xml"/>
  <Override PartName="/ppt/theme/theme5.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5.xml" ContentType="application/vnd.openxmlformats-officedocument.presentationml.slideLayout+xml"/>
  <Override PartName="/ppt/slideLayouts/slideLayout9.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slides/slide12.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1.xml" ContentType="application/vnd.openxmlformats-officedocument.presentationml.slide+xml"/>
  <Override PartName="/ppt/slides/slide5.xml" ContentType="application/vnd.openxmlformats-officedocument.presentationml.slide+xml"/>
  <Override PartName="/ppt/slides/slide2.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3.xml" ContentType="application/vnd.openxmlformats-officedocument.presentationml.slide+xml"/>
  <Override PartName="/ppt/slides/slide4.xml" ContentType="application/vnd.openxmlformats-officedocument.presentationml.slide+xml"/>
  <Override PartName="/ppt/slides/slide9.xml" ContentType="application/vnd.openxmlformats-officedocument.presentationml.slide+xml"/>
  <Override PartName="/ppt/notesSlides/notesSlide15.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3" r:id="rId4"/>
    <p:sldMasterId id="2147483655" r:id="rId5"/>
    <p:sldMasterId id="2147483657" r:id="rId6"/>
    <p:sldMasterId id="2147483659" r:id="rId7"/>
    <p:sldMasterId id="2147483661" r:id="rId8"/>
    <p:sldMasterId id="2147483663" r:id="rId9"/>
    <p:sldMasterId id="2147483665" r:id="rId10"/>
    <p:sldMasterId id="2147483667" r:id="rId11"/>
  </p:sldMasterIdLst>
  <p:notesMasterIdLst>
    <p:notesMasterId r:id="rId12"/>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Lst>
  <p:sldSz cx="12192000" cy="685800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notesMaster" Target="notesMasters/notesMaster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1.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 name="PlaceHolder 1"/>
          <p:cNvSpPr>
            <a:spLocks noGrp="1"/>
          </p:cNvSpPr>
          <p:nvPr>
            <p:ph type="sldImg"/>
          </p:nvPr>
        </p:nvSpPr>
        <p:spPr>
          <a:xfrm>
            <a:off x="0" y="764280"/>
            <a:ext cx="360" cy="360"/>
          </a:xfrm>
          <a:prstGeom prst="rect">
            <a:avLst/>
          </a:prstGeom>
          <a:noFill/>
          <a:ln w="0">
            <a:noFill/>
          </a:ln>
        </p:spPr>
        <p:txBody>
          <a:bodyPr lIns="0" tIns="0" rIns="0" bIns="0" anchor="ctr">
            <a:noAutofit/>
          </a:bodyPr>
          <a:p>
            <a:pPr algn="ctr"/>
            <a:r>
              <a:rPr lang="en-US" sz="4400" b="0" u="none" strike="noStrike">
                <a:solidFill>
                  <a:srgbClr val="000000"/>
                </a:solidFill>
                <a:effectLst/>
                <a:uFillTx/>
                <a:latin typeface="Arial"/>
              </a:rPr>
              <a:t>Click to move the slide</a:t>
            </a:r>
            <a:endParaRPr lang="en-US" sz="4400" b="0" u="none" strike="noStrike">
              <a:solidFill>
                <a:srgbClr val="000000"/>
              </a:solidFill>
              <a:effectLst/>
              <a:uFillTx/>
              <a:latin typeface="Arial"/>
            </a:endParaRPr>
          </a:p>
        </p:txBody>
      </p:sp>
      <p:sp>
        <p:nvSpPr>
          <p:cNvPr id="211"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212"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213" name="PlaceHolder 4"/>
          <p:cNvSpPr>
            <a:spLocks noGrp="1"/>
          </p:cNvSpPr>
          <p:nvPr>
            <p:ph type="dt" idx="3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214" name="PlaceHolder 5"/>
          <p:cNvSpPr>
            <a:spLocks noGrp="1"/>
          </p:cNvSpPr>
          <p:nvPr>
            <p:ph type="ftr" idx="3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15" name="PlaceHolder 6"/>
          <p:cNvSpPr>
            <a:spLocks noGrp="1"/>
          </p:cNvSpPr>
          <p:nvPr>
            <p:ph type="sldNum" idx="3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BDE5AEC8-832D-4657-B280-8BE0F333F667}"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PlaceHolder 1"/>
          <p:cNvSpPr>
            <a:spLocks noGrp="1"/>
          </p:cNvSpPr>
          <p:nvPr>
            <p:ph type="sldImg"/>
          </p:nvPr>
        </p:nvSpPr>
        <p:spPr>
          <a:xfrm>
            <a:off x="380880" y="685800"/>
            <a:ext cx="6095160" cy="3428280"/>
          </a:xfrm>
          <a:prstGeom prst="rect">
            <a:avLst/>
          </a:prstGeom>
          <a:ln w="0">
            <a:noFill/>
          </a:ln>
        </p:spPr>
      </p:sp>
      <p:sp>
        <p:nvSpPr>
          <p:cNvPr id="281" name="PlaceHolder 2"/>
          <p:cNvSpPr>
            <a:spLocks noGrp="1"/>
          </p:cNvSpPr>
          <p:nvPr>
            <p:ph type="body"/>
          </p:nvPr>
        </p:nvSpPr>
        <p:spPr>
          <a:xfrm>
            <a:off x="685800" y="4343400"/>
            <a:ext cx="5485680" cy="4114080"/>
          </a:xfrm>
          <a:prstGeom prst="rect">
            <a:avLst/>
          </a:prstGeom>
          <a:noFill/>
          <a:ln w="0">
            <a:noFill/>
          </a:ln>
        </p:spPr>
        <p:txBody>
          <a:bodyPr lIns="91440" tIns="45720" rIns="91440" bIns="45720" anchor="t">
            <a:normAutofit/>
          </a:bodyPr>
          <a:p>
            <a:pPr indent="0" algn="l">
              <a:buNone/>
            </a:pPr>
            <a:endParaRPr lang="en-US" sz="1800" b="0" u="none" strike="noStrike">
              <a:solidFill>
                <a:srgbClr val="000000"/>
              </a:solidFill>
              <a:effectLst/>
              <a:uFillTx/>
              <a:latin typeface="Arial"/>
            </a:endParaRPr>
          </a:p>
        </p:txBody>
      </p:sp>
      <p:sp>
        <p:nvSpPr>
          <p:cNvPr id="282" name="PlaceHolder 3"/>
          <p:cNvSpPr>
            <a:spLocks noGrp="1"/>
          </p:cNvSpPr>
          <p:nvPr>
            <p:ph type="sldNum" idx="34"/>
          </p:nvPr>
        </p:nvSpPr>
        <p:spPr>
          <a:xfrm>
            <a:off x="3884760" y="8685360"/>
            <a:ext cx="2971080" cy="456480"/>
          </a:xfrm>
          <a:prstGeom prst="rect">
            <a:avLst/>
          </a:prstGeom>
          <a:noFill/>
          <a:ln w="0">
            <a:noFill/>
          </a:ln>
        </p:spPr>
        <p:txBody>
          <a:bodyPr lIns="91440" tIns="45720" rIns="91440" bIns="45720" anchor="b">
            <a:noAutofit/>
          </a:bodyPr>
          <a:lstStyle>
            <a:lvl1pPr indent="0" algn="r" defTabSz="457200">
              <a:lnSpc>
                <a:spcPct val="100000"/>
              </a:lnSpc>
              <a:buNone/>
              <a:tabLst>
                <a:tab pos="0" algn="l"/>
              </a:tabLst>
              <a:defRPr lang="en-US" sz="1200" b="0" u="none" strike="noStrike">
                <a:solidFill>
                  <a:schemeClr val="dk1"/>
                </a:solidFill>
                <a:effectLst/>
                <a:uFillTx/>
                <a:latin typeface="+mn-lt"/>
                <a:ea typeface="+mn-ea"/>
              </a:defRPr>
            </a:lvl1pPr>
          </a:lstStyle>
          <a:p>
            <a:pPr indent="0" algn="r" defTabSz="457200">
              <a:lnSpc>
                <a:spcPct val="100000"/>
              </a:lnSpc>
              <a:buNone/>
              <a:tabLst>
                <a:tab pos="0" algn="l"/>
              </a:tabLst>
            </a:pPr>
            <a:fld id="{D9319AC1-E87C-4DB8-9FAF-7F60FE6330A4}"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0.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Slide">
    <p:spTree>
      <p:nvGrpSpPr>
        <p:cNvPr id="1" name=""/>
        <p:cNvGrpSpPr/>
        <p:nvPr/>
      </p:nvGrpSpPr>
      <p:grpSpPr>
        <a:xfrm>
          <a:off x="0" y="0"/>
          <a:ext cx="0" cy="0"/>
          <a:chOff x="0" y="0"/>
          <a:chExt cx="0" cy="0"/>
        </a:xfrm>
      </p:grpSpPr>
      <p:sp>
        <p:nvSpPr>
          <p:cNvPr id="29" name="PlaceHolder 1"/>
          <p:cNvSpPr>
            <a:spLocks noGrp="1"/>
          </p:cNvSpPr>
          <p:nvPr>
            <p:ph type="title"/>
          </p:nvPr>
        </p:nvSpPr>
        <p:spPr>
          <a:xfrm>
            <a:off x="677160" y="956880"/>
            <a:ext cx="8596080" cy="62532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30" name="PlaceHolder 2"/>
          <p:cNvSpPr>
            <a:spLocks noGrp="1"/>
          </p:cNvSpPr>
          <p:nvPr>
            <p:ph/>
          </p:nvPr>
        </p:nvSpPr>
        <p:spPr>
          <a:xfrm>
            <a:off x="677160" y="2160720"/>
            <a:ext cx="8596080" cy="3880080"/>
          </a:xfrm>
          <a:prstGeom prst="rect">
            <a:avLst/>
          </a:prstGeom>
          <a:noFill/>
          <a:ln w="0">
            <a:noFill/>
          </a:ln>
        </p:spPr>
        <p:txBody>
          <a:bodyPr lIns="0" tIns="0" rIns="0" bIns="0" anchor="t">
            <a:normAutofit/>
          </a:bodyPr>
          <a:p>
            <a:pPr indent="0" algn="l">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AD4C1BC0-B4DB-4D96-BE9A-DD3DCDDC190C}"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Default">
    <p:spTree>
      <p:nvGrpSpPr>
        <p:cNvPr id="1" name=""/>
        <p:cNvGrpSpPr/>
        <p:nvPr/>
      </p:nvGrpSpPr>
      <p:grpSpPr>
        <a:xfrm>
          <a:off x="0" y="0"/>
          <a:ext cx="0" cy="0"/>
          <a:chOff x="0" y="0"/>
          <a:chExt cx="0" cy="0"/>
        </a:xfrm>
      </p:grpSpPr>
      <p:sp>
        <p:nvSpPr>
          <p:cNvPr id="58" name="PlaceHolder 1"/>
          <p:cNvSpPr>
            <a:spLocks noGrp="1"/>
          </p:cNvSpPr>
          <p:nvPr>
            <p:ph type="title"/>
          </p:nvPr>
        </p:nvSpPr>
        <p:spPr>
          <a:xfrm>
            <a:off x="677160" y="956880"/>
            <a:ext cx="8596080" cy="62532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59" name="PlaceHolder 2"/>
          <p:cNvSpPr>
            <a:spLocks noGrp="1"/>
          </p:cNvSpPr>
          <p:nvPr>
            <p:ph/>
          </p:nvPr>
        </p:nvSpPr>
        <p:spPr>
          <a:xfrm>
            <a:off x="677160" y="2160720"/>
            <a:ext cx="8596080" cy="3880080"/>
          </a:xfrm>
          <a:prstGeom prst="rect">
            <a:avLst/>
          </a:prstGeom>
          <a:noFill/>
          <a:ln w="0">
            <a:noFill/>
          </a:ln>
        </p:spPr>
        <p:txBody>
          <a:bodyPr lIns="0" tIns="0" rIns="0" bIns="0" anchor="t">
            <a:normAutofit/>
          </a:bodyPr>
          <a:p>
            <a:pPr indent="0" algn="l">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B0451ED7-9F9C-4E74-9205-084A6CC8E5E7}"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spTree>
      <p:nvGrpSpPr>
        <p:cNvPr id="1" name=""/>
        <p:cNvGrpSpPr/>
        <p:nvPr/>
      </p:nvGrpSpPr>
      <p:grpSpPr>
        <a:xfrm>
          <a:off x="0" y="0"/>
          <a:ext cx="0" cy="0"/>
          <a:chOff x="0" y="0"/>
          <a:chExt cx="0" cy="0"/>
        </a:xfrm>
      </p:grpSpPr>
      <p:sp>
        <p:nvSpPr>
          <p:cNvPr id="60" name="PlaceHolder 1"/>
          <p:cNvSpPr>
            <a:spLocks noGrp="1"/>
          </p:cNvSpPr>
          <p:nvPr>
            <p:ph type="title"/>
          </p:nvPr>
        </p:nvSpPr>
        <p:spPr>
          <a:xfrm>
            <a:off x="677160" y="956880"/>
            <a:ext cx="8596080" cy="62532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61" name="PlaceHolder 2"/>
          <p:cNvSpPr>
            <a:spLocks noGrp="1"/>
          </p:cNvSpPr>
          <p:nvPr>
            <p:ph type="subTitle"/>
          </p:nvPr>
        </p:nvSpPr>
        <p:spPr>
          <a:xfrm>
            <a:off x="677160" y="2160720"/>
            <a:ext cx="8596080" cy="38800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ED581FB4-112A-41C8-B791-715D20A4BF35}"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aption">
    <p:spTree>
      <p:nvGrpSpPr>
        <p:cNvPr id="1" name=""/>
        <p:cNvGrpSpPr/>
        <p:nvPr/>
      </p:nvGrpSpPr>
      <p:grpSpPr>
        <a:xfrm>
          <a:off x="0" y="0"/>
          <a:ext cx="0" cy="0"/>
          <a:chOff x="0" y="0"/>
          <a:chExt cx="0" cy="0"/>
        </a:xfrm>
      </p:grpSpPr>
      <p:sp>
        <p:nvSpPr>
          <p:cNvPr id="78" name="PlaceHolder 1"/>
          <p:cNvSpPr>
            <a:spLocks noGrp="1"/>
          </p:cNvSpPr>
          <p:nvPr>
            <p:ph type="title"/>
          </p:nvPr>
        </p:nvSpPr>
        <p:spPr>
          <a:xfrm>
            <a:off x="677160" y="956880"/>
            <a:ext cx="8596080" cy="62532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79" name="PlaceHolder 2"/>
          <p:cNvSpPr>
            <a:spLocks noGrp="1"/>
          </p:cNvSpPr>
          <p:nvPr>
            <p:ph/>
          </p:nvPr>
        </p:nvSpPr>
        <p:spPr>
          <a:xfrm>
            <a:off x="677160" y="2160720"/>
            <a:ext cx="8596080" cy="3880080"/>
          </a:xfrm>
          <a:prstGeom prst="rect">
            <a:avLst/>
          </a:prstGeom>
          <a:noFill/>
          <a:ln w="0">
            <a:noFill/>
          </a:ln>
        </p:spPr>
        <p:txBody>
          <a:bodyPr lIns="0" tIns="0" rIns="0" bIns="0" anchor="t">
            <a:normAutofit/>
          </a:bodyPr>
          <a:p>
            <a:pPr indent="0" algn="l">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49EB26A1-20B0-4903-AA04-C21FBC3035F5}" type="slidenum">
              <a:t>&lt;#&gt;</a:t>
            </a:fld>
          </a:p>
        </p:txBody>
      </p:sp>
      <p:sp>
        <p:nvSpPr>
          <p:cNvPr id="6" name="PlaceHolder 5"/>
          <p:cNvSpPr>
            <a:spLocks noGrp="1"/>
          </p:cNvSpPr>
          <p:nvPr>
            <p:ph type="dt" idx="9"/>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Quote with Caption">
    <p:spTree>
      <p:nvGrpSpPr>
        <p:cNvPr id="1" name=""/>
        <p:cNvGrpSpPr/>
        <p:nvPr/>
      </p:nvGrpSpPr>
      <p:grpSpPr>
        <a:xfrm>
          <a:off x="0" y="0"/>
          <a:ext cx="0" cy="0"/>
          <a:chOff x="0" y="0"/>
          <a:chExt cx="0" cy="0"/>
        </a:xfrm>
      </p:grpSpPr>
      <p:sp>
        <p:nvSpPr>
          <p:cNvPr id="98" name="PlaceHolder 1"/>
          <p:cNvSpPr>
            <a:spLocks noGrp="1"/>
          </p:cNvSpPr>
          <p:nvPr>
            <p:ph type="title"/>
          </p:nvPr>
        </p:nvSpPr>
        <p:spPr>
          <a:xfrm>
            <a:off x="677160" y="956880"/>
            <a:ext cx="8596080" cy="62532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99" name="PlaceHolder 2"/>
          <p:cNvSpPr>
            <a:spLocks noGrp="1"/>
          </p:cNvSpPr>
          <p:nvPr>
            <p:ph/>
          </p:nvPr>
        </p:nvSpPr>
        <p:spPr>
          <a:xfrm>
            <a:off x="677160" y="2160720"/>
            <a:ext cx="8596080" cy="3880080"/>
          </a:xfrm>
          <a:prstGeom prst="rect">
            <a:avLst/>
          </a:prstGeom>
          <a:noFill/>
          <a:ln w="0">
            <a:noFill/>
          </a:ln>
        </p:spPr>
        <p:txBody>
          <a:bodyPr lIns="0" tIns="0" rIns="0" bIns="0" anchor="t">
            <a:normAutofit/>
          </a:bodyPr>
          <a:p>
            <a:pPr indent="0" algn="l">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14FAAED3-D076-4A1B-9B07-0E1BDA3018BF}"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Name Card">
    <p:spTree>
      <p:nvGrpSpPr>
        <p:cNvPr id="1" name=""/>
        <p:cNvGrpSpPr/>
        <p:nvPr/>
      </p:nvGrpSpPr>
      <p:grpSpPr>
        <a:xfrm>
          <a:off x="0" y="0"/>
          <a:ext cx="0" cy="0"/>
          <a:chOff x="0" y="0"/>
          <a:chExt cx="0" cy="0"/>
        </a:xfrm>
      </p:grpSpPr>
      <p:sp>
        <p:nvSpPr>
          <p:cNvPr id="116" name="PlaceHolder 1"/>
          <p:cNvSpPr>
            <a:spLocks noGrp="1"/>
          </p:cNvSpPr>
          <p:nvPr>
            <p:ph type="title"/>
          </p:nvPr>
        </p:nvSpPr>
        <p:spPr>
          <a:xfrm>
            <a:off x="677160" y="956880"/>
            <a:ext cx="8596080" cy="62532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117" name="PlaceHolder 2"/>
          <p:cNvSpPr>
            <a:spLocks noGrp="1"/>
          </p:cNvSpPr>
          <p:nvPr>
            <p:ph/>
          </p:nvPr>
        </p:nvSpPr>
        <p:spPr>
          <a:xfrm>
            <a:off x="677160" y="2160720"/>
            <a:ext cx="8596080" cy="3880080"/>
          </a:xfrm>
          <a:prstGeom prst="rect">
            <a:avLst/>
          </a:prstGeom>
          <a:noFill/>
          <a:ln w="0">
            <a:noFill/>
          </a:ln>
        </p:spPr>
        <p:txBody>
          <a:bodyPr lIns="0" tIns="0" rIns="0" bIns="0" anchor="t">
            <a:normAutofit/>
          </a:bodyPr>
          <a:p>
            <a:pPr indent="0" algn="l">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13"/>
          </p:nvPr>
        </p:nvSpPr>
        <p:spPr/>
        <p:txBody>
          <a:bodyPr/>
          <a:p>
            <a:r>
              <a:t>Footer</a:t>
            </a:r>
          </a:p>
        </p:txBody>
      </p:sp>
      <p:sp>
        <p:nvSpPr>
          <p:cNvPr id="5" name="PlaceHolder 4"/>
          <p:cNvSpPr>
            <a:spLocks noGrp="1"/>
          </p:cNvSpPr>
          <p:nvPr>
            <p:ph type="sldNum" idx="14"/>
          </p:nvPr>
        </p:nvSpPr>
        <p:spPr/>
        <p:txBody>
          <a:bodyPr/>
          <a:p>
            <a:fld id="{989CF52B-3260-4F02-B3A6-AD04E81D6CDB}" type="slidenum">
              <a:t>&lt;#&gt;</a:t>
            </a:fld>
          </a:p>
        </p:txBody>
      </p:sp>
      <p:sp>
        <p:nvSpPr>
          <p:cNvPr id="6" name="PlaceHolder 5"/>
          <p:cNvSpPr>
            <a:spLocks noGrp="1"/>
          </p:cNvSpPr>
          <p:nvPr>
            <p:ph type="dt" idx="15"/>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Quote Name Card">
    <p:spTree>
      <p:nvGrpSpPr>
        <p:cNvPr id="1" name=""/>
        <p:cNvGrpSpPr/>
        <p:nvPr/>
      </p:nvGrpSpPr>
      <p:grpSpPr>
        <a:xfrm>
          <a:off x="0" y="0"/>
          <a:ext cx="0" cy="0"/>
          <a:chOff x="0" y="0"/>
          <a:chExt cx="0" cy="0"/>
        </a:xfrm>
      </p:grpSpPr>
      <p:sp>
        <p:nvSpPr>
          <p:cNvPr id="136" name="PlaceHolder 1"/>
          <p:cNvSpPr>
            <a:spLocks noGrp="1"/>
          </p:cNvSpPr>
          <p:nvPr>
            <p:ph type="title"/>
          </p:nvPr>
        </p:nvSpPr>
        <p:spPr>
          <a:xfrm>
            <a:off x="677160" y="956880"/>
            <a:ext cx="8596080" cy="62532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137" name="PlaceHolder 2"/>
          <p:cNvSpPr>
            <a:spLocks noGrp="1"/>
          </p:cNvSpPr>
          <p:nvPr>
            <p:ph/>
          </p:nvPr>
        </p:nvSpPr>
        <p:spPr>
          <a:xfrm>
            <a:off x="677160" y="2160720"/>
            <a:ext cx="8596080" cy="3880080"/>
          </a:xfrm>
          <a:prstGeom prst="rect">
            <a:avLst/>
          </a:prstGeom>
          <a:noFill/>
          <a:ln w="0">
            <a:noFill/>
          </a:ln>
        </p:spPr>
        <p:txBody>
          <a:bodyPr lIns="0" tIns="0" rIns="0" bIns="0" anchor="t">
            <a:normAutofit/>
          </a:bodyPr>
          <a:p>
            <a:pPr indent="0" algn="l">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16"/>
          </p:nvPr>
        </p:nvSpPr>
        <p:spPr/>
        <p:txBody>
          <a:bodyPr/>
          <a:p>
            <a:r>
              <a:t>Footer</a:t>
            </a:r>
          </a:p>
        </p:txBody>
      </p:sp>
      <p:sp>
        <p:nvSpPr>
          <p:cNvPr id="5" name="PlaceHolder 4"/>
          <p:cNvSpPr>
            <a:spLocks noGrp="1"/>
          </p:cNvSpPr>
          <p:nvPr>
            <p:ph type="sldNum" idx="17"/>
          </p:nvPr>
        </p:nvSpPr>
        <p:spPr/>
        <p:txBody>
          <a:bodyPr/>
          <a:p>
            <a:fld id="{3577709F-A276-4951-A65A-D1A13C6238E0}" type="slidenum">
              <a:t>&lt;#&gt;</a:t>
            </a:fld>
          </a:p>
        </p:txBody>
      </p:sp>
      <p:sp>
        <p:nvSpPr>
          <p:cNvPr id="6" name="PlaceHolder 5"/>
          <p:cNvSpPr>
            <a:spLocks noGrp="1"/>
          </p:cNvSpPr>
          <p:nvPr>
            <p:ph type="dt" idx="18"/>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rue or False">
    <p:spTree>
      <p:nvGrpSpPr>
        <p:cNvPr id="1" name=""/>
        <p:cNvGrpSpPr/>
        <p:nvPr/>
      </p:nvGrpSpPr>
      <p:grpSpPr>
        <a:xfrm>
          <a:off x="0" y="0"/>
          <a:ext cx="0" cy="0"/>
          <a:chOff x="0" y="0"/>
          <a:chExt cx="0" cy="0"/>
        </a:xfrm>
      </p:grpSpPr>
      <p:sp>
        <p:nvSpPr>
          <p:cNvPr id="154" name="PlaceHolder 1"/>
          <p:cNvSpPr>
            <a:spLocks noGrp="1"/>
          </p:cNvSpPr>
          <p:nvPr>
            <p:ph type="title"/>
          </p:nvPr>
        </p:nvSpPr>
        <p:spPr>
          <a:xfrm>
            <a:off x="677160" y="956880"/>
            <a:ext cx="8596080" cy="62532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155" name="PlaceHolder 2"/>
          <p:cNvSpPr>
            <a:spLocks noGrp="1"/>
          </p:cNvSpPr>
          <p:nvPr>
            <p:ph/>
          </p:nvPr>
        </p:nvSpPr>
        <p:spPr>
          <a:xfrm>
            <a:off x="677160" y="2160720"/>
            <a:ext cx="8596080" cy="3880080"/>
          </a:xfrm>
          <a:prstGeom prst="rect">
            <a:avLst/>
          </a:prstGeom>
          <a:noFill/>
          <a:ln w="0">
            <a:noFill/>
          </a:ln>
        </p:spPr>
        <p:txBody>
          <a:bodyPr lIns="0" tIns="0" rIns="0" bIns="0" anchor="t">
            <a:normAutofit/>
          </a:bodyPr>
          <a:p>
            <a:pPr indent="0" algn="l">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19"/>
          </p:nvPr>
        </p:nvSpPr>
        <p:spPr/>
        <p:txBody>
          <a:bodyPr/>
          <a:p>
            <a:r>
              <a:t>Footer</a:t>
            </a:r>
          </a:p>
        </p:txBody>
      </p:sp>
      <p:sp>
        <p:nvSpPr>
          <p:cNvPr id="5" name="PlaceHolder 4"/>
          <p:cNvSpPr>
            <a:spLocks noGrp="1"/>
          </p:cNvSpPr>
          <p:nvPr>
            <p:ph type="sldNum" idx="20"/>
          </p:nvPr>
        </p:nvSpPr>
        <p:spPr/>
        <p:txBody>
          <a:bodyPr/>
          <a:p>
            <a:fld id="{8F56C611-921D-416E-BC3A-4F1A8747B27D}" type="slidenum">
              <a:t>&lt;#&gt;</a:t>
            </a:fld>
          </a:p>
        </p:txBody>
      </p:sp>
      <p:sp>
        <p:nvSpPr>
          <p:cNvPr id="6" name="PlaceHolder 5"/>
          <p:cNvSpPr>
            <a:spLocks noGrp="1"/>
          </p:cNvSpPr>
          <p:nvPr>
            <p:ph type="dt" idx="21"/>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Vertical Text">
    <p:spTree>
      <p:nvGrpSpPr>
        <p:cNvPr id="1" name=""/>
        <p:cNvGrpSpPr/>
        <p:nvPr/>
      </p:nvGrpSpPr>
      <p:grpSpPr>
        <a:xfrm>
          <a:off x="0" y="0"/>
          <a:ext cx="0" cy="0"/>
          <a:chOff x="0" y="0"/>
          <a:chExt cx="0" cy="0"/>
        </a:xfrm>
      </p:grpSpPr>
      <p:sp>
        <p:nvSpPr>
          <p:cNvPr id="172" name="PlaceHolder 1"/>
          <p:cNvSpPr>
            <a:spLocks noGrp="1"/>
          </p:cNvSpPr>
          <p:nvPr>
            <p:ph type="title"/>
          </p:nvPr>
        </p:nvSpPr>
        <p:spPr>
          <a:xfrm>
            <a:off x="677160" y="956880"/>
            <a:ext cx="8596080" cy="62532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173" name="PlaceHolder 2"/>
          <p:cNvSpPr>
            <a:spLocks noGrp="1"/>
          </p:cNvSpPr>
          <p:nvPr>
            <p:ph/>
          </p:nvPr>
        </p:nvSpPr>
        <p:spPr>
          <a:xfrm>
            <a:off x="677160" y="2160720"/>
            <a:ext cx="8596080" cy="3880080"/>
          </a:xfrm>
          <a:prstGeom prst="rect">
            <a:avLst/>
          </a:prstGeom>
          <a:noFill/>
          <a:ln w="0">
            <a:noFill/>
          </a:ln>
        </p:spPr>
        <p:txBody>
          <a:bodyPr lIns="0" tIns="0" rIns="0" bIns="0" anchor="t">
            <a:normAutofit/>
          </a:bodyPr>
          <a:p>
            <a:pPr indent="0" algn="l">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22"/>
          </p:nvPr>
        </p:nvSpPr>
        <p:spPr/>
        <p:txBody>
          <a:bodyPr/>
          <a:p>
            <a:r>
              <a:t>Footer</a:t>
            </a:r>
          </a:p>
        </p:txBody>
      </p:sp>
      <p:sp>
        <p:nvSpPr>
          <p:cNvPr id="5" name="PlaceHolder 4"/>
          <p:cNvSpPr>
            <a:spLocks noGrp="1"/>
          </p:cNvSpPr>
          <p:nvPr>
            <p:ph type="sldNum" idx="23"/>
          </p:nvPr>
        </p:nvSpPr>
        <p:spPr/>
        <p:txBody>
          <a:bodyPr/>
          <a:p>
            <a:fld id="{9BE030A7-36D1-4CFA-B83D-7565CB7C47AE}" type="slidenum">
              <a:t>&lt;#&gt;</a:t>
            </a:fld>
          </a:p>
        </p:txBody>
      </p:sp>
      <p:sp>
        <p:nvSpPr>
          <p:cNvPr id="6" name="PlaceHolder 5"/>
          <p:cNvSpPr>
            <a:spLocks noGrp="1"/>
          </p:cNvSpPr>
          <p:nvPr>
            <p:ph type="dt" idx="24"/>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Vertical Title and Text">
    <p:spTree>
      <p:nvGrpSpPr>
        <p:cNvPr id="1" name=""/>
        <p:cNvGrpSpPr/>
        <p:nvPr/>
      </p:nvGrpSpPr>
      <p:grpSpPr>
        <a:xfrm>
          <a:off x="0" y="0"/>
          <a:ext cx="0" cy="0"/>
          <a:chOff x="0" y="0"/>
          <a:chExt cx="0" cy="0"/>
        </a:xfrm>
      </p:grpSpPr>
      <p:sp>
        <p:nvSpPr>
          <p:cNvPr id="190" name="PlaceHolder 1"/>
          <p:cNvSpPr>
            <a:spLocks noGrp="1"/>
          </p:cNvSpPr>
          <p:nvPr>
            <p:ph type="title"/>
          </p:nvPr>
        </p:nvSpPr>
        <p:spPr>
          <a:xfrm>
            <a:off x="677160" y="956880"/>
            <a:ext cx="8596080" cy="62532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191" name="PlaceHolder 2"/>
          <p:cNvSpPr>
            <a:spLocks noGrp="1"/>
          </p:cNvSpPr>
          <p:nvPr>
            <p:ph/>
          </p:nvPr>
        </p:nvSpPr>
        <p:spPr>
          <a:xfrm>
            <a:off x="677160" y="2160720"/>
            <a:ext cx="8596080" cy="3880080"/>
          </a:xfrm>
          <a:prstGeom prst="rect">
            <a:avLst/>
          </a:prstGeom>
          <a:noFill/>
          <a:ln w="0">
            <a:noFill/>
          </a:ln>
        </p:spPr>
        <p:txBody>
          <a:bodyPr lIns="0" tIns="0" rIns="0" bIns="0" anchor="t">
            <a:normAutofit/>
          </a:bodyPr>
          <a:p>
            <a:pPr indent="0" algn="l">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25"/>
          </p:nvPr>
        </p:nvSpPr>
        <p:spPr/>
        <p:txBody>
          <a:bodyPr/>
          <a:p>
            <a:r>
              <a:t>Footer</a:t>
            </a:r>
          </a:p>
        </p:txBody>
      </p:sp>
      <p:sp>
        <p:nvSpPr>
          <p:cNvPr id="5" name="PlaceHolder 4"/>
          <p:cNvSpPr>
            <a:spLocks noGrp="1"/>
          </p:cNvSpPr>
          <p:nvPr>
            <p:ph type="sldNum" idx="26"/>
          </p:nvPr>
        </p:nvSpPr>
        <p:spPr/>
        <p:txBody>
          <a:bodyPr/>
          <a:p>
            <a:fld id="{70F96074-CB25-45BE-B6C6-606729F7A57D}" type="slidenum">
              <a:t>&lt;#&gt;</a:t>
            </a:fld>
          </a:p>
        </p:txBody>
      </p:sp>
      <p:sp>
        <p:nvSpPr>
          <p:cNvPr id="6" name="PlaceHolder 5"/>
          <p:cNvSpPr>
            <a:spLocks noGrp="1"/>
          </p:cNvSpPr>
          <p:nvPr>
            <p:ph type="dt" idx="27"/>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08" name="PlaceHolder 1"/>
          <p:cNvSpPr>
            <a:spLocks noGrp="1"/>
          </p:cNvSpPr>
          <p:nvPr>
            <p:ph type="title"/>
          </p:nvPr>
        </p:nvSpPr>
        <p:spPr>
          <a:xfrm>
            <a:off x="677160" y="956880"/>
            <a:ext cx="8596080" cy="62532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209" name="PlaceHolder 2"/>
          <p:cNvSpPr>
            <a:spLocks noGrp="1"/>
          </p:cNvSpPr>
          <p:nvPr>
            <p:ph/>
          </p:nvPr>
        </p:nvSpPr>
        <p:spPr>
          <a:xfrm>
            <a:off x="677160" y="2160720"/>
            <a:ext cx="8596080" cy="3880080"/>
          </a:xfrm>
          <a:prstGeom prst="rect">
            <a:avLst/>
          </a:prstGeom>
          <a:noFill/>
          <a:ln w="0">
            <a:noFill/>
          </a:ln>
        </p:spPr>
        <p:txBody>
          <a:bodyPr lIns="0" tIns="0" rIns="0" bIns="0" anchor="t">
            <a:normAutofit/>
          </a:bodyPr>
          <a:p>
            <a:pPr indent="0" algn="l">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28"/>
          </p:nvPr>
        </p:nvSpPr>
        <p:spPr/>
        <p:txBody>
          <a:bodyPr/>
          <a:p>
            <a:r>
              <a:t>Footer</a:t>
            </a:r>
          </a:p>
        </p:txBody>
      </p:sp>
      <p:sp>
        <p:nvSpPr>
          <p:cNvPr id="5" name="PlaceHolder 4"/>
          <p:cNvSpPr>
            <a:spLocks noGrp="1"/>
          </p:cNvSpPr>
          <p:nvPr>
            <p:ph type="sldNum" idx="29"/>
          </p:nvPr>
        </p:nvSpPr>
        <p:spPr/>
        <p:txBody>
          <a:bodyPr/>
          <a:p>
            <a:fld id="{7A6715CF-0052-431A-B41D-EC3A222C4227}" type="slidenum">
              <a:t>&lt;#&gt;</a:t>
            </a:fld>
          </a:p>
        </p:txBody>
      </p:sp>
      <p:sp>
        <p:nvSpPr>
          <p:cNvPr id="6" name="PlaceHolder 5"/>
          <p:cNvSpPr>
            <a:spLocks noGrp="1"/>
          </p:cNvSpPr>
          <p:nvPr>
            <p:ph type="dt" idx="30"/>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Relationship Id="rId3" Type="http://schemas.openxmlformats.org/officeDocument/2006/relationships/slideLayout" Target="../slideLayouts/slideLayout3.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4.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5.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6.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7.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8.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9.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10.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2" name="Group 6"/>
          <p:cNvGrpSpPr/>
          <p:nvPr/>
        </p:nvGrpSpPr>
        <p:grpSpPr>
          <a:xfrm>
            <a:off x="0" y="-8640"/>
            <a:ext cx="12191400" cy="6867000"/>
            <a:chOff x="0" y="-8640"/>
            <a:chExt cx="12191400" cy="6867000"/>
          </a:xfrm>
        </p:grpSpPr>
        <p:cxnSp>
          <p:nvCxnSpPr>
            <p:cNvPr id="3" name="Straight Connector 19"/>
            <p:cNvCxnSpPr/>
            <p:nvPr/>
          </p:nvCxnSpPr>
          <p:spPr>
            <a:xfrm>
              <a:off x="9370800" y="0"/>
              <a:ext cx="1220040" cy="6858720"/>
            </a:xfrm>
            <a:prstGeom prst="straightConnector1">
              <a:avLst/>
            </a:prstGeom>
            <a:ln cap="rnd" w="9360">
              <a:solidFill>
                <a:schemeClr val="lt1">
                  <a:lumMod val="75000"/>
                </a:schemeClr>
              </a:solidFill>
              <a:round/>
            </a:ln>
          </p:spPr>
        </p:cxnSp>
        <p:cxnSp>
          <p:nvCxnSpPr>
            <p:cNvPr id="4" name="Straight Connector 20"/>
            <p:cNvCxnSpPr/>
            <p:nvPr/>
          </p:nvCxnSpPr>
          <p:spPr>
            <a:xfrm flipH="1">
              <a:off x="7425000" y="3681360"/>
              <a:ext cx="4764240" cy="3177360"/>
            </a:xfrm>
            <a:prstGeom prst="straightConnector1">
              <a:avLst/>
            </a:prstGeom>
            <a:ln cap="rnd" w="9360">
              <a:solidFill>
                <a:schemeClr val="lt1">
                  <a:lumMod val="85000"/>
                </a:schemeClr>
              </a:solidFill>
              <a:round/>
            </a:ln>
          </p:spPr>
        </p:cxnSp>
        <p:sp>
          <p:nvSpPr>
            <p:cNvPr id="5"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 name="Isosceles Triangle 23"/>
            <p:cNvSpPr/>
            <p:nvPr/>
          </p:nvSpPr>
          <p:spPr>
            <a:xfrm>
              <a:off x="8932320" y="3048120"/>
              <a:ext cx="3259080" cy="3809160"/>
            </a:xfrm>
            <a:prstGeom prst="triangle">
              <a:avLst>
                <a:gd name="adj" fmla="val 100000"/>
              </a:avLst>
            </a:prstGeom>
            <a:solidFill>
              <a:schemeClr val="accent2">
                <a:alpha val="72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 name="Isosceles Triangle 27"/>
            <p:cNvSpPr/>
            <p:nvPr/>
          </p:nvSpPr>
          <p:spPr>
            <a:xfrm>
              <a:off x="10371600" y="3589920"/>
              <a:ext cx="1816560" cy="3267360"/>
            </a:xfrm>
            <a:prstGeom prst="triangle">
              <a:avLst>
                <a:gd name="adj" fmla="val 100000"/>
              </a:avLst>
            </a:prstGeom>
            <a:solidFill>
              <a:schemeClr val="accent1">
                <a:alpha val="8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 name="Isosceles Triangle 28"/>
            <p:cNvSpPr/>
            <p:nvPr/>
          </p:nvSpPr>
          <p:spPr>
            <a:xfrm>
              <a:off x="0" y="4013280"/>
              <a:ext cx="447840" cy="2844000"/>
            </a:xfrm>
            <a:prstGeom prst="triangle">
              <a:avLst>
                <a:gd name="adj" fmla="val 0"/>
              </a:avLst>
            </a:prstGeom>
            <a:solidFill>
              <a:schemeClr val="accent1">
                <a:alpha val="85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grpSp>
        <p:nvGrpSpPr>
          <p:cNvPr id="13" name="Group 6"/>
          <p:cNvGrpSpPr/>
          <p:nvPr/>
        </p:nvGrpSpPr>
        <p:grpSpPr>
          <a:xfrm>
            <a:off x="720" y="-8640"/>
            <a:ext cx="12190680" cy="6867000"/>
            <a:chOff x="720" y="-8640"/>
            <a:chExt cx="12190680" cy="6867000"/>
          </a:xfrm>
        </p:grpSpPr>
        <p:cxnSp>
          <p:nvCxnSpPr>
            <p:cNvPr id="14" name="Straight Connector 31"/>
            <p:cNvCxnSpPr/>
            <p:nvPr/>
          </p:nvCxnSpPr>
          <p:spPr>
            <a:xfrm>
              <a:off x="9370800" y="0"/>
              <a:ext cx="1220040" cy="6858720"/>
            </a:xfrm>
            <a:prstGeom prst="straightConnector1">
              <a:avLst/>
            </a:prstGeom>
            <a:ln cap="rnd" w="9360">
              <a:solidFill>
                <a:schemeClr val="lt1">
                  <a:lumMod val="75000"/>
                </a:schemeClr>
              </a:solidFill>
              <a:round/>
            </a:ln>
          </p:spPr>
        </p:cxnSp>
        <p:cxnSp>
          <p:nvCxnSpPr>
            <p:cNvPr id="15" name="Straight Connector 20"/>
            <p:cNvCxnSpPr/>
            <p:nvPr/>
          </p:nvCxnSpPr>
          <p:spPr>
            <a:xfrm flipH="1">
              <a:off x="7425000" y="3681360"/>
              <a:ext cx="4764240" cy="3177360"/>
            </a:xfrm>
            <a:prstGeom prst="straightConnector1">
              <a:avLst/>
            </a:prstGeom>
            <a:ln cap="rnd" w="9360">
              <a:solidFill>
                <a:schemeClr val="lt1">
                  <a:lumMod val="85000"/>
                </a:schemeClr>
              </a:solidFill>
              <a:round/>
            </a:ln>
          </p:spPr>
        </p:cxnSp>
        <p:sp>
          <p:nvSpPr>
            <p:cNvPr id="16"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 name="Isosceles Triangle 26"/>
            <p:cNvSpPr/>
            <p:nvPr/>
          </p:nvSpPr>
          <p:spPr>
            <a:xfrm>
              <a:off x="8932320" y="3048120"/>
              <a:ext cx="3259080" cy="3809160"/>
            </a:xfrm>
            <a:prstGeom prst="triangle">
              <a:avLst>
                <a:gd name="adj" fmla="val 100000"/>
              </a:avLst>
            </a:prstGeom>
            <a:solidFill>
              <a:schemeClr val="accent2">
                <a:alpha val="72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9"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0"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 name="Isosceles Triangle 30"/>
            <p:cNvSpPr/>
            <p:nvPr/>
          </p:nvSpPr>
          <p:spPr>
            <a:xfrm>
              <a:off x="10371600" y="3589920"/>
              <a:ext cx="1816560" cy="3267360"/>
            </a:xfrm>
            <a:prstGeom prst="triangle">
              <a:avLst>
                <a:gd name="adj" fmla="val 100000"/>
              </a:avLst>
            </a:prstGeom>
            <a:solidFill>
              <a:schemeClr val="accent1">
                <a:alpha val="8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3" name="Isosceles Triangle 18"/>
            <p:cNvSpPr/>
            <p:nvPr/>
          </p:nvSpPr>
          <p:spPr>
            <a:xfrm rot="10800000">
              <a:off x="720" y="720"/>
              <a:ext cx="842040" cy="5665320"/>
            </a:xfrm>
            <a:prstGeom prst="triangle">
              <a:avLst>
                <a:gd name="adj" fmla="val 100000"/>
              </a:avLst>
            </a:prstGeom>
            <a:solidFill>
              <a:schemeClr val="accent1">
                <a:alpha val="85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sp>
        <p:nvSpPr>
          <p:cNvPr id="24" name="PlaceHolder 1"/>
          <p:cNvSpPr>
            <a:spLocks noGrp="1"/>
          </p:cNvSpPr>
          <p:nvPr>
            <p:ph type="title"/>
          </p:nvPr>
        </p:nvSpPr>
        <p:spPr>
          <a:xfrm>
            <a:off x="677160" y="446400"/>
            <a:ext cx="8596080" cy="164628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25" name="PlaceHolder 2"/>
          <p:cNvSpPr>
            <a:spLocks noGrp="1"/>
          </p:cNvSpPr>
          <p:nvPr>
            <p:ph type="body"/>
          </p:nvPr>
        </p:nvSpPr>
        <p:spPr>
          <a:xfrm>
            <a:off x="677160" y="2160720"/>
            <a:ext cx="8596080" cy="38800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18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1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18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18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18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18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18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26" name="PlaceHolder 3"/>
          <p:cNvSpPr>
            <a:spLocks noGrp="1"/>
          </p:cNvSpPr>
          <p:nvPr>
            <p:ph type="ftr" idx="1"/>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7" name="PlaceHolder 4"/>
          <p:cNvSpPr>
            <a:spLocks noGrp="1"/>
          </p:cNvSpPr>
          <p:nvPr>
            <p:ph type="sldNum" idx="2"/>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DDE6710A-AA49-41B4-A89E-3100D27811B4}"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28" name="PlaceHolder 5"/>
          <p:cNvSpPr>
            <a:spLocks noGrp="1"/>
          </p:cNvSpPr>
          <p:nvPr>
            <p:ph type="dt" idx="3"/>
          </p:nvPr>
        </p:nvSpPr>
        <p:spPr>
          <a:xfrm>
            <a:off x="7205040" y="6041520"/>
            <a:ext cx="911160" cy="36432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31" name="Group 6"/>
          <p:cNvGrpSpPr/>
          <p:nvPr/>
        </p:nvGrpSpPr>
        <p:grpSpPr>
          <a:xfrm>
            <a:off x="0" y="-8640"/>
            <a:ext cx="12191400" cy="6867000"/>
            <a:chOff x="0" y="-8640"/>
            <a:chExt cx="12191400" cy="6867000"/>
          </a:xfrm>
        </p:grpSpPr>
        <p:cxnSp>
          <p:nvCxnSpPr>
            <p:cNvPr id="32" name="Straight Connector 19"/>
            <p:cNvCxnSpPr/>
            <p:nvPr/>
          </p:nvCxnSpPr>
          <p:spPr>
            <a:xfrm>
              <a:off x="9370800" y="0"/>
              <a:ext cx="1220040" cy="6858720"/>
            </a:xfrm>
            <a:prstGeom prst="straightConnector1">
              <a:avLst/>
            </a:prstGeom>
            <a:ln cap="rnd" w="9360">
              <a:solidFill>
                <a:schemeClr val="lt1">
                  <a:lumMod val="75000"/>
                </a:schemeClr>
              </a:solidFill>
              <a:round/>
            </a:ln>
          </p:spPr>
        </p:cxnSp>
        <p:cxnSp>
          <p:nvCxnSpPr>
            <p:cNvPr id="33" name="Straight Connector 20"/>
            <p:cNvCxnSpPr/>
            <p:nvPr/>
          </p:nvCxnSpPr>
          <p:spPr>
            <a:xfrm flipH="1">
              <a:off x="7425000" y="3681360"/>
              <a:ext cx="4764240" cy="3177360"/>
            </a:xfrm>
            <a:prstGeom prst="straightConnector1">
              <a:avLst/>
            </a:prstGeom>
            <a:ln cap="rnd" w="9360">
              <a:solidFill>
                <a:schemeClr val="lt1">
                  <a:lumMod val="85000"/>
                </a:schemeClr>
              </a:solidFill>
              <a:round/>
            </a:ln>
          </p:spPr>
        </p:cxnSp>
        <p:sp>
          <p:nvSpPr>
            <p:cNvPr id="34"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6" name="Isosceles Triangle 23"/>
            <p:cNvSpPr/>
            <p:nvPr/>
          </p:nvSpPr>
          <p:spPr>
            <a:xfrm>
              <a:off x="8932320" y="3048120"/>
              <a:ext cx="3259080" cy="3809160"/>
            </a:xfrm>
            <a:prstGeom prst="triangle">
              <a:avLst>
                <a:gd name="adj" fmla="val 100000"/>
              </a:avLst>
            </a:prstGeom>
            <a:solidFill>
              <a:schemeClr val="accent2">
                <a:alpha val="72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7"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8"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9"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0" name="Isosceles Triangle 27"/>
            <p:cNvSpPr/>
            <p:nvPr/>
          </p:nvSpPr>
          <p:spPr>
            <a:xfrm>
              <a:off x="10371600" y="3589920"/>
              <a:ext cx="1816560" cy="3267360"/>
            </a:xfrm>
            <a:prstGeom prst="triangle">
              <a:avLst>
                <a:gd name="adj" fmla="val 100000"/>
              </a:avLst>
            </a:prstGeom>
            <a:solidFill>
              <a:schemeClr val="accent1">
                <a:alpha val="8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1" name="Isosceles Triangle 28"/>
            <p:cNvSpPr/>
            <p:nvPr/>
          </p:nvSpPr>
          <p:spPr>
            <a:xfrm>
              <a:off x="0" y="4013280"/>
              <a:ext cx="447840" cy="2844000"/>
            </a:xfrm>
            <a:prstGeom prst="triangle">
              <a:avLst>
                <a:gd name="adj" fmla="val 0"/>
              </a:avLst>
            </a:prstGeom>
            <a:solidFill>
              <a:schemeClr val="accent1">
                <a:alpha val="85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grpSp>
        <p:nvGrpSpPr>
          <p:cNvPr id="42" name="Group 6"/>
          <p:cNvGrpSpPr/>
          <p:nvPr/>
        </p:nvGrpSpPr>
        <p:grpSpPr>
          <a:xfrm>
            <a:off x="720" y="-8640"/>
            <a:ext cx="12190680" cy="6867000"/>
            <a:chOff x="720" y="-8640"/>
            <a:chExt cx="12190680" cy="6867000"/>
          </a:xfrm>
        </p:grpSpPr>
        <p:cxnSp>
          <p:nvCxnSpPr>
            <p:cNvPr id="43" name="Straight Connector 31"/>
            <p:cNvCxnSpPr/>
            <p:nvPr/>
          </p:nvCxnSpPr>
          <p:spPr>
            <a:xfrm>
              <a:off x="9370800" y="0"/>
              <a:ext cx="1220040" cy="6858720"/>
            </a:xfrm>
            <a:prstGeom prst="straightConnector1">
              <a:avLst/>
            </a:prstGeom>
            <a:ln cap="rnd" w="9360">
              <a:solidFill>
                <a:schemeClr val="lt1">
                  <a:lumMod val="75000"/>
                </a:schemeClr>
              </a:solidFill>
              <a:round/>
            </a:ln>
          </p:spPr>
        </p:cxnSp>
        <p:cxnSp>
          <p:nvCxnSpPr>
            <p:cNvPr id="44" name="Straight Connector 20"/>
            <p:cNvCxnSpPr/>
            <p:nvPr/>
          </p:nvCxnSpPr>
          <p:spPr>
            <a:xfrm flipH="1">
              <a:off x="7425000" y="3681360"/>
              <a:ext cx="4764240" cy="3177360"/>
            </a:xfrm>
            <a:prstGeom prst="straightConnector1">
              <a:avLst/>
            </a:prstGeom>
            <a:ln cap="rnd" w="9360">
              <a:solidFill>
                <a:schemeClr val="lt1">
                  <a:lumMod val="85000"/>
                </a:schemeClr>
              </a:solidFill>
              <a:round/>
            </a:ln>
          </p:spPr>
        </p:cxnSp>
        <p:sp>
          <p:nvSpPr>
            <p:cNvPr id="45"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6"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7" name="Isosceles Triangle 26"/>
            <p:cNvSpPr/>
            <p:nvPr/>
          </p:nvSpPr>
          <p:spPr>
            <a:xfrm>
              <a:off x="8932320" y="3048120"/>
              <a:ext cx="3259080" cy="3809160"/>
            </a:xfrm>
            <a:prstGeom prst="triangle">
              <a:avLst>
                <a:gd name="adj" fmla="val 100000"/>
              </a:avLst>
            </a:prstGeom>
            <a:solidFill>
              <a:schemeClr val="accent2">
                <a:alpha val="72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8"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9"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0"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1" name="Isosceles Triangle 30"/>
            <p:cNvSpPr/>
            <p:nvPr/>
          </p:nvSpPr>
          <p:spPr>
            <a:xfrm>
              <a:off x="10371600" y="3589920"/>
              <a:ext cx="1816560" cy="3267360"/>
            </a:xfrm>
            <a:prstGeom prst="triangle">
              <a:avLst>
                <a:gd name="adj" fmla="val 100000"/>
              </a:avLst>
            </a:prstGeom>
            <a:solidFill>
              <a:schemeClr val="accent1">
                <a:alpha val="8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2" name="Isosceles Triangle 18"/>
            <p:cNvSpPr/>
            <p:nvPr/>
          </p:nvSpPr>
          <p:spPr>
            <a:xfrm rot="10800000">
              <a:off x="720" y="720"/>
              <a:ext cx="842040" cy="5665320"/>
            </a:xfrm>
            <a:prstGeom prst="triangle">
              <a:avLst>
                <a:gd name="adj" fmla="val 100000"/>
              </a:avLst>
            </a:prstGeom>
            <a:solidFill>
              <a:schemeClr val="accent1">
                <a:alpha val="85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sp>
        <p:nvSpPr>
          <p:cNvPr id="53" name="PlaceHolder 1"/>
          <p:cNvSpPr>
            <a:spLocks noGrp="1"/>
          </p:cNvSpPr>
          <p:nvPr>
            <p:ph type="title"/>
          </p:nvPr>
        </p:nvSpPr>
        <p:spPr>
          <a:xfrm>
            <a:off x="677160" y="446400"/>
            <a:ext cx="8596080" cy="164628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54" name="PlaceHolder 2"/>
          <p:cNvSpPr>
            <a:spLocks noGrp="1"/>
          </p:cNvSpPr>
          <p:nvPr>
            <p:ph type="ftr" idx="4"/>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5" name="PlaceHolder 3"/>
          <p:cNvSpPr>
            <a:spLocks noGrp="1"/>
          </p:cNvSpPr>
          <p:nvPr>
            <p:ph type="sldNum" idx="5"/>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8F4C24BC-DD47-422B-BE4B-5931CBB9720C}"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56" name="PlaceHolder 4"/>
          <p:cNvSpPr>
            <a:spLocks noGrp="1"/>
          </p:cNvSpPr>
          <p:nvPr>
            <p:ph type="dt" idx="6"/>
          </p:nvPr>
        </p:nvSpPr>
        <p:spPr>
          <a:xfrm>
            <a:off x="7205040" y="6041520"/>
            <a:ext cx="911160" cy="36432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57"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1" r:id="rId2"/>
    <p:sldLayoutId id="2147483652" r:id="rId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62" name="Group 6"/>
          <p:cNvGrpSpPr/>
          <p:nvPr/>
        </p:nvGrpSpPr>
        <p:grpSpPr>
          <a:xfrm>
            <a:off x="0" y="-8640"/>
            <a:ext cx="12191400" cy="6867000"/>
            <a:chOff x="0" y="-8640"/>
            <a:chExt cx="12191400" cy="6867000"/>
          </a:xfrm>
        </p:grpSpPr>
        <p:cxnSp>
          <p:nvCxnSpPr>
            <p:cNvPr id="63" name="Straight Connector 19"/>
            <p:cNvCxnSpPr/>
            <p:nvPr/>
          </p:nvCxnSpPr>
          <p:spPr>
            <a:xfrm>
              <a:off x="9370800" y="0"/>
              <a:ext cx="1220040" cy="6858720"/>
            </a:xfrm>
            <a:prstGeom prst="straightConnector1">
              <a:avLst/>
            </a:prstGeom>
            <a:ln cap="rnd" w="9360">
              <a:solidFill>
                <a:schemeClr val="lt1">
                  <a:lumMod val="75000"/>
                </a:schemeClr>
              </a:solidFill>
              <a:round/>
            </a:ln>
          </p:spPr>
        </p:cxnSp>
        <p:cxnSp>
          <p:nvCxnSpPr>
            <p:cNvPr id="64" name="Straight Connector 20"/>
            <p:cNvCxnSpPr/>
            <p:nvPr/>
          </p:nvCxnSpPr>
          <p:spPr>
            <a:xfrm flipH="1">
              <a:off x="7425000" y="3681360"/>
              <a:ext cx="4764240" cy="3177360"/>
            </a:xfrm>
            <a:prstGeom prst="straightConnector1">
              <a:avLst/>
            </a:prstGeom>
            <a:ln cap="rnd" w="9360">
              <a:solidFill>
                <a:schemeClr val="lt1">
                  <a:lumMod val="85000"/>
                </a:schemeClr>
              </a:solidFill>
              <a:round/>
            </a:ln>
          </p:spPr>
        </p:cxnSp>
        <p:sp>
          <p:nvSpPr>
            <p:cNvPr id="65"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6"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7" name="Isosceles Triangle 23"/>
            <p:cNvSpPr/>
            <p:nvPr/>
          </p:nvSpPr>
          <p:spPr>
            <a:xfrm>
              <a:off x="8932320" y="3048120"/>
              <a:ext cx="3259080" cy="3809160"/>
            </a:xfrm>
            <a:prstGeom prst="triangle">
              <a:avLst>
                <a:gd name="adj" fmla="val 100000"/>
              </a:avLst>
            </a:prstGeom>
            <a:solidFill>
              <a:schemeClr val="accent2">
                <a:alpha val="72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8"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9"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0"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1" name="Isosceles Triangle 27"/>
            <p:cNvSpPr/>
            <p:nvPr/>
          </p:nvSpPr>
          <p:spPr>
            <a:xfrm>
              <a:off x="10371600" y="3589920"/>
              <a:ext cx="1816560" cy="3267360"/>
            </a:xfrm>
            <a:prstGeom prst="triangle">
              <a:avLst>
                <a:gd name="adj" fmla="val 100000"/>
              </a:avLst>
            </a:prstGeom>
            <a:solidFill>
              <a:schemeClr val="accent1">
                <a:alpha val="8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2" name="Isosceles Triangle 28"/>
            <p:cNvSpPr/>
            <p:nvPr/>
          </p:nvSpPr>
          <p:spPr>
            <a:xfrm>
              <a:off x="0" y="4013280"/>
              <a:ext cx="447840" cy="2844000"/>
            </a:xfrm>
            <a:prstGeom prst="triangle">
              <a:avLst>
                <a:gd name="adj" fmla="val 0"/>
              </a:avLst>
            </a:prstGeom>
            <a:solidFill>
              <a:schemeClr val="accent1">
                <a:alpha val="85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sp>
        <p:nvSpPr>
          <p:cNvPr id="73" name="PlaceHolder 1"/>
          <p:cNvSpPr>
            <a:spLocks noGrp="1"/>
          </p:cNvSpPr>
          <p:nvPr>
            <p:ph type="title"/>
          </p:nvPr>
        </p:nvSpPr>
        <p:spPr>
          <a:xfrm>
            <a:off x="677160" y="934200"/>
            <a:ext cx="8596080" cy="67068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74" name="PlaceHolder 2"/>
          <p:cNvSpPr>
            <a:spLocks noGrp="1"/>
          </p:cNvSpPr>
          <p:nvPr>
            <p:ph type="body"/>
          </p:nvPr>
        </p:nvSpPr>
        <p:spPr>
          <a:xfrm>
            <a:off x="677160" y="2160720"/>
            <a:ext cx="8596080" cy="38800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18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1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18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18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18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18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18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75" name="PlaceHolder 3"/>
          <p:cNvSpPr>
            <a:spLocks noGrp="1"/>
          </p:cNvSpPr>
          <p:nvPr>
            <p:ph type="ftr" idx="7"/>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76" name="PlaceHolder 4"/>
          <p:cNvSpPr>
            <a:spLocks noGrp="1"/>
          </p:cNvSpPr>
          <p:nvPr>
            <p:ph type="sldNum" idx="8"/>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F52EEF5D-ED5D-437C-BEE0-60AB70734316}"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77" name="PlaceHolder 5"/>
          <p:cNvSpPr>
            <a:spLocks noGrp="1"/>
          </p:cNvSpPr>
          <p:nvPr>
            <p:ph type="dt" idx="9"/>
          </p:nvPr>
        </p:nvSpPr>
        <p:spPr>
          <a:xfrm>
            <a:off x="7205040" y="6041520"/>
            <a:ext cx="911160" cy="36432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54"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80" name="Group 6"/>
          <p:cNvGrpSpPr/>
          <p:nvPr/>
        </p:nvGrpSpPr>
        <p:grpSpPr>
          <a:xfrm>
            <a:off x="0" y="-8640"/>
            <a:ext cx="12191400" cy="6867000"/>
            <a:chOff x="0" y="-8640"/>
            <a:chExt cx="12191400" cy="6867000"/>
          </a:xfrm>
        </p:grpSpPr>
        <p:cxnSp>
          <p:nvCxnSpPr>
            <p:cNvPr id="81" name="Straight Connector 19"/>
            <p:cNvCxnSpPr/>
            <p:nvPr/>
          </p:nvCxnSpPr>
          <p:spPr>
            <a:xfrm>
              <a:off x="9370800" y="0"/>
              <a:ext cx="1220040" cy="6858720"/>
            </a:xfrm>
            <a:prstGeom prst="straightConnector1">
              <a:avLst/>
            </a:prstGeom>
            <a:ln cap="rnd" w="9360">
              <a:solidFill>
                <a:schemeClr val="lt1">
                  <a:lumMod val="75000"/>
                </a:schemeClr>
              </a:solidFill>
              <a:round/>
            </a:ln>
          </p:spPr>
        </p:cxnSp>
        <p:cxnSp>
          <p:nvCxnSpPr>
            <p:cNvPr id="82" name="Straight Connector 20"/>
            <p:cNvCxnSpPr/>
            <p:nvPr/>
          </p:nvCxnSpPr>
          <p:spPr>
            <a:xfrm flipH="1">
              <a:off x="7425000" y="3681360"/>
              <a:ext cx="4764240" cy="3177360"/>
            </a:xfrm>
            <a:prstGeom prst="straightConnector1">
              <a:avLst/>
            </a:prstGeom>
            <a:ln cap="rnd" w="9360">
              <a:solidFill>
                <a:schemeClr val="lt1">
                  <a:lumMod val="85000"/>
                </a:schemeClr>
              </a:solidFill>
              <a:round/>
            </a:ln>
          </p:spPr>
        </p:cxnSp>
        <p:sp>
          <p:nvSpPr>
            <p:cNvPr id="83"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4"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5" name="Isosceles Triangle 23"/>
            <p:cNvSpPr/>
            <p:nvPr/>
          </p:nvSpPr>
          <p:spPr>
            <a:xfrm>
              <a:off x="8932320" y="3048120"/>
              <a:ext cx="3259080" cy="3809160"/>
            </a:xfrm>
            <a:prstGeom prst="triangle">
              <a:avLst>
                <a:gd name="adj" fmla="val 100000"/>
              </a:avLst>
            </a:prstGeom>
            <a:solidFill>
              <a:schemeClr val="accent2">
                <a:alpha val="72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6"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7"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8"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9" name="Isosceles Triangle 27"/>
            <p:cNvSpPr/>
            <p:nvPr/>
          </p:nvSpPr>
          <p:spPr>
            <a:xfrm>
              <a:off x="10371600" y="3589920"/>
              <a:ext cx="1816560" cy="3267360"/>
            </a:xfrm>
            <a:prstGeom prst="triangle">
              <a:avLst>
                <a:gd name="adj" fmla="val 100000"/>
              </a:avLst>
            </a:prstGeom>
            <a:solidFill>
              <a:schemeClr val="accent1">
                <a:alpha val="8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0" name="Isosceles Triangle 28"/>
            <p:cNvSpPr/>
            <p:nvPr/>
          </p:nvSpPr>
          <p:spPr>
            <a:xfrm>
              <a:off x="0" y="4013280"/>
              <a:ext cx="447840" cy="2844000"/>
            </a:xfrm>
            <a:prstGeom prst="triangle">
              <a:avLst>
                <a:gd name="adj" fmla="val 0"/>
              </a:avLst>
            </a:prstGeom>
            <a:solidFill>
              <a:schemeClr val="accent1">
                <a:alpha val="85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sp>
        <p:nvSpPr>
          <p:cNvPr id="91" name="TextBox 19"/>
          <p:cNvSpPr/>
          <p:nvPr/>
        </p:nvSpPr>
        <p:spPr>
          <a:xfrm>
            <a:off x="541800" y="790200"/>
            <a:ext cx="608760" cy="583920"/>
          </a:xfrm>
          <a:prstGeom prst="rect">
            <a:avLst/>
          </a:prstGeom>
          <a:noFill/>
          <a:ln w="0">
            <a:noFill/>
          </a:ln>
        </p:spPr>
        <p:style>
          <a:lnRef idx="0"/>
          <a:fillRef idx="0"/>
          <a:effectRef idx="0"/>
          <a:fontRef idx="minor"/>
        </p:style>
        <p:txBody>
          <a:bodyPr lIns="90000" tIns="45000" rIns="90000" bIns="45000" anchor="ctr">
            <a:noAutofit/>
          </a:bodyPr>
          <a:p>
            <a:pPr defTabSz="457200">
              <a:lnSpc>
                <a:spcPct val="100000"/>
              </a:lnSpc>
            </a:pPr>
            <a:r>
              <a:rPr lang="en-US" sz="8000" b="0" u="none" strike="noStrike">
                <a:solidFill>
                  <a:schemeClr val="accent1">
                    <a:lumMod val="60000"/>
                    <a:lumOff val="40000"/>
                  </a:schemeClr>
                </a:solidFill>
                <a:effectLst/>
                <a:uFillTx/>
                <a:latin typeface="Arial"/>
                <a:ea typeface="DejaVu Sans"/>
              </a:rPr>
              <a:t>“</a:t>
            </a:r>
            <a:endParaRPr lang="en-US" sz="8000" b="0" u="none" strike="noStrike">
              <a:solidFill>
                <a:srgbClr val="000000"/>
              </a:solidFill>
              <a:effectLst/>
              <a:uFillTx/>
              <a:latin typeface="Arial"/>
            </a:endParaRPr>
          </a:p>
        </p:txBody>
      </p:sp>
      <p:sp>
        <p:nvSpPr>
          <p:cNvPr id="92" name="TextBox 21"/>
          <p:cNvSpPr/>
          <p:nvPr/>
        </p:nvSpPr>
        <p:spPr>
          <a:xfrm>
            <a:off x="8893080" y="2886480"/>
            <a:ext cx="608760" cy="583920"/>
          </a:xfrm>
          <a:prstGeom prst="rect">
            <a:avLst/>
          </a:prstGeom>
          <a:noFill/>
          <a:ln w="0">
            <a:noFill/>
          </a:ln>
        </p:spPr>
        <p:style>
          <a:lnRef idx="0"/>
          <a:fillRef idx="0"/>
          <a:effectRef idx="0"/>
          <a:fontRef idx="minor"/>
        </p:style>
        <p:txBody>
          <a:bodyPr lIns="90000" tIns="45000" rIns="90000" bIns="45000" anchor="ctr">
            <a:noAutofit/>
          </a:bodyPr>
          <a:p>
            <a:pPr defTabSz="457200">
              <a:lnSpc>
                <a:spcPct val="100000"/>
              </a:lnSpc>
            </a:pPr>
            <a:r>
              <a:rPr lang="en-US" sz="8000" b="0" u="none" strike="noStrike">
                <a:solidFill>
                  <a:schemeClr val="accent1">
                    <a:lumMod val="60000"/>
                    <a:lumOff val="40000"/>
                  </a:schemeClr>
                </a:solidFill>
                <a:effectLst/>
                <a:uFillTx/>
                <a:latin typeface="Arial"/>
                <a:ea typeface="DejaVu Sans"/>
              </a:rPr>
              <a:t>”</a:t>
            </a:r>
            <a:endParaRPr lang="en-US" sz="8000" b="0" u="none" strike="noStrike">
              <a:solidFill>
                <a:srgbClr val="000000"/>
              </a:solidFill>
              <a:effectLst/>
              <a:uFillTx/>
              <a:latin typeface="Arial"/>
            </a:endParaRPr>
          </a:p>
        </p:txBody>
      </p:sp>
      <p:sp>
        <p:nvSpPr>
          <p:cNvPr id="93" name="PlaceHolder 1"/>
          <p:cNvSpPr>
            <a:spLocks noGrp="1"/>
          </p:cNvSpPr>
          <p:nvPr>
            <p:ph type="title"/>
          </p:nvPr>
        </p:nvSpPr>
        <p:spPr>
          <a:xfrm>
            <a:off x="677160" y="934200"/>
            <a:ext cx="8596080" cy="67068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94" name="PlaceHolder 2"/>
          <p:cNvSpPr>
            <a:spLocks noGrp="1"/>
          </p:cNvSpPr>
          <p:nvPr>
            <p:ph type="body"/>
          </p:nvPr>
        </p:nvSpPr>
        <p:spPr>
          <a:xfrm>
            <a:off x="677160" y="2160720"/>
            <a:ext cx="8596080" cy="38800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18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1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18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18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18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18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18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95" name="PlaceHolder 3"/>
          <p:cNvSpPr>
            <a:spLocks noGrp="1"/>
          </p:cNvSpPr>
          <p:nvPr>
            <p:ph type="ftr" idx="10"/>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96" name="PlaceHolder 4"/>
          <p:cNvSpPr>
            <a:spLocks noGrp="1"/>
          </p:cNvSpPr>
          <p:nvPr>
            <p:ph type="sldNum" idx="11"/>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EF6D1222-9265-41C9-9744-BFABF94CD1AC}"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97" name="PlaceHolder 5"/>
          <p:cNvSpPr>
            <a:spLocks noGrp="1"/>
          </p:cNvSpPr>
          <p:nvPr>
            <p:ph type="dt" idx="12"/>
          </p:nvPr>
        </p:nvSpPr>
        <p:spPr>
          <a:xfrm>
            <a:off x="7205040" y="6041520"/>
            <a:ext cx="911160" cy="36432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56"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100" name="Group 6"/>
          <p:cNvGrpSpPr/>
          <p:nvPr/>
        </p:nvGrpSpPr>
        <p:grpSpPr>
          <a:xfrm>
            <a:off x="0" y="-8640"/>
            <a:ext cx="12191400" cy="6867000"/>
            <a:chOff x="0" y="-8640"/>
            <a:chExt cx="12191400" cy="6867000"/>
          </a:xfrm>
        </p:grpSpPr>
        <p:cxnSp>
          <p:nvCxnSpPr>
            <p:cNvPr id="101" name="Straight Connector 19"/>
            <p:cNvCxnSpPr/>
            <p:nvPr/>
          </p:nvCxnSpPr>
          <p:spPr>
            <a:xfrm>
              <a:off x="9370800" y="0"/>
              <a:ext cx="1220040" cy="6858720"/>
            </a:xfrm>
            <a:prstGeom prst="straightConnector1">
              <a:avLst/>
            </a:prstGeom>
            <a:ln cap="rnd" w="9360">
              <a:solidFill>
                <a:schemeClr val="lt1">
                  <a:lumMod val="75000"/>
                </a:schemeClr>
              </a:solidFill>
              <a:round/>
            </a:ln>
          </p:spPr>
        </p:cxnSp>
        <p:cxnSp>
          <p:nvCxnSpPr>
            <p:cNvPr id="102" name="Straight Connector 20"/>
            <p:cNvCxnSpPr/>
            <p:nvPr/>
          </p:nvCxnSpPr>
          <p:spPr>
            <a:xfrm flipH="1">
              <a:off x="7425000" y="3681360"/>
              <a:ext cx="4764240" cy="3177360"/>
            </a:xfrm>
            <a:prstGeom prst="straightConnector1">
              <a:avLst/>
            </a:prstGeom>
            <a:ln cap="rnd" w="9360">
              <a:solidFill>
                <a:schemeClr val="lt1">
                  <a:lumMod val="85000"/>
                </a:schemeClr>
              </a:solidFill>
              <a:round/>
            </a:ln>
          </p:spPr>
        </p:cxnSp>
        <p:sp>
          <p:nvSpPr>
            <p:cNvPr id="103"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4"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5" name="Isosceles Triangle 23"/>
            <p:cNvSpPr/>
            <p:nvPr/>
          </p:nvSpPr>
          <p:spPr>
            <a:xfrm>
              <a:off x="8932320" y="3048120"/>
              <a:ext cx="3259080" cy="3809160"/>
            </a:xfrm>
            <a:prstGeom prst="triangle">
              <a:avLst>
                <a:gd name="adj" fmla="val 100000"/>
              </a:avLst>
            </a:prstGeom>
            <a:solidFill>
              <a:schemeClr val="accent2">
                <a:alpha val="72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6"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7"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8"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9" name="Isosceles Triangle 27"/>
            <p:cNvSpPr/>
            <p:nvPr/>
          </p:nvSpPr>
          <p:spPr>
            <a:xfrm>
              <a:off x="10371600" y="3589920"/>
              <a:ext cx="1816560" cy="3267360"/>
            </a:xfrm>
            <a:prstGeom prst="triangle">
              <a:avLst>
                <a:gd name="adj" fmla="val 100000"/>
              </a:avLst>
            </a:prstGeom>
            <a:solidFill>
              <a:schemeClr val="accent1">
                <a:alpha val="8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0" name="Isosceles Triangle 28"/>
            <p:cNvSpPr/>
            <p:nvPr/>
          </p:nvSpPr>
          <p:spPr>
            <a:xfrm>
              <a:off x="0" y="4013280"/>
              <a:ext cx="447840" cy="2844000"/>
            </a:xfrm>
            <a:prstGeom prst="triangle">
              <a:avLst>
                <a:gd name="adj" fmla="val 0"/>
              </a:avLst>
            </a:prstGeom>
            <a:solidFill>
              <a:schemeClr val="accent1">
                <a:alpha val="85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sp>
        <p:nvSpPr>
          <p:cNvPr id="111" name="PlaceHolder 1"/>
          <p:cNvSpPr>
            <a:spLocks noGrp="1"/>
          </p:cNvSpPr>
          <p:nvPr>
            <p:ph type="title"/>
          </p:nvPr>
        </p:nvSpPr>
        <p:spPr>
          <a:xfrm>
            <a:off x="677160" y="934200"/>
            <a:ext cx="8596080" cy="67068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112" name="PlaceHolder 2"/>
          <p:cNvSpPr>
            <a:spLocks noGrp="1"/>
          </p:cNvSpPr>
          <p:nvPr>
            <p:ph type="body"/>
          </p:nvPr>
        </p:nvSpPr>
        <p:spPr>
          <a:xfrm>
            <a:off x="677160" y="2160720"/>
            <a:ext cx="8596080" cy="38800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18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1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18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18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18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18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18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113" name="PlaceHolder 3"/>
          <p:cNvSpPr>
            <a:spLocks noGrp="1"/>
          </p:cNvSpPr>
          <p:nvPr>
            <p:ph type="ftr" idx="13"/>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14" name="PlaceHolder 4"/>
          <p:cNvSpPr>
            <a:spLocks noGrp="1"/>
          </p:cNvSpPr>
          <p:nvPr>
            <p:ph type="sldNum" idx="14"/>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9DA61AF7-9D0C-436F-AD06-F228A21FA8C3}"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115" name="PlaceHolder 5"/>
          <p:cNvSpPr>
            <a:spLocks noGrp="1"/>
          </p:cNvSpPr>
          <p:nvPr>
            <p:ph type="dt" idx="15"/>
          </p:nvPr>
        </p:nvSpPr>
        <p:spPr>
          <a:xfrm>
            <a:off x="7205040" y="6041520"/>
            <a:ext cx="911160" cy="36432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58"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118" name="Group 6"/>
          <p:cNvGrpSpPr/>
          <p:nvPr/>
        </p:nvGrpSpPr>
        <p:grpSpPr>
          <a:xfrm>
            <a:off x="0" y="-8640"/>
            <a:ext cx="12191400" cy="6867000"/>
            <a:chOff x="0" y="-8640"/>
            <a:chExt cx="12191400" cy="6867000"/>
          </a:xfrm>
        </p:grpSpPr>
        <p:cxnSp>
          <p:nvCxnSpPr>
            <p:cNvPr id="119" name="Straight Connector 19"/>
            <p:cNvCxnSpPr/>
            <p:nvPr/>
          </p:nvCxnSpPr>
          <p:spPr>
            <a:xfrm>
              <a:off x="9370800" y="0"/>
              <a:ext cx="1220040" cy="6858720"/>
            </a:xfrm>
            <a:prstGeom prst="straightConnector1">
              <a:avLst/>
            </a:prstGeom>
            <a:ln cap="rnd" w="9360">
              <a:solidFill>
                <a:schemeClr val="lt1">
                  <a:lumMod val="75000"/>
                </a:schemeClr>
              </a:solidFill>
              <a:round/>
            </a:ln>
          </p:spPr>
        </p:cxnSp>
        <p:cxnSp>
          <p:nvCxnSpPr>
            <p:cNvPr id="120" name="Straight Connector 20"/>
            <p:cNvCxnSpPr/>
            <p:nvPr/>
          </p:nvCxnSpPr>
          <p:spPr>
            <a:xfrm flipH="1">
              <a:off x="7425000" y="3681360"/>
              <a:ext cx="4764240" cy="3177360"/>
            </a:xfrm>
            <a:prstGeom prst="straightConnector1">
              <a:avLst/>
            </a:prstGeom>
            <a:ln cap="rnd" w="9360">
              <a:solidFill>
                <a:schemeClr val="lt1">
                  <a:lumMod val="85000"/>
                </a:schemeClr>
              </a:solidFill>
              <a:round/>
            </a:ln>
          </p:spPr>
        </p:cxnSp>
        <p:sp>
          <p:nvSpPr>
            <p:cNvPr id="121"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2"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3" name="Isosceles Triangle 23"/>
            <p:cNvSpPr/>
            <p:nvPr/>
          </p:nvSpPr>
          <p:spPr>
            <a:xfrm>
              <a:off x="8932320" y="3048120"/>
              <a:ext cx="3259080" cy="3809160"/>
            </a:xfrm>
            <a:prstGeom prst="triangle">
              <a:avLst>
                <a:gd name="adj" fmla="val 100000"/>
              </a:avLst>
            </a:prstGeom>
            <a:solidFill>
              <a:schemeClr val="accent2">
                <a:alpha val="72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4"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5"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6"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7" name="Isosceles Triangle 27"/>
            <p:cNvSpPr/>
            <p:nvPr/>
          </p:nvSpPr>
          <p:spPr>
            <a:xfrm>
              <a:off x="10371600" y="3589920"/>
              <a:ext cx="1816560" cy="3267360"/>
            </a:xfrm>
            <a:prstGeom prst="triangle">
              <a:avLst>
                <a:gd name="adj" fmla="val 100000"/>
              </a:avLst>
            </a:prstGeom>
            <a:solidFill>
              <a:schemeClr val="accent1">
                <a:alpha val="8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8" name="Isosceles Triangle 28"/>
            <p:cNvSpPr/>
            <p:nvPr/>
          </p:nvSpPr>
          <p:spPr>
            <a:xfrm>
              <a:off x="0" y="4013280"/>
              <a:ext cx="447840" cy="2844000"/>
            </a:xfrm>
            <a:prstGeom prst="triangle">
              <a:avLst>
                <a:gd name="adj" fmla="val 0"/>
              </a:avLst>
            </a:prstGeom>
            <a:solidFill>
              <a:schemeClr val="accent1">
                <a:alpha val="85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sp>
        <p:nvSpPr>
          <p:cNvPr id="129" name="TextBox 23"/>
          <p:cNvSpPr/>
          <p:nvPr/>
        </p:nvSpPr>
        <p:spPr>
          <a:xfrm>
            <a:off x="541800" y="790200"/>
            <a:ext cx="608760" cy="583920"/>
          </a:xfrm>
          <a:prstGeom prst="rect">
            <a:avLst/>
          </a:prstGeom>
          <a:noFill/>
          <a:ln w="0">
            <a:noFill/>
          </a:ln>
        </p:spPr>
        <p:style>
          <a:lnRef idx="0"/>
          <a:fillRef idx="0"/>
          <a:effectRef idx="0"/>
          <a:fontRef idx="minor"/>
        </p:style>
        <p:txBody>
          <a:bodyPr lIns="90000" tIns="45000" rIns="90000" bIns="45000" anchor="ctr">
            <a:noAutofit/>
          </a:bodyPr>
          <a:p>
            <a:pPr defTabSz="457200">
              <a:lnSpc>
                <a:spcPct val="100000"/>
              </a:lnSpc>
            </a:pPr>
            <a:r>
              <a:rPr lang="en-US" sz="8000" b="0" u="none" strike="noStrike">
                <a:solidFill>
                  <a:schemeClr val="accent1">
                    <a:lumMod val="60000"/>
                    <a:lumOff val="40000"/>
                  </a:schemeClr>
                </a:solidFill>
                <a:effectLst/>
                <a:uFillTx/>
                <a:latin typeface="Arial"/>
                <a:ea typeface="DejaVu Sans"/>
              </a:rPr>
              <a:t>“</a:t>
            </a:r>
            <a:endParaRPr lang="en-US" sz="8000" b="0" u="none" strike="noStrike">
              <a:solidFill>
                <a:srgbClr val="000000"/>
              </a:solidFill>
              <a:effectLst/>
              <a:uFillTx/>
              <a:latin typeface="Arial"/>
            </a:endParaRPr>
          </a:p>
        </p:txBody>
      </p:sp>
      <p:sp>
        <p:nvSpPr>
          <p:cNvPr id="130" name="TextBox 24"/>
          <p:cNvSpPr/>
          <p:nvPr/>
        </p:nvSpPr>
        <p:spPr>
          <a:xfrm>
            <a:off x="8893080" y="2886480"/>
            <a:ext cx="608760" cy="583920"/>
          </a:xfrm>
          <a:prstGeom prst="rect">
            <a:avLst/>
          </a:prstGeom>
          <a:noFill/>
          <a:ln w="0">
            <a:noFill/>
          </a:ln>
        </p:spPr>
        <p:style>
          <a:lnRef idx="0"/>
          <a:fillRef idx="0"/>
          <a:effectRef idx="0"/>
          <a:fontRef idx="minor"/>
        </p:style>
        <p:txBody>
          <a:bodyPr lIns="90000" tIns="45000" rIns="90000" bIns="45000" anchor="ctr">
            <a:noAutofit/>
          </a:bodyPr>
          <a:p>
            <a:pPr defTabSz="457200">
              <a:lnSpc>
                <a:spcPct val="100000"/>
              </a:lnSpc>
            </a:pPr>
            <a:r>
              <a:rPr lang="en-US" sz="8000" b="0" u="none" strike="noStrike">
                <a:solidFill>
                  <a:schemeClr val="accent1">
                    <a:lumMod val="60000"/>
                    <a:lumOff val="40000"/>
                  </a:schemeClr>
                </a:solidFill>
                <a:effectLst/>
                <a:uFillTx/>
                <a:latin typeface="Arial"/>
                <a:ea typeface="DejaVu Sans"/>
              </a:rPr>
              <a:t>”</a:t>
            </a:r>
            <a:endParaRPr lang="en-US" sz="8000" b="0" u="none" strike="noStrike">
              <a:solidFill>
                <a:srgbClr val="000000"/>
              </a:solidFill>
              <a:effectLst/>
              <a:uFillTx/>
              <a:latin typeface="Arial"/>
            </a:endParaRPr>
          </a:p>
        </p:txBody>
      </p:sp>
      <p:sp>
        <p:nvSpPr>
          <p:cNvPr id="131" name="PlaceHolder 1"/>
          <p:cNvSpPr>
            <a:spLocks noGrp="1"/>
          </p:cNvSpPr>
          <p:nvPr>
            <p:ph type="title"/>
          </p:nvPr>
        </p:nvSpPr>
        <p:spPr>
          <a:xfrm>
            <a:off x="677160" y="934200"/>
            <a:ext cx="8596080" cy="67068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132" name="PlaceHolder 2"/>
          <p:cNvSpPr>
            <a:spLocks noGrp="1"/>
          </p:cNvSpPr>
          <p:nvPr>
            <p:ph type="body"/>
          </p:nvPr>
        </p:nvSpPr>
        <p:spPr>
          <a:xfrm>
            <a:off x="677160" y="2160720"/>
            <a:ext cx="8596080" cy="38800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18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1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18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18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18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18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18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133" name="PlaceHolder 3"/>
          <p:cNvSpPr>
            <a:spLocks noGrp="1"/>
          </p:cNvSpPr>
          <p:nvPr>
            <p:ph type="ftr" idx="16"/>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34" name="PlaceHolder 4"/>
          <p:cNvSpPr>
            <a:spLocks noGrp="1"/>
          </p:cNvSpPr>
          <p:nvPr>
            <p:ph type="sldNum" idx="17"/>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A659222A-7907-4CDF-869A-7A51B0FBC32B}"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135" name="PlaceHolder 5"/>
          <p:cNvSpPr>
            <a:spLocks noGrp="1"/>
          </p:cNvSpPr>
          <p:nvPr>
            <p:ph type="dt" idx="18"/>
          </p:nvPr>
        </p:nvSpPr>
        <p:spPr>
          <a:xfrm>
            <a:off x="7205040" y="6041520"/>
            <a:ext cx="911160" cy="36432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0"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138" name="Group 6"/>
          <p:cNvGrpSpPr/>
          <p:nvPr/>
        </p:nvGrpSpPr>
        <p:grpSpPr>
          <a:xfrm>
            <a:off x="0" y="-8640"/>
            <a:ext cx="12191400" cy="6867000"/>
            <a:chOff x="0" y="-8640"/>
            <a:chExt cx="12191400" cy="6867000"/>
          </a:xfrm>
        </p:grpSpPr>
        <p:cxnSp>
          <p:nvCxnSpPr>
            <p:cNvPr id="139" name="Straight Connector 19"/>
            <p:cNvCxnSpPr/>
            <p:nvPr/>
          </p:nvCxnSpPr>
          <p:spPr>
            <a:xfrm>
              <a:off x="9370800" y="0"/>
              <a:ext cx="1220040" cy="6858720"/>
            </a:xfrm>
            <a:prstGeom prst="straightConnector1">
              <a:avLst/>
            </a:prstGeom>
            <a:ln cap="rnd" w="9360">
              <a:solidFill>
                <a:schemeClr val="lt1">
                  <a:lumMod val="75000"/>
                </a:schemeClr>
              </a:solidFill>
              <a:round/>
            </a:ln>
          </p:spPr>
        </p:cxnSp>
        <p:cxnSp>
          <p:nvCxnSpPr>
            <p:cNvPr id="140" name="Straight Connector 20"/>
            <p:cNvCxnSpPr/>
            <p:nvPr/>
          </p:nvCxnSpPr>
          <p:spPr>
            <a:xfrm flipH="1">
              <a:off x="7425000" y="3681360"/>
              <a:ext cx="4764240" cy="3177360"/>
            </a:xfrm>
            <a:prstGeom prst="straightConnector1">
              <a:avLst/>
            </a:prstGeom>
            <a:ln cap="rnd" w="9360">
              <a:solidFill>
                <a:schemeClr val="lt1">
                  <a:lumMod val="85000"/>
                </a:schemeClr>
              </a:solidFill>
              <a:round/>
            </a:ln>
          </p:spPr>
        </p:cxnSp>
        <p:sp>
          <p:nvSpPr>
            <p:cNvPr id="141"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2"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3" name="Isosceles Triangle 23"/>
            <p:cNvSpPr/>
            <p:nvPr/>
          </p:nvSpPr>
          <p:spPr>
            <a:xfrm>
              <a:off x="8932320" y="3048120"/>
              <a:ext cx="3259080" cy="3809160"/>
            </a:xfrm>
            <a:prstGeom prst="triangle">
              <a:avLst>
                <a:gd name="adj" fmla="val 100000"/>
              </a:avLst>
            </a:prstGeom>
            <a:solidFill>
              <a:schemeClr val="accent2">
                <a:alpha val="72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4"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5"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6"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7" name="Isosceles Triangle 27"/>
            <p:cNvSpPr/>
            <p:nvPr/>
          </p:nvSpPr>
          <p:spPr>
            <a:xfrm>
              <a:off x="10371600" y="3589920"/>
              <a:ext cx="1816560" cy="3267360"/>
            </a:xfrm>
            <a:prstGeom prst="triangle">
              <a:avLst>
                <a:gd name="adj" fmla="val 100000"/>
              </a:avLst>
            </a:prstGeom>
            <a:solidFill>
              <a:schemeClr val="accent1">
                <a:alpha val="8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8" name="Isosceles Triangle 28"/>
            <p:cNvSpPr/>
            <p:nvPr/>
          </p:nvSpPr>
          <p:spPr>
            <a:xfrm>
              <a:off x="0" y="4013280"/>
              <a:ext cx="447840" cy="2844000"/>
            </a:xfrm>
            <a:prstGeom prst="triangle">
              <a:avLst>
                <a:gd name="adj" fmla="val 0"/>
              </a:avLst>
            </a:prstGeom>
            <a:solidFill>
              <a:schemeClr val="accent1">
                <a:alpha val="85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sp>
        <p:nvSpPr>
          <p:cNvPr id="149" name="PlaceHolder 1"/>
          <p:cNvSpPr>
            <a:spLocks noGrp="1"/>
          </p:cNvSpPr>
          <p:nvPr>
            <p:ph type="title"/>
          </p:nvPr>
        </p:nvSpPr>
        <p:spPr>
          <a:xfrm>
            <a:off x="677160" y="934200"/>
            <a:ext cx="8596080" cy="67068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150" name="PlaceHolder 2"/>
          <p:cNvSpPr>
            <a:spLocks noGrp="1"/>
          </p:cNvSpPr>
          <p:nvPr>
            <p:ph type="body"/>
          </p:nvPr>
        </p:nvSpPr>
        <p:spPr>
          <a:xfrm>
            <a:off x="677160" y="2160720"/>
            <a:ext cx="8596080" cy="38800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18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1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18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18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18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18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18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151" name="PlaceHolder 3"/>
          <p:cNvSpPr>
            <a:spLocks noGrp="1"/>
          </p:cNvSpPr>
          <p:nvPr>
            <p:ph type="ftr" idx="19"/>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52" name="PlaceHolder 4"/>
          <p:cNvSpPr>
            <a:spLocks noGrp="1"/>
          </p:cNvSpPr>
          <p:nvPr>
            <p:ph type="sldNum" idx="20"/>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04F13A4A-2737-49CF-AF10-7081D576C59E}"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153" name="PlaceHolder 5"/>
          <p:cNvSpPr>
            <a:spLocks noGrp="1"/>
          </p:cNvSpPr>
          <p:nvPr>
            <p:ph type="dt" idx="21"/>
          </p:nvPr>
        </p:nvSpPr>
        <p:spPr>
          <a:xfrm>
            <a:off x="7205040" y="6041520"/>
            <a:ext cx="911160" cy="36432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2"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156" name="Group 6"/>
          <p:cNvGrpSpPr/>
          <p:nvPr/>
        </p:nvGrpSpPr>
        <p:grpSpPr>
          <a:xfrm>
            <a:off x="0" y="-8640"/>
            <a:ext cx="12191400" cy="6867000"/>
            <a:chOff x="0" y="-8640"/>
            <a:chExt cx="12191400" cy="6867000"/>
          </a:xfrm>
        </p:grpSpPr>
        <p:cxnSp>
          <p:nvCxnSpPr>
            <p:cNvPr id="157" name="Straight Connector 19"/>
            <p:cNvCxnSpPr/>
            <p:nvPr/>
          </p:nvCxnSpPr>
          <p:spPr>
            <a:xfrm>
              <a:off x="9370800" y="0"/>
              <a:ext cx="1220040" cy="6858720"/>
            </a:xfrm>
            <a:prstGeom prst="straightConnector1">
              <a:avLst/>
            </a:prstGeom>
            <a:ln cap="rnd" w="9360">
              <a:solidFill>
                <a:schemeClr val="lt1">
                  <a:lumMod val="75000"/>
                </a:schemeClr>
              </a:solidFill>
              <a:round/>
            </a:ln>
          </p:spPr>
        </p:cxnSp>
        <p:cxnSp>
          <p:nvCxnSpPr>
            <p:cNvPr id="158" name="Straight Connector 20"/>
            <p:cNvCxnSpPr/>
            <p:nvPr/>
          </p:nvCxnSpPr>
          <p:spPr>
            <a:xfrm flipH="1">
              <a:off x="7425000" y="3681360"/>
              <a:ext cx="4764240" cy="3177360"/>
            </a:xfrm>
            <a:prstGeom prst="straightConnector1">
              <a:avLst/>
            </a:prstGeom>
            <a:ln cap="rnd" w="9360">
              <a:solidFill>
                <a:schemeClr val="lt1">
                  <a:lumMod val="85000"/>
                </a:schemeClr>
              </a:solidFill>
              <a:round/>
            </a:ln>
          </p:spPr>
        </p:cxnSp>
        <p:sp>
          <p:nvSpPr>
            <p:cNvPr id="159"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0"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1" name="Isosceles Triangle 23"/>
            <p:cNvSpPr/>
            <p:nvPr/>
          </p:nvSpPr>
          <p:spPr>
            <a:xfrm>
              <a:off x="8932320" y="3048120"/>
              <a:ext cx="3259080" cy="3809160"/>
            </a:xfrm>
            <a:prstGeom prst="triangle">
              <a:avLst>
                <a:gd name="adj" fmla="val 100000"/>
              </a:avLst>
            </a:prstGeom>
            <a:solidFill>
              <a:schemeClr val="accent2">
                <a:alpha val="72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2"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3"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4"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5" name="Isosceles Triangle 27"/>
            <p:cNvSpPr/>
            <p:nvPr/>
          </p:nvSpPr>
          <p:spPr>
            <a:xfrm>
              <a:off x="10371600" y="3589920"/>
              <a:ext cx="1816560" cy="3267360"/>
            </a:xfrm>
            <a:prstGeom prst="triangle">
              <a:avLst>
                <a:gd name="adj" fmla="val 100000"/>
              </a:avLst>
            </a:prstGeom>
            <a:solidFill>
              <a:schemeClr val="accent1">
                <a:alpha val="8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6" name="Isosceles Triangle 28"/>
            <p:cNvSpPr/>
            <p:nvPr/>
          </p:nvSpPr>
          <p:spPr>
            <a:xfrm>
              <a:off x="0" y="4013280"/>
              <a:ext cx="447840" cy="2844000"/>
            </a:xfrm>
            <a:prstGeom prst="triangle">
              <a:avLst>
                <a:gd name="adj" fmla="val 0"/>
              </a:avLst>
            </a:prstGeom>
            <a:solidFill>
              <a:schemeClr val="accent1">
                <a:alpha val="85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sp>
        <p:nvSpPr>
          <p:cNvPr id="167" name="PlaceHolder 1"/>
          <p:cNvSpPr>
            <a:spLocks noGrp="1"/>
          </p:cNvSpPr>
          <p:nvPr>
            <p:ph type="title"/>
          </p:nvPr>
        </p:nvSpPr>
        <p:spPr>
          <a:xfrm>
            <a:off x="677160" y="995040"/>
            <a:ext cx="8596080" cy="54900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168" name="PlaceHolder 2"/>
          <p:cNvSpPr>
            <a:spLocks noGrp="1"/>
          </p:cNvSpPr>
          <p:nvPr>
            <p:ph type="body"/>
          </p:nvPr>
        </p:nvSpPr>
        <p:spPr>
          <a:xfrm>
            <a:off x="677160" y="2160720"/>
            <a:ext cx="8596080" cy="3880080"/>
          </a:xfrm>
          <a:prstGeom prst="rect">
            <a:avLst/>
          </a:prstGeom>
          <a:noFill/>
          <a:ln w="0">
            <a:noFill/>
          </a:ln>
        </p:spPr>
        <p:txBody>
          <a:bodyPr lIns="0" tIns="0" rIns="0" bIns="0" anchor="t" vert="eaVert">
            <a:normAutofit/>
          </a:bodyPr>
          <a:lstStyle>
            <a:lvl1pPr algn="l">
              <a:spcBef>
                <a:spcPts val="1417"/>
              </a:spcBef>
              <a:buClr>
                <a:srgbClr val="000000"/>
              </a:buClr>
              <a:buSzPct val="45000"/>
              <a:buFont typeface="Wingdings" charset="2"/>
              <a:buChar char=""/>
              <a:defRPr lang="en-US" sz="18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1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18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18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18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18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18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169" name="PlaceHolder 3"/>
          <p:cNvSpPr>
            <a:spLocks noGrp="1"/>
          </p:cNvSpPr>
          <p:nvPr>
            <p:ph type="ftr" idx="22"/>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70" name="PlaceHolder 4"/>
          <p:cNvSpPr>
            <a:spLocks noGrp="1"/>
          </p:cNvSpPr>
          <p:nvPr>
            <p:ph type="sldNum" idx="23"/>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6147879F-D282-4B1A-A1D7-35630D9E747E}"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171" name="PlaceHolder 5"/>
          <p:cNvSpPr>
            <a:spLocks noGrp="1"/>
          </p:cNvSpPr>
          <p:nvPr>
            <p:ph type="dt" idx="24"/>
          </p:nvPr>
        </p:nvSpPr>
        <p:spPr>
          <a:xfrm>
            <a:off x="7205040" y="6041520"/>
            <a:ext cx="911160" cy="36432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4"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174" name="Group 6"/>
          <p:cNvGrpSpPr/>
          <p:nvPr/>
        </p:nvGrpSpPr>
        <p:grpSpPr>
          <a:xfrm>
            <a:off x="0" y="-8640"/>
            <a:ext cx="12191400" cy="6867000"/>
            <a:chOff x="0" y="-8640"/>
            <a:chExt cx="12191400" cy="6867000"/>
          </a:xfrm>
        </p:grpSpPr>
        <p:cxnSp>
          <p:nvCxnSpPr>
            <p:cNvPr id="175" name="Straight Connector 19"/>
            <p:cNvCxnSpPr/>
            <p:nvPr/>
          </p:nvCxnSpPr>
          <p:spPr>
            <a:xfrm>
              <a:off x="9370800" y="0"/>
              <a:ext cx="1220040" cy="6858720"/>
            </a:xfrm>
            <a:prstGeom prst="straightConnector1">
              <a:avLst/>
            </a:prstGeom>
            <a:ln cap="rnd" w="9360">
              <a:solidFill>
                <a:schemeClr val="lt1">
                  <a:lumMod val="75000"/>
                </a:schemeClr>
              </a:solidFill>
              <a:round/>
            </a:ln>
          </p:spPr>
        </p:cxnSp>
        <p:cxnSp>
          <p:nvCxnSpPr>
            <p:cNvPr id="176" name="Straight Connector 20"/>
            <p:cNvCxnSpPr/>
            <p:nvPr/>
          </p:nvCxnSpPr>
          <p:spPr>
            <a:xfrm flipH="1">
              <a:off x="7425000" y="3681360"/>
              <a:ext cx="4764240" cy="3177360"/>
            </a:xfrm>
            <a:prstGeom prst="straightConnector1">
              <a:avLst/>
            </a:prstGeom>
            <a:ln cap="rnd" w="9360">
              <a:solidFill>
                <a:schemeClr val="lt1">
                  <a:lumMod val="85000"/>
                </a:schemeClr>
              </a:solidFill>
              <a:round/>
            </a:ln>
          </p:spPr>
        </p:cxnSp>
        <p:sp>
          <p:nvSpPr>
            <p:cNvPr id="177"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8"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9" name="Isosceles Triangle 23"/>
            <p:cNvSpPr/>
            <p:nvPr/>
          </p:nvSpPr>
          <p:spPr>
            <a:xfrm>
              <a:off x="8932320" y="3048120"/>
              <a:ext cx="3259080" cy="3809160"/>
            </a:xfrm>
            <a:prstGeom prst="triangle">
              <a:avLst>
                <a:gd name="adj" fmla="val 100000"/>
              </a:avLst>
            </a:prstGeom>
            <a:solidFill>
              <a:schemeClr val="accent2">
                <a:alpha val="72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0"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1"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2"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3" name="Isosceles Triangle 27"/>
            <p:cNvSpPr/>
            <p:nvPr/>
          </p:nvSpPr>
          <p:spPr>
            <a:xfrm>
              <a:off x="10371600" y="3589920"/>
              <a:ext cx="1816560" cy="3267360"/>
            </a:xfrm>
            <a:prstGeom prst="triangle">
              <a:avLst>
                <a:gd name="adj" fmla="val 100000"/>
              </a:avLst>
            </a:prstGeom>
            <a:solidFill>
              <a:schemeClr val="accent1">
                <a:alpha val="8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4" name="Isosceles Triangle 28"/>
            <p:cNvSpPr/>
            <p:nvPr/>
          </p:nvSpPr>
          <p:spPr>
            <a:xfrm>
              <a:off x="0" y="4013280"/>
              <a:ext cx="447840" cy="2844000"/>
            </a:xfrm>
            <a:prstGeom prst="triangle">
              <a:avLst>
                <a:gd name="adj" fmla="val 0"/>
              </a:avLst>
            </a:prstGeom>
            <a:solidFill>
              <a:schemeClr val="accent1">
                <a:alpha val="85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sp>
        <p:nvSpPr>
          <p:cNvPr id="185" name="PlaceHolder 1"/>
          <p:cNvSpPr>
            <a:spLocks noGrp="1"/>
          </p:cNvSpPr>
          <p:nvPr>
            <p:ph type="title"/>
          </p:nvPr>
        </p:nvSpPr>
        <p:spPr>
          <a:xfrm>
            <a:off x="677160" y="609480"/>
            <a:ext cx="8596080" cy="132012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186" name="PlaceHolder 2"/>
          <p:cNvSpPr>
            <a:spLocks noGrp="1"/>
          </p:cNvSpPr>
          <p:nvPr>
            <p:ph type="body"/>
          </p:nvPr>
        </p:nvSpPr>
        <p:spPr>
          <a:xfrm>
            <a:off x="677160" y="2160720"/>
            <a:ext cx="8596080" cy="3880080"/>
          </a:xfrm>
          <a:prstGeom prst="rect">
            <a:avLst/>
          </a:prstGeom>
          <a:noFill/>
          <a:ln w="0">
            <a:noFill/>
          </a:ln>
        </p:spPr>
        <p:txBody>
          <a:bodyPr lIns="0" tIns="0" rIns="0" bIns="0" anchor="t" vert="eaVert">
            <a:normAutofit/>
          </a:bodyPr>
          <a:lstStyle>
            <a:lvl1pPr algn="l">
              <a:spcBef>
                <a:spcPts val="1417"/>
              </a:spcBef>
              <a:buClr>
                <a:srgbClr val="000000"/>
              </a:buClr>
              <a:buSzPct val="45000"/>
              <a:buFont typeface="Wingdings" charset="2"/>
              <a:buChar char=""/>
              <a:defRPr lang="en-US" sz="18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1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18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18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18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18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18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187" name="PlaceHolder 3"/>
          <p:cNvSpPr>
            <a:spLocks noGrp="1"/>
          </p:cNvSpPr>
          <p:nvPr>
            <p:ph type="ftr" idx="25"/>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88" name="PlaceHolder 4"/>
          <p:cNvSpPr>
            <a:spLocks noGrp="1"/>
          </p:cNvSpPr>
          <p:nvPr>
            <p:ph type="sldNum" idx="26"/>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8418A8E2-C2FF-4F9B-9594-A594F3983E96}"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189" name="PlaceHolder 5"/>
          <p:cNvSpPr>
            <a:spLocks noGrp="1"/>
          </p:cNvSpPr>
          <p:nvPr>
            <p:ph type="dt" idx="27"/>
          </p:nvPr>
        </p:nvSpPr>
        <p:spPr>
          <a:xfrm>
            <a:off x="7205040" y="6041520"/>
            <a:ext cx="911160" cy="36432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6"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192" name="Group 6"/>
          <p:cNvGrpSpPr/>
          <p:nvPr/>
        </p:nvGrpSpPr>
        <p:grpSpPr>
          <a:xfrm>
            <a:off x="0" y="-8640"/>
            <a:ext cx="12191400" cy="6867000"/>
            <a:chOff x="0" y="-8640"/>
            <a:chExt cx="12191400" cy="6867000"/>
          </a:xfrm>
        </p:grpSpPr>
        <p:cxnSp>
          <p:nvCxnSpPr>
            <p:cNvPr id="193" name="Straight Connector 19"/>
            <p:cNvCxnSpPr/>
            <p:nvPr/>
          </p:nvCxnSpPr>
          <p:spPr>
            <a:xfrm>
              <a:off x="9370800" y="0"/>
              <a:ext cx="1220040" cy="6858720"/>
            </a:xfrm>
            <a:prstGeom prst="straightConnector1">
              <a:avLst/>
            </a:prstGeom>
            <a:ln cap="rnd" w="9360">
              <a:solidFill>
                <a:schemeClr val="lt1">
                  <a:lumMod val="75000"/>
                </a:schemeClr>
              </a:solidFill>
              <a:round/>
            </a:ln>
          </p:spPr>
        </p:cxnSp>
        <p:cxnSp>
          <p:nvCxnSpPr>
            <p:cNvPr id="194" name="Straight Connector 20"/>
            <p:cNvCxnSpPr/>
            <p:nvPr/>
          </p:nvCxnSpPr>
          <p:spPr>
            <a:xfrm flipH="1">
              <a:off x="7425000" y="3681360"/>
              <a:ext cx="4764240" cy="3177360"/>
            </a:xfrm>
            <a:prstGeom prst="straightConnector1">
              <a:avLst/>
            </a:prstGeom>
            <a:ln cap="rnd" w="9360">
              <a:solidFill>
                <a:schemeClr val="lt1">
                  <a:lumMod val="85000"/>
                </a:schemeClr>
              </a:solidFill>
              <a:round/>
            </a:ln>
          </p:spPr>
        </p:cxnSp>
        <p:sp>
          <p:nvSpPr>
            <p:cNvPr id="195" name="Rectangle 23"/>
            <p:cNvSpPr/>
            <p:nvPr/>
          </p:nvSpPr>
          <p:spPr>
            <a:xfrm>
              <a:off x="9181440" y="-8640"/>
              <a:ext cx="3006720" cy="6865920"/>
            </a:xfrm>
            <a:custGeom>
              <a:avLst/>
              <a:gdLst>
                <a:gd name="textAreaLeft" fmla="*/ 0 w 3006720"/>
                <a:gd name="textAreaRight" fmla="*/ 3007440 w 3006720"/>
                <a:gd name="textAreaTop" fmla="*/ 0 h 6865920"/>
                <a:gd name="textAreaBottom" fmla="*/ 6866640 h 686592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6" name="Rectangle 25"/>
            <p:cNvSpPr/>
            <p:nvPr/>
          </p:nvSpPr>
          <p:spPr>
            <a:xfrm>
              <a:off x="9603360" y="-8640"/>
              <a:ext cx="2587680" cy="6865920"/>
            </a:xfrm>
            <a:custGeom>
              <a:avLst/>
              <a:gdLst>
                <a:gd name="textAreaLeft" fmla="*/ 0 w 2587680"/>
                <a:gd name="textAreaRight" fmla="*/ 2588400 w 2587680"/>
                <a:gd name="textAreaTop" fmla="*/ 0 h 6865920"/>
                <a:gd name="textAreaBottom" fmla="*/ 6866640 h 686592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7" name="Isosceles Triangle 23"/>
            <p:cNvSpPr/>
            <p:nvPr/>
          </p:nvSpPr>
          <p:spPr>
            <a:xfrm>
              <a:off x="8932320" y="3048120"/>
              <a:ext cx="3259080" cy="3809160"/>
            </a:xfrm>
            <a:prstGeom prst="triangle">
              <a:avLst>
                <a:gd name="adj" fmla="val 100000"/>
              </a:avLst>
            </a:prstGeom>
            <a:solidFill>
              <a:schemeClr val="accent2">
                <a:alpha val="72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98" name="Rectangle 27"/>
            <p:cNvSpPr/>
            <p:nvPr/>
          </p:nvSpPr>
          <p:spPr>
            <a:xfrm>
              <a:off x="9334440" y="-8640"/>
              <a:ext cx="2853720" cy="6865920"/>
            </a:xfrm>
            <a:custGeom>
              <a:avLst/>
              <a:gdLst>
                <a:gd name="textAreaLeft" fmla="*/ 0 w 2853720"/>
                <a:gd name="textAreaRight" fmla="*/ 2854440 w 2853720"/>
                <a:gd name="textAreaTop" fmla="*/ 0 h 6865920"/>
                <a:gd name="textAreaBottom" fmla="*/ 6866640 h 686592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99" name="Rectangle 28"/>
            <p:cNvSpPr/>
            <p:nvPr/>
          </p:nvSpPr>
          <p:spPr>
            <a:xfrm>
              <a:off x="10898640" y="-8640"/>
              <a:ext cx="1289520" cy="6865920"/>
            </a:xfrm>
            <a:custGeom>
              <a:avLst/>
              <a:gdLst>
                <a:gd name="textAreaLeft" fmla="*/ 0 w 1289520"/>
                <a:gd name="textAreaRight" fmla="*/ 1290240 w 1289520"/>
                <a:gd name="textAreaTop" fmla="*/ 0 h 6865920"/>
                <a:gd name="textAreaBottom" fmla="*/ 6866640 h 686592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0" name="Rectangle 29"/>
            <p:cNvSpPr/>
            <p:nvPr/>
          </p:nvSpPr>
          <p:spPr>
            <a:xfrm>
              <a:off x="10938960" y="-8640"/>
              <a:ext cx="1249200" cy="6865920"/>
            </a:xfrm>
            <a:custGeom>
              <a:avLst/>
              <a:gdLst>
                <a:gd name="textAreaLeft" fmla="*/ 0 w 1249200"/>
                <a:gd name="textAreaRight" fmla="*/ 1249920 w 1249200"/>
                <a:gd name="textAreaTop" fmla="*/ 0 h 6865920"/>
                <a:gd name="textAreaBottom" fmla="*/ 6866640 h 686592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1" name="Isosceles Triangle 27"/>
            <p:cNvSpPr/>
            <p:nvPr/>
          </p:nvSpPr>
          <p:spPr>
            <a:xfrm>
              <a:off x="10371600" y="3589920"/>
              <a:ext cx="1816560" cy="3267360"/>
            </a:xfrm>
            <a:prstGeom prst="triangle">
              <a:avLst>
                <a:gd name="adj" fmla="val 100000"/>
              </a:avLst>
            </a:prstGeom>
            <a:solidFill>
              <a:schemeClr val="accent1">
                <a:alpha val="80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2" name="Isosceles Triangle 28"/>
            <p:cNvSpPr/>
            <p:nvPr/>
          </p:nvSpPr>
          <p:spPr>
            <a:xfrm>
              <a:off x="0" y="4013280"/>
              <a:ext cx="447840" cy="2844000"/>
            </a:xfrm>
            <a:prstGeom prst="triangle">
              <a:avLst>
                <a:gd name="adj" fmla="val 0"/>
              </a:avLst>
            </a:prstGeom>
            <a:solidFill>
              <a:schemeClr val="accent1">
                <a:alpha val="85000"/>
              </a:schemeClr>
            </a:solidFill>
            <a:ln w="12600">
              <a:noFill/>
            </a:ln>
            <a:effectLst>
              <a:outerShdw dist="25560" dir="5400000" blurRad="381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sp>
        <p:nvSpPr>
          <p:cNvPr id="203" name="PlaceHolder 1"/>
          <p:cNvSpPr>
            <a:spLocks noGrp="1"/>
          </p:cNvSpPr>
          <p:nvPr>
            <p:ph type="title"/>
          </p:nvPr>
        </p:nvSpPr>
        <p:spPr>
          <a:xfrm>
            <a:off x="677160" y="995040"/>
            <a:ext cx="8596080" cy="54900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204" name="PlaceHolder 2"/>
          <p:cNvSpPr>
            <a:spLocks noGrp="1"/>
          </p:cNvSpPr>
          <p:nvPr>
            <p:ph type="body"/>
          </p:nvPr>
        </p:nvSpPr>
        <p:spPr>
          <a:xfrm>
            <a:off x="677160" y="2160720"/>
            <a:ext cx="8596080" cy="38800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18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1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18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18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18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18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18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205" name="PlaceHolder 3"/>
          <p:cNvSpPr>
            <a:spLocks noGrp="1"/>
          </p:cNvSpPr>
          <p:nvPr>
            <p:ph type="ftr" idx="28"/>
          </p:nvPr>
        </p:nvSpPr>
        <p:spPr>
          <a:xfrm>
            <a:off x="677160" y="6041520"/>
            <a:ext cx="629676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06" name="PlaceHolder 4"/>
          <p:cNvSpPr>
            <a:spLocks noGrp="1"/>
          </p:cNvSpPr>
          <p:nvPr>
            <p:ph type="sldNum" idx="29"/>
          </p:nvPr>
        </p:nvSpPr>
        <p:spPr>
          <a:xfrm>
            <a:off x="8590680" y="6041520"/>
            <a:ext cx="68256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6156BB24-2548-4103-91A5-6DEB0217B6FE}"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207" name="PlaceHolder 5"/>
          <p:cNvSpPr>
            <a:spLocks noGrp="1"/>
          </p:cNvSpPr>
          <p:nvPr>
            <p:ph type="dt" idx="30"/>
          </p:nvPr>
        </p:nvSpPr>
        <p:spPr>
          <a:xfrm>
            <a:off x="7205040" y="6041520"/>
            <a:ext cx="911160" cy="36432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8"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1.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1.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1.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1.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1.xml"/>
</Relationships>
</file>

<file path=ppt/slides/_rels/slide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1.xml"/>
</Relationships>
</file>

<file path=ppt/slides/_rels/slide9.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1.xml"/>
</Relationships>
</file>

<file path=ppt/slides/_rels/slide1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slideLayout" Target="../slideLayouts/slideLayout11.xml"/>
</Relationships>
</file>

<file path=ppt/slides/_rels/slide11.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1.xml"/>
</Relationships>
</file>

<file path=ppt/slides/_rels/slide12.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1.xml"/>
</Relationships>
</file>

<file path=ppt/slides/_rels/slide13.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1.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1.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 name="PlaceHolder 1"/>
          <p:cNvSpPr>
            <a:spLocks noGrp="1"/>
          </p:cNvSpPr>
          <p:nvPr>
            <p:ph type="title"/>
          </p:nvPr>
        </p:nvSpPr>
        <p:spPr>
          <a:xfrm>
            <a:off x="1449720" y="457200"/>
            <a:ext cx="7693920" cy="1025640"/>
          </a:xfrm>
          <a:prstGeom prst="rect">
            <a:avLst/>
          </a:prstGeom>
          <a:noFill/>
          <a:ln w="0">
            <a:noFill/>
          </a:ln>
        </p:spPr>
        <p:txBody>
          <a:bodyPr lIns="91440" tIns="45720" rIns="91440" bIns="45720" anchor="b">
            <a:normAutofit lnSpcReduction="9999"/>
          </a:bodyPr>
          <a:p>
            <a:pPr indent="0" algn="ctr" defTabSz="457200">
              <a:lnSpc>
                <a:spcPct val="100000"/>
              </a:lnSpc>
              <a:buNone/>
              <a:tabLst>
                <a:tab pos="0" algn="l"/>
              </a:tabLst>
            </a:pPr>
            <a:r>
              <a:rPr lang="en-IN" sz="3200" b="1" u="none" strike="noStrike">
                <a:solidFill>
                  <a:schemeClr val="dk1">
                    <a:lumMod val="85000"/>
                    <a:lumOff val="15000"/>
                  </a:schemeClr>
                </a:solidFill>
                <a:effectLst/>
                <a:uFillTx/>
                <a:latin typeface="Trebuchet MS"/>
              </a:rPr>
              <a:t>SmartDRM: Blockchain based Digital Rights Management System</a:t>
            </a:r>
            <a:endParaRPr lang="en-US" sz="3200" b="0" u="none" strike="noStrike">
              <a:solidFill>
                <a:srgbClr val="000000"/>
              </a:solidFill>
              <a:effectLst/>
              <a:uFillTx/>
              <a:latin typeface="Arial"/>
            </a:endParaRPr>
          </a:p>
        </p:txBody>
      </p:sp>
      <p:sp>
        <p:nvSpPr>
          <p:cNvPr id="217" name="PlaceHolder 2"/>
          <p:cNvSpPr>
            <a:spLocks noGrp="1"/>
          </p:cNvSpPr>
          <p:nvPr>
            <p:ph type="subTitle"/>
          </p:nvPr>
        </p:nvSpPr>
        <p:spPr>
          <a:xfrm>
            <a:off x="2539080" y="2286000"/>
            <a:ext cx="5690160" cy="2829960"/>
          </a:xfrm>
          <a:prstGeom prst="rect">
            <a:avLst/>
          </a:prstGeom>
          <a:noFill/>
          <a:ln w="0">
            <a:noFill/>
          </a:ln>
        </p:spPr>
        <p:txBody>
          <a:bodyPr lIns="91440" tIns="45720" rIns="91440" bIns="45720" anchor="t">
            <a:normAutofit fontScale="85000" lnSpcReduction="9999"/>
          </a:bodyPr>
          <a:p>
            <a:pPr indent="0" algn="l" defTabSz="457200">
              <a:lnSpc>
                <a:spcPct val="100000"/>
              </a:lnSpc>
              <a:spcBef>
                <a:spcPts val="1001"/>
              </a:spcBef>
              <a:buNone/>
              <a:tabLst>
                <a:tab pos="0" algn="l"/>
              </a:tabLst>
            </a:pPr>
            <a:r>
              <a:rPr lang="en-US" sz="1800" b="0" u="none" strike="noStrike">
                <a:solidFill>
                  <a:schemeClr val="dk1"/>
                </a:solidFill>
                <a:effectLst/>
                <a:uFillTx/>
                <a:latin typeface="Trebuchet MS"/>
              </a:rPr>
              <a:t> TEAM MEMBERS :</a:t>
            </a:r>
            <a:endParaRPr lang="en-US" sz="1800" b="0" u="none" strike="noStrike">
              <a:solidFill>
                <a:srgbClr val="000000"/>
              </a:solidFill>
              <a:effectLst/>
              <a:uFillTx/>
              <a:latin typeface="Arial"/>
            </a:endParaRPr>
          </a:p>
          <a:p>
            <a:pPr indent="0" algn="l" defTabSz="457200">
              <a:lnSpc>
                <a:spcPct val="100000"/>
              </a:lnSpc>
              <a:spcBef>
                <a:spcPts val="1001"/>
              </a:spcBef>
              <a:buNone/>
              <a:tabLst>
                <a:tab pos="0" algn="l"/>
              </a:tabLst>
            </a:pP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Silambarasan. B</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( 620822205102 )</a:t>
            </a:r>
            <a:endParaRPr lang="en-US" sz="1800" b="0" u="none" strike="noStrike">
              <a:solidFill>
                <a:srgbClr val="000000"/>
              </a:solidFill>
              <a:effectLst/>
              <a:uFillTx/>
              <a:latin typeface="Arial"/>
            </a:endParaRPr>
          </a:p>
          <a:p>
            <a:pPr indent="0" algn="l" defTabSz="457200">
              <a:lnSpc>
                <a:spcPct val="100000"/>
              </a:lnSpc>
              <a:spcBef>
                <a:spcPts val="1001"/>
              </a:spcBef>
              <a:buNone/>
              <a:tabLst>
                <a:tab pos="0" algn="l"/>
              </a:tabLst>
            </a:pP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Muralidharan. C</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( 620822205064 )</a:t>
            </a:r>
            <a:endParaRPr lang="en-US" sz="1800" b="0" u="none" strike="noStrike">
              <a:solidFill>
                <a:srgbClr val="000000"/>
              </a:solidFill>
              <a:effectLst/>
              <a:uFillTx/>
              <a:latin typeface="Arial"/>
            </a:endParaRPr>
          </a:p>
          <a:p>
            <a:pPr indent="0" algn="l" defTabSz="457200">
              <a:lnSpc>
                <a:spcPct val="100000"/>
              </a:lnSpc>
              <a:spcBef>
                <a:spcPts val="1001"/>
              </a:spcBef>
              <a:buNone/>
              <a:tabLst>
                <a:tab pos="0" algn="l"/>
              </a:tabLst>
            </a:pP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Pradeep. M</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( 620822205075 )</a:t>
            </a:r>
            <a:endParaRPr lang="en-US" sz="1800" b="0" u="none" strike="noStrike">
              <a:solidFill>
                <a:srgbClr val="000000"/>
              </a:solidFill>
              <a:effectLst/>
              <a:uFillTx/>
              <a:latin typeface="Arial"/>
            </a:endParaRPr>
          </a:p>
          <a:p>
            <a:pPr indent="0" algn="l" defTabSz="457200">
              <a:lnSpc>
                <a:spcPct val="100000"/>
              </a:lnSpc>
              <a:spcBef>
                <a:spcPts val="1001"/>
              </a:spcBef>
              <a:buNone/>
              <a:tabLst>
                <a:tab pos="0" algn="l"/>
              </a:tabLst>
            </a:pP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Srinath. P</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( 620822205105 )</a:t>
            </a:r>
            <a:endParaRPr lang="en-US" sz="1800" b="0" u="none" strike="noStrike">
              <a:solidFill>
                <a:srgbClr val="000000"/>
              </a:solidFill>
              <a:effectLst/>
              <a:uFillTx/>
              <a:latin typeface="Arial"/>
            </a:endParaRPr>
          </a:p>
          <a:p>
            <a:pPr indent="0" algn="l" defTabSz="457200">
              <a:lnSpc>
                <a:spcPct val="100000"/>
              </a:lnSpc>
              <a:spcBef>
                <a:spcPts val="1001"/>
              </a:spcBef>
              <a:buNone/>
              <a:tabLst>
                <a:tab pos="0" algn="l"/>
              </a:tabLst>
            </a:pPr>
            <a:endParaRPr lang="en-US" sz="1800" b="0" u="none" strike="noStrike">
              <a:solidFill>
                <a:srgbClr val="000000"/>
              </a:solidFill>
              <a:effectLst/>
              <a:uFillTx/>
              <a:latin typeface="Arial"/>
            </a:endParaRPr>
          </a:p>
          <a:p>
            <a:pPr indent="0" algn="l" defTabSz="457200">
              <a:lnSpc>
                <a:spcPct val="100000"/>
              </a:lnSpc>
              <a:spcBef>
                <a:spcPts val="1001"/>
              </a:spcBef>
              <a:buNone/>
              <a:tabLst>
                <a:tab pos="0" algn="l"/>
              </a:tabLst>
            </a:pPr>
            <a:r>
              <a:rPr lang="en-US" sz="2000" b="0" u="none" strike="noStrike">
                <a:solidFill>
                  <a:schemeClr val="dk1"/>
                </a:solidFill>
                <a:effectLst/>
                <a:uFillTx/>
                <a:latin typeface="Trebuchet MS"/>
              </a:rPr>
              <a:t> GUIDE : Mrs. Sathiyapriya K, AP/IT</a:t>
            </a:r>
            <a:endParaRPr lang="en-US" sz="2000" b="0" u="none" strike="noStrike">
              <a:solidFill>
                <a:srgbClr val="000000"/>
              </a:solidFill>
              <a:effectLst/>
              <a:uFillTx/>
              <a:latin typeface="Arial"/>
            </a:endParaRPr>
          </a:p>
          <a:p>
            <a:pPr indent="0" algn="l" defTabSz="457200">
              <a:lnSpc>
                <a:spcPct val="100000"/>
              </a:lnSpc>
              <a:spcBef>
                <a:spcPts val="1001"/>
              </a:spcBef>
              <a:buNone/>
              <a:tabLst>
                <a:tab pos="0" algn="l"/>
              </a:tabLst>
            </a:pPr>
            <a:r>
              <a:rPr lang="en-US" sz="2000" b="0" u="none" strike="noStrike">
                <a:solidFill>
                  <a:schemeClr val="dk1"/>
                </a:solidFill>
                <a:effectLst/>
                <a:uFillTx/>
                <a:latin typeface="Trebuchet MS"/>
              </a:rPr>
              <a:t> </a:t>
            </a:r>
            <a:endParaRPr lang="en-US" sz="2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 name="PlaceHolder 1"/>
          <p:cNvSpPr>
            <a:spLocks noGrp="1"/>
          </p:cNvSpPr>
          <p:nvPr>
            <p:ph/>
          </p:nvPr>
        </p:nvSpPr>
        <p:spPr>
          <a:xfrm>
            <a:off x="750240" y="1143000"/>
            <a:ext cx="8081640" cy="5445360"/>
          </a:xfrm>
          <a:prstGeom prst="rect">
            <a:avLst/>
          </a:prstGeom>
          <a:noFill/>
          <a:ln w="0">
            <a:noFill/>
          </a:ln>
        </p:spPr>
        <p:txBody>
          <a:bodyPr lIns="91440" tIns="45720" rIns="91440" bIns="45720" anchor="t">
            <a:no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Centralized control leading to single-point failure</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Lack of transparent ownership verification</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Manual and unreliable license enforcement</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No intelligent mechanism to detect abnormal usage patterns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Limited auditability and accountability</a:t>
            </a:r>
            <a:endParaRPr lang="en-US" sz="1800" b="0" u="none" strike="noStrike">
              <a:solidFill>
                <a:srgbClr val="000000"/>
              </a:solidFill>
              <a:effectLst/>
              <a:uFillTx/>
              <a:latin typeface="Arial"/>
            </a:endParaRPr>
          </a:p>
        </p:txBody>
      </p:sp>
      <p:sp>
        <p:nvSpPr>
          <p:cNvPr id="219" name="PlaceHolder 2"/>
          <p:cNvSpPr>
            <a:spLocks noGrp="1"/>
          </p:cNvSpPr>
          <p:nvPr>
            <p:ph type="title"/>
          </p:nvPr>
        </p:nvSpPr>
        <p:spPr>
          <a:xfrm>
            <a:off x="90720" y="228960"/>
            <a:ext cx="8596080" cy="68544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IN" sz="3600" b="1" u="none" strike="noStrike">
                <a:solidFill>
                  <a:schemeClr val="dk1"/>
                </a:solidFill>
                <a:effectLst/>
                <a:uFillTx/>
                <a:latin typeface="Trebuchet MS"/>
              </a:rPr>
              <a:t>Problem Statement</a:t>
            </a:r>
            <a:endParaRPr lang="en-US" sz="3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 name="PlaceHolder 1"/>
          <p:cNvSpPr>
            <a:spLocks noGrp="1"/>
          </p:cNvSpPr>
          <p:nvPr>
            <p:ph type="title"/>
          </p:nvPr>
        </p:nvSpPr>
        <p:spPr>
          <a:xfrm>
            <a:off x="90360" y="228600"/>
            <a:ext cx="8596080" cy="68544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IN" sz="3600" b="1" u="none" strike="noStrike">
                <a:solidFill>
                  <a:schemeClr val="dk1"/>
                </a:solidFill>
                <a:effectLst/>
                <a:uFillTx/>
                <a:latin typeface="Trebuchet MS"/>
              </a:rPr>
              <a:t>Objective</a:t>
            </a:r>
            <a:endParaRPr lang="en-US" sz="3600" b="0" u="none" strike="noStrike">
              <a:solidFill>
                <a:srgbClr val="000000"/>
              </a:solidFill>
              <a:effectLst/>
              <a:uFillTx/>
              <a:latin typeface="Arial"/>
            </a:endParaRPr>
          </a:p>
        </p:txBody>
      </p:sp>
      <p:sp>
        <p:nvSpPr>
          <p:cNvPr id="221" name="PlaceHolder 2"/>
          <p:cNvSpPr>
            <a:spLocks noGrp="1"/>
          </p:cNvSpPr>
          <p:nvPr>
            <p:ph/>
          </p:nvPr>
        </p:nvSpPr>
        <p:spPr>
          <a:xfrm>
            <a:off x="547560" y="1017720"/>
            <a:ext cx="8596080" cy="5611320"/>
          </a:xfrm>
          <a:prstGeom prst="rect">
            <a:avLst/>
          </a:prstGeom>
          <a:noFill/>
          <a:ln w="0">
            <a:noFill/>
          </a:ln>
        </p:spPr>
        <p:txBody>
          <a:bodyPr lIns="91440" tIns="45720" rIns="91440" bIns="45720" anchor="t">
            <a:no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design a decentralized DRM framework using blockchain technology</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ensure immutable ownership and license records through smart contracts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provide controlled and flexible access mechanisms for digital assets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detect suspicious usage behavior using AI-based analysis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maintain an auditable and transparent activity log</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develop a modern, user-friendly interface for asset management</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 name="PlaceHolder 1"/>
          <p:cNvSpPr>
            <a:spLocks noGrp="1"/>
          </p:cNvSpPr>
          <p:nvPr>
            <p:ph type="title"/>
          </p:nvPr>
        </p:nvSpPr>
        <p:spPr>
          <a:xfrm>
            <a:off x="202320" y="0"/>
            <a:ext cx="8255520" cy="132012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US" sz="3600" b="1" u="none" strike="noStrike">
                <a:solidFill>
                  <a:schemeClr val="dk1"/>
                </a:solidFill>
                <a:effectLst/>
                <a:uFillTx/>
                <a:latin typeface="Trebuchet MS"/>
              </a:rPr>
              <a:t>Existing System</a:t>
            </a:r>
            <a:endParaRPr lang="en-US" sz="3600" b="0" u="none" strike="noStrike">
              <a:solidFill>
                <a:srgbClr val="000000"/>
              </a:solidFill>
              <a:effectLst/>
              <a:uFillTx/>
              <a:latin typeface="Arial"/>
            </a:endParaRPr>
          </a:p>
        </p:txBody>
      </p:sp>
      <p:sp>
        <p:nvSpPr>
          <p:cNvPr id="223" name="PlaceHolder 2"/>
          <p:cNvSpPr>
            <a:spLocks noGrp="1"/>
          </p:cNvSpPr>
          <p:nvPr>
            <p:ph/>
          </p:nvPr>
        </p:nvSpPr>
        <p:spPr>
          <a:xfrm>
            <a:off x="604800" y="685800"/>
            <a:ext cx="8081640" cy="2742840"/>
          </a:xfrm>
          <a:prstGeom prst="rect">
            <a:avLst/>
          </a:prstGeom>
          <a:noFill/>
          <a:ln w="0">
            <a:noFill/>
          </a:ln>
        </p:spPr>
        <p:txBody>
          <a:bodyPr lIns="91440" tIns="45720" rIns="91440" bIns="45720" anchor="t">
            <a:no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Current DRM solutions primarily operate using centralized servers managed by content distributors or platform providers.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Characteristics:</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Central authority controls access and licenses</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User authentication and permissions stored centrally</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DRM policies enforced at application level</a:t>
            </a:r>
            <a:endParaRPr lang="en-US" sz="1800" b="0" u="none" strike="noStrike">
              <a:solidFill>
                <a:srgbClr val="000000"/>
              </a:solidFill>
              <a:effectLst/>
              <a:uFillTx/>
              <a:latin typeface="Arial"/>
            </a:endParaRPr>
          </a:p>
        </p:txBody>
      </p:sp>
      <p:sp>
        <p:nvSpPr>
          <p:cNvPr id="224" name="PlaceHolder 3"/>
          <p:cNvSpPr>
            <a:spLocks noGrp="1"/>
          </p:cNvSpPr>
          <p:nvPr>
            <p:ph/>
          </p:nvPr>
        </p:nvSpPr>
        <p:spPr>
          <a:xfrm>
            <a:off x="685800" y="4114800"/>
            <a:ext cx="8081640" cy="2413080"/>
          </a:xfrm>
          <a:prstGeom prst="rect">
            <a:avLst/>
          </a:prstGeom>
          <a:noFill/>
          <a:ln w="0">
            <a:noFill/>
          </a:ln>
        </p:spPr>
        <p:txBody>
          <a:bodyPr lIns="91440" tIns="45720" rIns="91440" bIns="45720" anchor="t">
            <a:no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Single-point failure and high vulnerability to attacks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Limited transparency in ownership verification</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Dependency on trusted third parties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Difficult to audit access and usage</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Poor scalability for large digital ecosystems</a:t>
            </a:r>
            <a:endParaRPr lang="en-US" sz="1800" b="0" u="none" strike="noStrike">
              <a:solidFill>
                <a:srgbClr val="000000"/>
              </a:solidFill>
              <a:effectLst/>
              <a:uFillTx/>
              <a:latin typeface="Arial"/>
            </a:endParaRPr>
          </a:p>
        </p:txBody>
      </p:sp>
      <p:sp>
        <p:nvSpPr>
          <p:cNvPr id="225" name="Rectangle 3"/>
          <p:cNvSpPr/>
          <p:nvPr/>
        </p:nvSpPr>
        <p:spPr>
          <a:xfrm>
            <a:off x="228600" y="3240360"/>
            <a:ext cx="3501360" cy="6390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chemeClr val="dk1"/>
                </a:solidFill>
                <a:effectLst/>
                <a:uFillTx/>
                <a:latin typeface="Trebuchet MS"/>
                <a:ea typeface="DejaVu Sans"/>
              </a:rPr>
              <a:t>Disadvantage</a:t>
            </a:r>
            <a:endParaRPr lang="en-US" sz="3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 name="PlaceHolder 1"/>
          <p:cNvSpPr>
            <a:spLocks noGrp="1"/>
          </p:cNvSpPr>
          <p:nvPr>
            <p:ph type="title"/>
          </p:nvPr>
        </p:nvSpPr>
        <p:spPr>
          <a:xfrm>
            <a:off x="43560" y="0"/>
            <a:ext cx="8596080" cy="132012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US" sz="3600" b="1" u="none" strike="noStrike">
                <a:solidFill>
                  <a:schemeClr val="dk1"/>
                </a:solidFill>
                <a:effectLst/>
                <a:uFillTx/>
                <a:latin typeface="Trebuchet MS"/>
              </a:rPr>
              <a:t> Proposed System :</a:t>
            </a:r>
            <a:endParaRPr lang="en-US" sz="3600" b="0" u="none" strike="noStrike">
              <a:solidFill>
                <a:srgbClr val="000000"/>
              </a:solidFill>
              <a:effectLst/>
              <a:uFillTx/>
              <a:latin typeface="Arial"/>
            </a:endParaRPr>
          </a:p>
        </p:txBody>
      </p:sp>
      <p:sp>
        <p:nvSpPr>
          <p:cNvPr id="227" name="Rectangle 4"/>
          <p:cNvSpPr/>
          <p:nvPr/>
        </p:nvSpPr>
        <p:spPr>
          <a:xfrm>
            <a:off x="184680" y="3429000"/>
            <a:ext cx="3121920" cy="6390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chemeClr val="dk1"/>
                </a:solidFill>
                <a:effectLst/>
                <a:uFillTx/>
                <a:latin typeface="Trebuchet MS"/>
                <a:ea typeface="DejaVu Sans"/>
              </a:rPr>
              <a:t>Advantage </a:t>
            </a:r>
            <a:endParaRPr lang="en-US" sz="3600" b="0" u="none" strike="noStrike">
              <a:solidFill>
                <a:srgbClr val="000000"/>
              </a:solidFill>
              <a:effectLst/>
              <a:uFillTx/>
              <a:latin typeface="Arial"/>
            </a:endParaRPr>
          </a:p>
        </p:txBody>
      </p:sp>
      <p:sp>
        <p:nvSpPr>
          <p:cNvPr id="228" name="PlaceHolder 2"/>
          <p:cNvSpPr>
            <a:spLocks noGrp="1"/>
          </p:cNvSpPr>
          <p:nvPr>
            <p:ph/>
          </p:nvPr>
        </p:nvSpPr>
        <p:spPr>
          <a:xfrm>
            <a:off x="558000" y="857880"/>
            <a:ext cx="8081640" cy="2342160"/>
          </a:xfrm>
          <a:prstGeom prst="rect">
            <a:avLst/>
          </a:prstGeom>
          <a:noFill/>
          <a:ln w="0">
            <a:noFill/>
          </a:ln>
        </p:spPr>
        <p:txBody>
          <a:bodyPr lIns="91440" tIns="45720" rIns="91440" bIns="45720" anchor="t">
            <a:no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Blockchain-based asset registration and ownership proof</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Smart contract-driven license issuance and enforcement</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AI-powered behavioral risk analysis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Secure audit logging for all critical actions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Full-stack web interface for real-time interaction</a:t>
            </a:r>
            <a:endParaRPr lang="en-US" sz="1800" b="0" u="none" strike="noStrike">
              <a:solidFill>
                <a:srgbClr val="000000"/>
              </a:solidFill>
              <a:effectLst/>
              <a:uFillTx/>
              <a:latin typeface="Arial"/>
            </a:endParaRPr>
          </a:p>
        </p:txBody>
      </p:sp>
      <p:sp>
        <p:nvSpPr>
          <p:cNvPr id="229" name="PlaceHolder 3"/>
          <p:cNvSpPr>
            <a:spLocks noGrp="1"/>
          </p:cNvSpPr>
          <p:nvPr>
            <p:ph/>
          </p:nvPr>
        </p:nvSpPr>
        <p:spPr>
          <a:xfrm>
            <a:off x="604800" y="4114800"/>
            <a:ext cx="8081640" cy="2514240"/>
          </a:xfrm>
          <a:prstGeom prst="rect">
            <a:avLst/>
          </a:prstGeom>
          <a:noFill/>
          <a:ln w="0">
            <a:noFill/>
          </a:ln>
        </p:spPr>
        <p:txBody>
          <a:bodyPr lIns="91440" tIns="45720" rIns="91440" bIns="45720" anchor="t">
            <a:no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Immutable and tamper-proof ownership records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Transparent license enforcement</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Reduced piracy and unauthorized access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Automated royalty-ready transaction tracking</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 name="PlaceHolder 1"/>
          <p:cNvSpPr>
            <a:spLocks noGrp="1"/>
          </p:cNvSpPr>
          <p:nvPr>
            <p:ph type="title"/>
          </p:nvPr>
        </p:nvSpPr>
        <p:spPr>
          <a:xfrm>
            <a:off x="-24840" y="0"/>
            <a:ext cx="10311840" cy="68580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IN" sz="3600" b="1" u="none" strike="noStrike">
                <a:solidFill>
                  <a:schemeClr val="dk1"/>
                </a:solidFill>
                <a:effectLst/>
                <a:uFillTx/>
                <a:latin typeface="Trebuchet MS"/>
              </a:rPr>
              <a:t>SYSTEM ARCHITECTURE/FLOW DIAGRAM</a:t>
            </a:r>
            <a:endParaRPr lang="en-US" sz="3600" b="0" u="none" strike="noStrike">
              <a:solidFill>
                <a:srgbClr val="000000"/>
              </a:solidFill>
              <a:effectLst/>
              <a:uFillTx/>
              <a:latin typeface="Arial"/>
            </a:endParaRPr>
          </a:p>
        </p:txBody>
      </p:sp>
      <p:sp>
        <p:nvSpPr>
          <p:cNvPr id="231" name=""/>
          <p:cNvSpPr/>
          <p:nvPr/>
        </p:nvSpPr>
        <p:spPr>
          <a:xfrm>
            <a:off x="2743200" y="2058840"/>
            <a:ext cx="3427560" cy="455760"/>
          </a:xfrm>
          <a:prstGeom prst="rect">
            <a:avLst/>
          </a:prstGeom>
          <a:solidFill>
            <a:srgbClr val="FFFF00"/>
          </a:solidFill>
          <a:ln w="0">
            <a:solidFill>
              <a:srgbClr val="3465A4"/>
            </a:solidFill>
          </a:ln>
        </p:spPr>
        <p:style>
          <a:lnRef idx="0"/>
          <a:fillRef idx="0"/>
          <a:effectRef idx="0"/>
          <a:fontRef idx="minor"/>
        </p:style>
        <p:txBody>
          <a:bodyPr lIns="90000" tIns="45000" rIns="90000" bIns="45000" anchor="ctr">
            <a:noAutofit/>
          </a:bodyPr>
          <a:p>
            <a:pPr algn="ctr">
              <a:lnSpc>
                <a:spcPct val="100000"/>
              </a:lnSpc>
            </a:pPr>
            <a:r>
              <a:rPr lang="en-US" sz="1800" b="0" u="none" strike="noStrike">
                <a:solidFill>
                  <a:srgbClr val="000000"/>
                </a:solidFill>
                <a:effectLst/>
                <a:uFillTx/>
                <a:latin typeface="Noto Serif"/>
              </a:rPr>
              <a:t>Frontend (React + Tailwind)</a:t>
            </a:r>
            <a:endParaRPr lang="en-US" sz="1800" b="0" u="none" strike="noStrike">
              <a:solidFill>
                <a:srgbClr val="000000"/>
              </a:solidFill>
              <a:effectLst/>
              <a:uFillTx/>
              <a:latin typeface="Arial"/>
            </a:endParaRPr>
          </a:p>
        </p:txBody>
      </p:sp>
      <p:sp>
        <p:nvSpPr>
          <p:cNvPr id="232" name=""/>
          <p:cNvSpPr/>
          <p:nvPr/>
        </p:nvSpPr>
        <p:spPr>
          <a:xfrm>
            <a:off x="2755800" y="2973240"/>
            <a:ext cx="3427560" cy="455760"/>
          </a:xfrm>
          <a:prstGeom prst="rect">
            <a:avLst/>
          </a:prstGeom>
          <a:solidFill>
            <a:srgbClr val="FF8000"/>
          </a:solidFill>
          <a:ln w="0">
            <a:solidFill>
              <a:srgbClr val="3465A4"/>
            </a:solidFill>
          </a:ln>
        </p:spPr>
        <p:style>
          <a:lnRef idx="0"/>
          <a:fillRef idx="0"/>
          <a:effectRef idx="0"/>
          <a:fontRef idx="minor"/>
        </p:style>
        <p:txBody>
          <a:bodyPr lIns="90000" tIns="45000" rIns="90000" bIns="45000" anchor="ctr">
            <a:noAutofit/>
          </a:bodyPr>
          <a:p>
            <a:pPr algn="ctr">
              <a:lnSpc>
                <a:spcPct val="100000"/>
              </a:lnSpc>
              <a:spcBef>
                <a:spcPts val="1191"/>
              </a:spcBef>
              <a:spcAft>
                <a:spcPts val="992"/>
              </a:spcAft>
            </a:pPr>
            <a:r>
              <a:rPr lang="en-US" sz="1600" b="0" u="none" strike="noStrike">
                <a:solidFill>
                  <a:srgbClr val="000000"/>
                </a:solidFill>
                <a:effectLst/>
                <a:uFillTx/>
                <a:latin typeface="Noto Serif"/>
              </a:rPr>
              <a:t>Backend (FastAPI)</a:t>
            </a:r>
            <a:endParaRPr lang="en-US" sz="1600" b="0" u="none" strike="noStrike">
              <a:solidFill>
                <a:srgbClr val="000000"/>
              </a:solidFill>
              <a:effectLst/>
              <a:uFillTx/>
              <a:latin typeface="Arial"/>
            </a:endParaRPr>
          </a:p>
        </p:txBody>
      </p:sp>
      <p:sp>
        <p:nvSpPr>
          <p:cNvPr id="233" name=""/>
          <p:cNvSpPr/>
          <p:nvPr/>
        </p:nvSpPr>
        <p:spPr>
          <a:xfrm>
            <a:off x="2755800" y="3887640"/>
            <a:ext cx="3427560" cy="455760"/>
          </a:xfrm>
          <a:prstGeom prst="rect">
            <a:avLst/>
          </a:prstGeom>
          <a:solidFill>
            <a:srgbClr val="FF4000"/>
          </a:solidFill>
          <a:ln w="0">
            <a:solidFill>
              <a:srgbClr val="FF0000"/>
            </a:solidFill>
          </a:ln>
        </p:spPr>
        <p:style>
          <a:lnRef idx="0"/>
          <a:fillRef idx="0"/>
          <a:effectRef idx="0"/>
          <a:fontRef idx="minor"/>
        </p:style>
        <p:txBody>
          <a:bodyPr lIns="90000" tIns="45000" rIns="90000" bIns="45000" anchor="ctr">
            <a:noAutofit/>
          </a:bodyPr>
          <a:p>
            <a:pPr algn="ctr">
              <a:lnSpc>
                <a:spcPct val="100000"/>
              </a:lnSpc>
              <a:spcBef>
                <a:spcPts val="1191"/>
              </a:spcBef>
              <a:spcAft>
                <a:spcPts val="992"/>
              </a:spcAft>
            </a:pPr>
            <a:r>
              <a:rPr lang="en-US" sz="1800" b="0" u="none" strike="noStrike">
                <a:solidFill>
                  <a:srgbClr val="000000"/>
                </a:solidFill>
                <a:effectLst/>
                <a:uFillTx/>
                <a:latin typeface="Noto Serif"/>
              </a:rPr>
              <a:t>AI Engine</a:t>
            </a:r>
            <a:endParaRPr lang="en-US" sz="1800" b="0" u="none" strike="noStrike">
              <a:solidFill>
                <a:srgbClr val="FFFFFF"/>
              </a:solidFill>
              <a:effectLst/>
              <a:uFillTx/>
              <a:latin typeface="Arial"/>
            </a:endParaRPr>
          </a:p>
        </p:txBody>
      </p:sp>
      <p:sp>
        <p:nvSpPr>
          <p:cNvPr id="234" name=""/>
          <p:cNvSpPr/>
          <p:nvPr/>
        </p:nvSpPr>
        <p:spPr>
          <a:xfrm>
            <a:off x="2755800" y="4802040"/>
            <a:ext cx="3427560" cy="455760"/>
          </a:xfrm>
          <a:prstGeom prst="rect">
            <a:avLst/>
          </a:prstGeom>
          <a:solidFill>
            <a:srgbClr val="F10D0C"/>
          </a:solidFill>
          <a:ln w="0">
            <a:solidFill>
              <a:srgbClr val="3465A4"/>
            </a:solidFill>
          </a:ln>
        </p:spPr>
        <p:style>
          <a:lnRef idx="0"/>
          <a:fillRef idx="0"/>
          <a:effectRef idx="0"/>
          <a:fontRef idx="minor"/>
        </p:style>
        <p:txBody>
          <a:bodyPr lIns="90000" tIns="45000" rIns="90000" bIns="45000" anchor="ctr">
            <a:noAutofit/>
          </a:bodyPr>
          <a:p>
            <a:pPr algn="ctr">
              <a:lnSpc>
                <a:spcPct val="100000"/>
              </a:lnSpc>
              <a:spcBef>
                <a:spcPts val="1191"/>
              </a:spcBef>
              <a:spcAft>
                <a:spcPts val="992"/>
              </a:spcAft>
            </a:pPr>
            <a:r>
              <a:rPr lang="en-US" sz="1800" b="0" u="none" strike="noStrike">
                <a:solidFill>
                  <a:srgbClr val="000000"/>
                </a:solidFill>
                <a:effectLst/>
                <a:uFillTx/>
                <a:latin typeface="Noto Serif"/>
              </a:rPr>
              <a:t>Blockchain Network</a:t>
            </a:r>
            <a:endParaRPr lang="en-US" sz="1800" b="0" u="none" strike="noStrike">
              <a:solidFill>
                <a:srgbClr val="FFFFFF"/>
              </a:solidFill>
              <a:effectLst/>
              <a:uFillTx/>
              <a:latin typeface="Arial"/>
            </a:endParaRPr>
          </a:p>
        </p:txBody>
      </p:sp>
      <p:sp>
        <p:nvSpPr>
          <p:cNvPr id="235" name=""/>
          <p:cNvSpPr/>
          <p:nvPr/>
        </p:nvSpPr>
        <p:spPr>
          <a:xfrm>
            <a:off x="2984400" y="1017000"/>
            <a:ext cx="3198960" cy="583200"/>
          </a:xfrm>
          <a:prstGeom prst="flowChartInputOutput">
            <a:avLst/>
          </a:prstGeom>
          <a:solidFill>
            <a:srgbClr val="729FCF"/>
          </a:solidFill>
          <a:ln w="0">
            <a:solidFill>
              <a:srgbClr val="3465A4"/>
            </a:solidFill>
          </a:ln>
        </p:spPr>
        <p:style>
          <a:lnRef idx="0"/>
          <a:fillRef idx="0"/>
          <a:effectRef idx="0"/>
          <a:fontRef idx="minor"/>
        </p:style>
        <p:txBody>
          <a:bodyPr lIns="90000" tIns="45000" rIns="90000" bIns="45000" anchor="ctr">
            <a:noAutofit/>
          </a:bodyPr>
          <a:p>
            <a:pPr algn="ctr">
              <a:lnSpc>
                <a:spcPct val="100000"/>
              </a:lnSpc>
            </a:pPr>
            <a:r>
              <a:rPr lang="en-US" sz="1800" b="0" u="none" strike="noStrike">
                <a:solidFill>
                  <a:srgbClr val="000000"/>
                </a:solidFill>
                <a:effectLst/>
                <a:uFillTx/>
                <a:latin typeface="Noto Serif"/>
              </a:rPr>
              <a:t>User Data / Files</a:t>
            </a:r>
            <a:endParaRPr lang="en-US" sz="1800" b="0" u="none" strike="noStrike">
              <a:solidFill>
                <a:srgbClr val="000000"/>
              </a:solidFill>
              <a:effectLst/>
              <a:uFillTx/>
              <a:latin typeface="Arial"/>
            </a:endParaRPr>
          </a:p>
        </p:txBody>
      </p:sp>
      <p:sp>
        <p:nvSpPr>
          <p:cNvPr id="236" name=""/>
          <p:cNvSpPr/>
          <p:nvPr/>
        </p:nvSpPr>
        <p:spPr>
          <a:xfrm>
            <a:off x="2755800" y="5716440"/>
            <a:ext cx="3198960" cy="684360"/>
          </a:xfrm>
          <a:prstGeom prst="flowChartMagneticDrum">
            <a:avLst/>
          </a:prstGeom>
          <a:solidFill>
            <a:srgbClr val="00A933"/>
          </a:solidFill>
          <a:ln w="0">
            <a:solidFill>
              <a:srgbClr val="3465A4"/>
            </a:solidFill>
          </a:ln>
        </p:spPr>
        <p:style>
          <a:lnRef idx="0"/>
          <a:fillRef idx="0"/>
          <a:effectRef idx="0"/>
          <a:fontRef idx="minor"/>
        </p:style>
        <p:txBody>
          <a:bodyPr lIns="90000" tIns="45000" rIns="90000" bIns="45000" anchor="ctr">
            <a:noAutofit/>
          </a:bodyPr>
          <a:p>
            <a:pPr algn="ctr">
              <a:lnSpc>
                <a:spcPct val="100000"/>
              </a:lnSpc>
              <a:spcBef>
                <a:spcPts val="1191"/>
              </a:spcBef>
              <a:spcAft>
                <a:spcPts val="992"/>
              </a:spcAft>
            </a:pPr>
            <a:r>
              <a:rPr lang="en-US" sz="1800" b="0" u="none" strike="noStrike">
                <a:solidFill>
                  <a:srgbClr val="000000"/>
                </a:solidFill>
                <a:effectLst/>
                <a:uFillTx/>
                <a:latin typeface="Noto Serif"/>
              </a:rPr>
              <a:t>Audit &amp; Storage</a:t>
            </a:r>
            <a:endParaRPr lang="en-US" sz="1800" b="0" u="none" strike="noStrike">
              <a:solidFill>
                <a:srgbClr val="FFFFFF"/>
              </a:solidFill>
              <a:effectLst/>
              <a:uFillTx/>
              <a:latin typeface="Arial"/>
            </a:endParaRPr>
          </a:p>
        </p:txBody>
      </p:sp>
      <p:sp>
        <p:nvSpPr>
          <p:cNvPr id="237" name=""/>
          <p:cNvSpPr/>
          <p:nvPr/>
        </p:nvSpPr>
        <p:spPr>
          <a:xfrm>
            <a:off x="4356000" y="5259240"/>
            <a:ext cx="227160" cy="455760"/>
          </a:xfrm>
          <a:prstGeom prst="downArrow">
            <a:avLst>
              <a:gd name="adj1" fmla="val 50000"/>
              <a:gd name="adj2" fmla="val 50000"/>
            </a:avLst>
          </a:prstGeom>
          <a:solidFill>
            <a:srgbClr val="729FCF"/>
          </a:solidFill>
          <a:ln w="0">
            <a:solidFill>
              <a:srgbClr val="3465A4"/>
            </a:solidFill>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Noto Serif"/>
            </a:endParaRPr>
          </a:p>
        </p:txBody>
      </p:sp>
      <p:sp>
        <p:nvSpPr>
          <p:cNvPr id="238" name=""/>
          <p:cNvSpPr/>
          <p:nvPr/>
        </p:nvSpPr>
        <p:spPr>
          <a:xfrm>
            <a:off x="4356000" y="4344840"/>
            <a:ext cx="227160" cy="455760"/>
          </a:xfrm>
          <a:prstGeom prst="downArrow">
            <a:avLst>
              <a:gd name="adj1" fmla="val 50000"/>
              <a:gd name="adj2" fmla="val 50000"/>
            </a:avLst>
          </a:prstGeom>
          <a:solidFill>
            <a:srgbClr val="729FCF"/>
          </a:solidFill>
          <a:ln w="0">
            <a:solidFill>
              <a:srgbClr val="3465A4"/>
            </a:solidFill>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Noto Serif"/>
            </a:endParaRPr>
          </a:p>
        </p:txBody>
      </p:sp>
      <p:sp>
        <p:nvSpPr>
          <p:cNvPr id="239" name=""/>
          <p:cNvSpPr/>
          <p:nvPr/>
        </p:nvSpPr>
        <p:spPr>
          <a:xfrm>
            <a:off x="4356000" y="2516040"/>
            <a:ext cx="227160" cy="455760"/>
          </a:xfrm>
          <a:prstGeom prst="downArrow">
            <a:avLst>
              <a:gd name="adj1" fmla="val 50000"/>
              <a:gd name="adj2" fmla="val 50000"/>
            </a:avLst>
          </a:prstGeom>
          <a:solidFill>
            <a:srgbClr val="729FCF"/>
          </a:solidFill>
          <a:ln w="0">
            <a:solidFill>
              <a:srgbClr val="3465A4"/>
            </a:solidFill>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Noto Serif"/>
            </a:endParaRPr>
          </a:p>
        </p:txBody>
      </p:sp>
      <p:sp>
        <p:nvSpPr>
          <p:cNvPr id="240" name=""/>
          <p:cNvSpPr/>
          <p:nvPr/>
        </p:nvSpPr>
        <p:spPr>
          <a:xfrm>
            <a:off x="4356000" y="3430440"/>
            <a:ext cx="227160" cy="455760"/>
          </a:xfrm>
          <a:prstGeom prst="downArrow">
            <a:avLst>
              <a:gd name="adj1" fmla="val 50000"/>
              <a:gd name="adj2" fmla="val 50000"/>
            </a:avLst>
          </a:prstGeom>
          <a:solidFill>
            <a:srgbClr val="729FCF"/>
          </a:solidFill>
          <a:ln w="0">
            <a:solidFill>
              <a:srgbClr val="3465A4"/>
            </a:solidFill>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Noto Serif"/>
            </a:endParaRPr>
          </a:p>
        </p:txBody>
      </p:sp>
      <p:sp>
        <p:nvSpPr>
          <p:cNvPr id="241" name=""/>
          <p:cNvSpPr/>
          <p:nvPr/>
        </p:nvSpPr>
        <p:spPr>
          <a:xfrm>
            <a:off x="4356000" y="1601640"/>
            <a:ext cx="227160" cy="455760"/>
          </a:xfrm>
          <a:prstGeom prst="downArrow">
            <a:avLst>
              <a:gd name="adj1" fmla="val 50000"/>
              <a:gd name="adj2" fmla="val 50000"/>
            </a:avLst>
          </a:prstGeom>
          <a:solidFill>
            <a:srgbClr val="729FCF"/>
          </a:solidFill>
          <a:ln w="0">
            <a:solidFill>
              <a:srgbClr val="3465A4"/>
            </a:solidFill>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Noto Serif"/>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PlaceHolder 1"/>
          <p:cNvSpPr>
            <a:spLocks noGrp="1"/>
          </p:cNvSpPr>
          <p:nvPr>
            <p:ph type="title"/>
          </p:nvPr>
        </p:nvSpPr>
        <p:spPr>
          <a:xfrm>
            <a:off x="457200" y="0"/>
            <a:ext cx="8000640" cy="91404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US" sz="3600" b="1" u="none" strike="noStrike">
                <a:solidFill>
                  <a:schemeClr val="dk1"/>
                </a:solidFill>
                <a:effectLst/>
                <a:uFillTx/>
                <a:latin typeface="Trebuchet MS"/>
              </a:rPr>
              <a:t> </a:t>
            </a:r>
            <a:endParaRPr lang="en-US" sz="3600" b="0" u="none" strike="noStrike">
              <a:solidFill>
                <a:srgbClr val="000000"/>
              </a:solidFill>
              <a:effectLst/>
              <a:uFillTx/>
              <a:latin typeface="Arial"/>
            </a:endParaRPr>
          </a:p>
        </p:txBody>
      </p:sp>
      <p:sp>
        <p:nvSpPr>
          <p:cNvPr id="243" name="PlaceHolder 2"/>
          <p:cNvSpPr>
            <a:spLocks noGrp="1"/>
          </p:cNvSpPr>
          <p:nvPr>
            <p:ph/>
          </p:nvPr>
        </p:nvSpPr>
        <p:spPr>
          <a:xfrm>
            <a:off x="90360" y="64800"/>
            <a:ext cx="8596080" cy="620640"/>
          </a:xfrm>
          <a:prstGeom prst="rect">
            <a:avLst/>
          </a:prstGeom>
          <a:noFill/>
          <a:ln w="0">
            <a:noFill/>
          </a:ln>
        </p:spPr>
        <p:txBody>
          <a:bodyPr lIns="91440" tIns="45720" rIns="91440" bIns="45720" anchor="t">
            <a:normAutofit fontScale="25000" lnSpcReduction="19999"/>
          </a:bodyPr>
          <a:p>
            <a:pPr marL="343080" indent="-343080" algn="just" defTabSz="457200">
              <a:lnSpc>
                <a:spcPct val="150000"/>
              </a:lnSpc>
              <a:spcBef>
                <a:spcPts val="1001"/>
              </a:spcBef>
              <a:buNone/>
              <a:tabLst>
                <a:tab pos="0" algn="l"/>
              </a:tabLst>
            </a:pPr>
            <a:r>
              <a:rPr lang="en-IN" sz="14400" b="1" u="none" strike="noStrike">
                <a:solidFill>
                  <a:schemeClr val="dk1"/>
                </a:solidFill>
                <a:effectLst/>
                <a:uFillTx/>
                <a:latin typeface="Trebuchet MS"/>
              </a:rPr>
              <a:t> Modules :</a:t>
            </a:r>
            <a:endParaRPr lang="en-US" sz="14400" b="0" u="none" strike="noStrike">
              <a:solidFill>
                <a:srgbClr val="000000"/>
              </a:solidFill>
              <a:effectLst/>
              <a:uFillTx/>
              <a:latin typeface="Arial"/>
            </a:endParaRPr>
          </a:p>
          <a:p>
            <a:pPr indent="0" algn="just" defTabSz="457200">
              <a:lnSpc>
                <a:spcPct val="150000"/>
              </a:lnSpc>
              <a:spcBef>
                <a:spcPts val="1001"/>
              </a:spcBef>
              <a:buNone/>
              <a:tabLst>
                <a:tab pos="0" algn="l"/>
              </a:tabLst>
            </a:pPr>
            <a:endParaRPr lang="en-US" sz="1800" b="0" u="none" strike="noStrike">
              <a:solidFill>
                <a:srgbClr val="000000"/>
              </a:solidFill>
              <a:effectLst/>
              <a:uFillTx/>
              <a:latin typeface="Arial"/>
            </a:endParaRPr>
          </a:p>
        </p:txBody>
      </p:sp>
      <p:sp>
        <p:nvSpPr>
          <p:cNvPr id="244" name="Rectangle 4"/>
          <p:cNvSpPr/>
          <p:nvPr/>
        </p:nvSpPr>
        <p:spPr>
          <a:xfrm>
            <a:off x="275760" y="3599280"/>
            <a:ext cx="3031200" cy="6390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chemeClr val="dk1"/>
                </a:solidFill>
                <a:effectLst/>
                <a:uFillTx/>
                <a:latin typeface="Trebuchet MS"/>
                <a:ea typeface="DejaVu Sans"/>
              </a:rPr>
              <a:t> </a:t>
            </a:r>
            <a:endParaRPr lang="en-US" sz="3600" b="0" u="none" strike="noStrike">
              <a:solidFill>
                <a:srgbClr val="000000"/>
              </a:solidFill>
              <a:effectLst/>
              <a:uFillTx/>
              <a:latin typeface="Arial"/>
            </a:endParaRPr>
          </a:p>
        </p:txBody>
      </p:sp>
      <p:sp>
        <p:nvSpPr>
          <p:cNvPr id="245" name="PlaceHolder 3"/>
          <p:cNvSpPr>
            <a:spLocks noGrp="1"/>
          </p:cNvSpPr>
          <p:nvPr>
            <p:ph/>
          </p:nvPr>
        </p:nvSpPr>
        <p:spPr>
          <a:xfrm>
            <a:off x="677520" y="1148760"/>
            <a:ext cx="8596080" cy="3880080"/>
          </a:xfrm>
          <a:prstGeom prst="rect">
            <a:avLst/>
          </a:prstGeom>
          <a:noFill/>
          <a:ln w="0">
            <a:noFill/>
          </a:ln>
        </p:spPr>
        <p:txBody>
          <a:bodyPr lIns="91440" tIns="45720" rIns="91440" bIns="45720" anchor="t">
            <a:no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Authentication Module</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Asset Management Module</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Blockchain &amp; Smart Contract Module</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AI-Based Risk Analysis Module</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Frontend Dashboard Module</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6" name="PlaceHolder 1"/>
          <p:cNvSpPr>
            <a:spLocks noGrp="1"/>
          </p:cNvSpPr>
          <p:nvPr>
            <p:ph type="title"/>
          </p:nvPr>
        </p:nvSpPr>
        <p:spPr>
          <a:xfrm>
            <a:off x="228600" y="156240"/>
            <a:ext cx="11147040" cy="529200"/>
          </a:xfrm>
          <a:prstGeom prst="rect">
            <a:avLst/>
          </a:prstGeom>
          <a:noFill/>
          <a:ln w="0">
            <a:noFill/>
          </a:ln>
        </p:spPr>
        <p:txBody>
          <a:bodyPr lIns="91440" tIns="45720" rIns="91440" bIns="45720" anchor="t">
            <a:no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3600" b="1" u="none" strike="noStrike">
                <a:solidFill>
                  <a:srgbClr val="111111"/>
                </a:solidFill>
                <a:effectLst/>
                <a:uFillTx/>
                <a:latin typeface="Trebuchet MS"/>
                <a:ea typeface="Noto Sans"/>
              </a:rPr>
              <a:t>Module 1: </a:t>
            </a:r>
            <a:r>
              <a:rPr lang="en-US" sz="3200" b="1" u="none" strike="noStrike">
                <a:solidFill>
                  <a:srgbClr val="111111"/>
                </a:solidFill>
                <a:effectLst/>
                <a:uFillTx/>
                <a:latin typeface="Trebuchet MS"/>
              </a:rPr>
              <a:t>Authentication Module</a:t>
            </a:r>
            <a:endParaRPr lang="en-US" sz="3200" b="0" u="none" strike="noStrike">
              <a:solidFill>
                <a:srgbClr val="111111"/>
              </a:solidFill>
              <a:effectLst/>
              <a:uFillTx/>
              <a:latin typeface="Arial"/>
            </a:endParaRPr>
          </a:p>
        </p:txBody>
      </p:sp>
      <p:sp>
        <p:nvSpPr>
          <p:cNvPr id="247" name="PlaceHolder 2"/>
          <p:cNvSpPr>
            <a:spLocks noGrp="1"/>
          </p:cNvSpPr>
          <p:nvPr>
            <p:ph/>
          </p:nvPr>
        </p:nvSpPr>
        <p:spPr>
          <a:xfrm>
            <a:off x="750240" y="737280"/>
            <a:ext cx="8596080" cy="2920320"/>
          </a:xfrm>
          <a:prstGeom prst="rect">
            <a:avLst/>
          </a:prstGeom>
          <a:noFill/>
          <a:ln w="0">
            <a:noFill/>
          </a:ln>
        </p:spPr>
        <p:txBody>
          <a:bodyPr lIns="91440" tIns="45720" rIns="91440" bIns="45720" anchor="t">
            <a:normAutofit fontScale="85000" lnSpcReduction="19999"/>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Purpose: Handles user registration, login, and identity verification for all protected APIs.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Key Features:</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User registration with BCrypt-hashed passwords stored in SQLite (/auth/register).</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Login endpoint that validates credentials and returns a lightweight token (user_id:username) (/auth/login).</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Reusable get_current_user dependency that extracts the user from the Bearer token on every protected request.</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Role field (admin / user) used by other modules (e.g., AI analytics, asset licensing) for authorization decisions.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Tech Stack: FastAPI, SQLAlchemy models, BCrypt hashing, HTTP Bearer auth.</a:t>
            </a:r>
            <a:endParaRPr lang="en-US" sz="1800" b="0" u="none" strike="noStrike">
              <a:solidFill>
                <a:srgbClr val="000000"/>
              </a:solidFill>
              <a:effectLst/>
              <a:uFillTx/>
              <a:latin typeface="Arial"/>
            </a:endParaRPr>
          </a:p>
        </p:txBody>
      </p:sp>
      <p:pic>
        <p:nvPicPr>
          <p:cNvPr id="248" name=""/>
          <p:cNvPicPr/>
          <p:nvPr/>
        </p:nvPicPr>
        <p:blipFill>
          <a:blip r:embed="rId1"/>
          <a:stretch/>
        </p:blipFill>
        <p:spPr>
          <a:xfrm>
            <a:off x="2963520" y="3657600"/>
            <a:ext cx="3894480" cy="2971800"/>
          </a:xfrm>
          <a:prstGeom prst="rect">
            <a:avLst/>
          </a:prstGeom>
          <a:noFill/>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9" name="PlaceHolder 1"/>
          <p:cNvSpPr>
            <a:spLocks noGrp="1"/>
          </p:cNvSpPr>
          <p:nvPr>
            <p:ph type="title"/>
          </p:nvPr>
        </p:nvSpPr>
        <p:spPr>
          <a:xfrm>
            <a:off x="228600" y="156240"/>
            <a:ext cx="11201040" cy="529200"/>
          </a:xfrm>
          <a:prstGeom prst="rect">
            <a:avLst/>
          </a:prstGeom>
          <a:noFill/>
          <a:ln w="0">
            <a:noFill/>
          </a:ln>
        </p:spPr>
        <p:txBody>
          <a:bodyPr lIns="91440" tIns="45720" rIns="91440" bIns="45720" anchor="t">
            <a:noAutofit/>
          </a:bodyPr>
          <a:p>
            <a:pPr indent="0" algn="l" defTabSz="457200">
              <a:lnSpc>
                <a:spcPct val="100000"/>
              </a:lnSpc>
              <a:spcBef>
                <a:spcPts val="1191"/>
              </a:spcBef>
              <a:spcAft>
                <a:spcPts val="992"/>
              </a:spcAft>
              <a:buNone/>
              <a:tabLst>
                <a:tab pos="0" algn="l"/>
              </a:tabLst>
            </a:pPr>
            <a:r>
              <a:rPr lang="en-US" sz="3600" b="1" u="none" strike="noStrike">
                <a:solidFill>
                  <a:srgbClr val="111111"/>
                </a:solidFill>
                <a:effectLst/>
                <a:uFillTx/>
                <a:latin typeface="Trebuchet MS"/>
                <a:ea typeface="Noto Sans"/>
              </a:rPr>
              <a:t>Module 2: </a:t>
            </a:r>
            <a:r>
              <a:rPr lang="en-US" sz="3600" b="1" u="none" strike="noStrike">
                <a:solidFill>
                  <a:srgbClr val="111111"/>
                </a:solidFill>
                <a:effectLst/>
                <a:uFillTx/>
                <a:latin typeface="Trebuchet MS"/>
                <a:ea typeface="Noto Sans"/>
              </a:rPr>
              <a:t>Asset Management Module</a:t>
            </a:r>
            <a:br>
              <a:rPr sz="3600"/>
            </a:br>
            <a:br>
              <a:rPr sz="3600"/>
            </a:br>
            <a:endParaRPr lang="en-US" sz="3600" b="1" u="none" strike="noStrike">
              <a:solidFill>
                <a:srgbClr val="111111"/>
              </a:solidFill>
              <a:effectLst/>
              <a:uFillTx/>
              <a:latin typeface="Arial"/>
            </a:endParaRPr>
          </a:p>
        </p:txBody>
      </p:sp>
      <p:sp>
        <p:nvSpPr>
          <p:cNvPr id="250" name="PlaceHolder 2"/>
          <p:cNvSpPr>
            <a:spLocks noGrp="1"/>
          </p:cNvSpPr>
          <p:nvPr>
            <p:ph/>
          </p:nvPr>
        </p:nvSpPr>
        <p:spPr>
          <a:xfrm>
            <a:off x="685800" y="457200"/>
            <a:ext cx="8596080" cy="2971800"/>
          </a:xfrm>
          <a:prstGeom prst="rect">
            <a:avLst/>
          </a:prstGeom>
          <a:noFill/>
          <a:ln w="0">
            <a:noFill/>
          </a:ln>
        </p:spPr>
        <p:txBody>
          <a:bodyPr lIns="91440" tIns="45720" rIns="91440" bIns="45720" anchor="t">
            <a:normAutofit fontScale="92500" lnSpcReduction="9999"/>
          </a:bodyPr>
          <a:p>
            <a:pPr marL="343080" indent="0" algn="l" defTabSz="457200">
              <a:lnSpc>
                <a:spcPct val="100000"/>
              </a:lnSpc>
              <a:spcBef>
                <a:spcPts val="1191"/>
              </a:spcBef>
              <a:spcAft>
                <a:spcPts val="992"/>
              </a:spcAft>
              <a:buNone/>
            </a:pP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Key Points:</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Handles secure upload, storage, listing, and download of digital assets.</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Encrypts files using AES‑256‑GCM before writing to disk.</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Associates each asset with metadata (owner, filename, asset hash, blockchain tx hash) in the database.</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Exposes REST APIs for creators and consumers to interact with assets.</a:t>
            </a:r>
            <a:endParaRPr lang="en-US" sz="1800" b="0" u="none" strike="noStrike">
              <a:solidFill>
                <a:srgbClr val="000000"/>
              </a:solidFill>
              <a:effectLst/>
              <a:uFillTx/>
              <a:latin typeface="Arial"/>
            </a:endParaRPr>
          </a:p>
        </p:txBody>
      </p:sp>
      <p:pic>
        <p:nvPicPr>
          <p:cNvPr id="251" name=""/>
          <p:cNvPicPr/>
          <p:nvPr/>
        </p:nvPicPr>
        <p:blipFill>
          <a:blip r:embed="rId1"/>
          <a:stretch/>
        </p:blipFill>
        <p:spPr>
          <a:xfrm>
            <a:off x="2286000" y="3429000"/>
            <a:ext cx="5257800" cy="2949480"/>
          </a:xfrm>
          <a:prstGeom prst="rect">
            <a:avLst/>
          </a:prstGeom>
          <a:noFill/>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2" name="PlaceHolder 1"/>
          <p:cNvSpPr>
            <a:spLocks noGrp="1"/>
          </p:cNvSpPr>
          <p:nvPr>
            <p:ph type="title"/>
          </p:nvPr>
        </p:nvSpPr>
        <p:spPr>
          <a:xfrm>
            <a:off x="228600" y="156240"/>
            <a:ext cx="11887200" cy="529200"/>
          </a:xfrm>
          <a:prstGeom prst="rect">
            <a:avLst/>
          </a:prstGeom>
          <a:noFill/>
          <a:ln w="0">
            <a:noFill/>
          </a:ln>
        </p:spPr>
        <p:txBody>
          <a:bodyPr lIns="91440" tIns="45720" rIns="91440" bIns="45720" anchor="t">
            <a:noAutofit/>
          </a:bodyPr>
          <a:p>
            <a:pPr indent="0" algn="l" defTabSz="457200">
              <a:lnSpc>
                <a:spcPct val="100000"/>
              </a:lnSpc>
              <a:spcBef>
                <a:spcPts val="1191"/>
              </a:spcBef>
              <a:spcAft>
                <a:spcPts val="992"/>
              </a:spcAft>
              <a:buNone/>
              <a:tabLst>
                <a:tab pos="0" algn="l"/>
              </a:tabLst>
            </a:pPr>
            <a:r>
              <a:rPr lang="en-US" sz="3600" b="1" u="none" strike="noStrike">
                <a:solidFill>
                  <a:srgbClr val="111111"/>
                </a:solidFill>
                <a:effectLst/>
                <a:uFillTx/>
                <a:latin typeface="Trebuchet MS"/>
                <a:ea typeface="Noto Sans"/>
              </a:rPr>
              <a:t>Module 2: </a:t>
            </a:r>
            <a:r>
              <a:rPr lang="en-US" sz="3600" b="1" u="none" strike="noStrike">
                <a:solidFill>
                  <a:srgbClr val="111111"/>
                </a:solidFill>
                <a:effectLst/>
                <a:uFillTx/>
                <a:latin typeface="Trebuchet MS"/>
              </a:rPr>
              <a:t>Asset Lifecycle – Upload to Download</a:t>
            </a:r>
            <a:br>
              <a:rPr sz="3600"/>
            </a:br>
            <a:endParaRPr lang="en-US" sz="3600" b="0" u="none" strike="noStrike">
              <a:solidFill>
                <a:srgbClr val="111111"/>
              </a:solidFill>
              <a:effectLst/>
              <a:uFillTx/>
              <a:latin typeface="Arial"/>
            </a:endParaRPr>
          </a:p>
        </p:txBody>
      </p:sp>
      <p:sp>
        <p:nvSpPr>
          <p:cNvPr id="253" name="PlaceHolder 2"/>
          <p:cNvSpPr>
            <a:spLocks noGrp="1"/>
          </p:cNvSpPr>
          <p:nvPr>
            <p:ph/>
          </p:nvPr>
        </p:nvSpPr>
        <p:spPr>
          <a:xfrm>
            <a:off x="750240" y="228600"/>
            <a:ext cx="8596080" cy="3886200"/>
          </a:xfrm>
          <a:prstGeom prst="rect">
            <a:avLst/>
          </a:prstGeom>
          <a:noFill/>
          <a:ln w="0">
            <a:noFill/>
          </a:ln>
        </p:spPr>
        <p:txBody>
          <a:bodyPr lIns="91440" tIns="45720" rIns="91440" bIns="45720" anchor="t">
            <a:normAutofit/>
          </a:bodyPr>
          <a:p>
            <a:pPr marL="343080" indent="0" algn="l" defTabSz="457200">
              <a:lnSpc>
                <a:spcPct val="100000"/>
              </a:lnSpc>
              <a:spcBef>
                <a:spcPts val="1191"/>
              </a:spcBef>
              <a:spcAft>
                <a:spcPts val="992"/>
              </a:spcAft>
              <a:buNone/>
            </a:pP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Key Points:</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Upload: User → /asset/upload → encryption → file stored in storage/*.enc → asset row created.</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List My Assets: Owner views assets via /asset/list or /asset/list/owned.</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Shared With Me: Licensed users see assets via /asset/list/shared.</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Download: Licensed user calls /asset/download/{asset_hash} → license checks → decryption → file stream.</a:t>
            </a:r>
            <a:endParaRPr lang="en-US" sz="1800" b="0" u="none" strike="noStrike">
              <a:solidFill>
                <a:srgbClr val="000000"/>
              </a:solidFill>
              <a:effectLst/>
              <a:uFillTx/>
              <a:latin typeface="Arial"/>
            </a:endParaRPr>
          </a:p>
        </p:txBody>
      </p:sp>
      <p:pic>
        <p:nvPicPr>
          <p:cNvPr id="254" name=""/>
          <p:cNvPicPr/>
          <p:nvPr/>
        </p:nvPicPr>
        <p:blipFill>
          <a:blip r:embed="rId1"/>
          <a:stretch/>
        </p:blipFill>
        <p:spPr>
          <a:xfrm>
            <a:off x="457200" y="3657600"/>
            <a:ext cx="5257800" cy="2971800"/>
          </a:xfrm>
          <a:prstGeom prst="rect">
            <a:avLst/>
          </a:prstGeom>
          <a:noFill/>
          <a:ln w="0">
            <a:noFill/>
          </a:ln>
        </p:spPr>
      </p:pic>
      <p:pic>
        <p:nvPicPr>
          <p:cNvPr id="255" name=""/>
          <p:cNvPicPr/>
          <p:nvPr/>
        </p:nvPicPr>
        <p:blipFill>
          <a:blip r:embed="rId2"/>
          <a:stretch/>
        </p:blipFill>
        <p:spPr>
          <a:xfrm>
            <a:off x="6172200" y="3657600"/>
            <a:ext cx="3657600" cy="2971800"/>
          </a:xfrm>
          <a:prstGeom prst="rect">
            <a:avLst/>
          </a:prstGeom>
          <a:noFill/>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6" name="PlaceHolder 1"/>
          <p:cNvSpPr>
            <a:spLocks noGrp="1"/>
          </p:cNvSpPr>
          <p:nvPr>
            <p:ph type="title"/>
          </p:nvPr>
        </p:nvSpPr>
        <p:spPr>
          <a:xfrm>
            <a:off x="228600" y="156240"/>
            <a:ext cx="10689840" cy="529200"/>
          </a:xfrm>
          <a:prstGeom prst="rect">
            <a:avLst/>
          </a:prstGeom>
          <a:noFill/>
          <a:ln w="0">
            <a:noFill/>
          </a:ln>
        </p:spPr>
        <p:txBody>
          <a:bodyPr lIns="91440" tIns="45720" rIns="91440" bIns="45720" anchor="t">
            <a:noAutofit/>
          </a:bodyPr>
          <a:p>
            <a:pPr indent="0" algn="l" defTabSz="457200">
              <a:lnSpc>
                <a:spcPct val="100000"/>
              </a:lnSpc>
              <a:spcBef>
                <a:spcPts val="1191"/>
              </a:spcBef>
              <a:spcAft>
                <a:spcPts val="992"/>
              </a:spcAft>
              <a:buNone/>
              <a:tabLst>
                <a:tab pos="0" algn="l"/>
              </a:tabLst>
            </a:pPr>
            <a:r>
              <a:rPr lang="en-US" sz="3600" b="1" u="none" strike="noStrike">
                <a:solidFill>
                  <a:srgbClr val="111111"/>
                </a:solidFill>
                <a:effectLst/>
                <a:uFillTx/>
                <a:latin typeface="Trebuchet MS"/>
                <a:ea typeface="Noto Sans"/>
              </a:rPr>
              <a:t>Module 2: Implementation Details</a:t>
            </a:r>
            <a:br>
              <a:rPr sz="3600"/>
            </a:br>
            <a:endParaRPr lang="en-US" sz="3600" b="0" u="none" strike="noStrike">
              <a:solidFill>
                <a:srgbClr val="111111"/>
              </a:solidFill>
              <a:effectLst/>
              <a:uFillTx/>
              <a:latin typeface="Arial"/>
            </a:endParaRPr>
          </a:p>
        </p:txBody>
      </p:sp>
      <p:sp>
        <p:nvSpPr>
          <p:cNvPr id="257" name="PlaceHolder 2"/>
          <p:cNvSpPr>
            <a:spLocks noGrp="1"/>
          </p:cNvSpPr>
          <p:nvPr>
            <p:ph/>
          </p:nvPr>
        </p:nvSpPr>
        <p:spPr>
          <a:xfrm>
            <a:off x="685800" y="965520"/>
            <a:ext cx="8596080" cy="3377880"/>
          </a:xfrm>
          <a:prstGeom prst="rect">
            <a:avLst/>
          </a:prstGeom>
          <a:noFill/>
          <a:ln w="0">
            <a:noFill/>
          </a:ln>
        </p:spPr>
        <p:txBody>
          <a:bodyPr lIns="91440" tIns="45720" rIns="91440" bIns="45720" anchor="t">
            <a:norm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Key Points:</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Implemented in asset_routes.py using FastAPI routers and SQLAlchemy models.</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upload_asset encrypts file bytes, computes SHA‑256 hash, stores .enc file, and logs ASSET_UPLOADED.</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download_asset validates ownership/license, decrypts from disk, and logs ASSET_ACCESSED.</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Reusable helpers for group lookup, asset lookup, license validation, and decryption improve modularity.</a:t>
            </a:r>
            <a:endParaRPr lang="en-US" sz="1800" b="0" u="none" strike="noStrike">
              <a:solidFill>
                <a:srgbClr val="000000"/>
              </a:solidFill>
              <a:effectLst/>
              <a:uFillTx/>
              <a:latin typeface="Arial"/>
            </a:endParaRPr>
          </a:p>
        </p:txBody>
      </p:sp>
      <p:pic>
        <p:nvPicPr>
          <p:cNvPr id="258" name=""/>
          <p:cNvPicPr/>
          <p:nvPr/>
        </p:nvPicPr>
        <p:blipFill>
          <a:blip r:embed="rId1"/>
          <a:stretch/>
        </p:blipFill>
        <p:spPr>
          <a:xfrm>
            <a:off x="1657440" y="4343400"/>
            <a:ext cx="7029360" cy="2431080"/>
          </a:xfrm>
          <a:prstGeom prst="rect">
            <a:avLst/>
          </a:prstGeom>
          <a:noFill/>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 name="PlaceHolder 1"/>
          <p:cNvSpPr>
            <a:spLocks noGrp="1"/>
          </p:cNvSpPr>
          <p:nvPr>
            <p:ph type="title"/>
          </p:nvPr>
        </p:nvSpPr>
        <p:spPr>
          <a:xfrm>
            <a:off x="228600" y="156240"/>
            <a:ext cx="10689840" cy="529200"/>
          </a:xfrm>
          <a:prstGeom prst="rect">
            <a:avLst/>
          </a:prstGeom>
          <a:noFill/>
          <a:ln w="0">
            <a:noFill/>
          </a:ln>
        </p:spPr>
        <p:txBody>
          <a:bodyPr lIns="91440" tIns="45720" rIns="91440" bIns="45720" anchor="t">
            <a:noAutofit/>
          </a:bodyPr>
          <a:p>
            <a:pPr indent="0" algn="l" defTabSz="457200">
              <a:lnSpc>
                <a:spcPct val="100000"/>
              </a:lnSpc>
              <a:spcBef>
                <a:spcPts val="1191"/>
              </a:spcBef>
              <a:spcAft>
                <a:spcPts val="992"/>
              </a:spcAft>
              <a:buNone/>
              <a:tabLst>
                <a:tab pos="0" algn="l"/>
              </a:tabLst>
            </a:pPr>
            <a:r>
              <a:rPr lang="en-US" sz="3600" b="1" u="none" strike="noStrike">
                <a:solidFill>
                  <a:srgbClr val="111111"/>
                </a:solidFill>
                <a:effectLst/>
                <a:uFillTx/>
                <a:latin typeface="Trebuchet MS"/>
                <a:ea typeface="Noto Sans"/>
              </a:rPr>
              <a:t>Module 3: Blockchain &amp; Smart Contract</a:t>
            </a:r>
            <a:br>
              <a:rPr sz="3600"/>
            </a:br>
            <a:br>
              <a:rPr sz="3600"/>
            </a:br>
            <a:br>
              <a:rPr sz="3600"/>
            </a:br>
            <a:endParaRPr lang="en-US" sz="3600" b="1" u="none" strike="noStrike">
              <a:solidFill>
                <a:srgbClr val="111111"/>
              </a:solidFill>
              <a:effectLst/>
              <a:uFillTx/>
              <a:latin typeface="Arial"/>
            </a:endParaRPr>
          </a:p>
        </p:txBody>
      </p:sp>
      <p:sp>
        <p:nvSpPr>
          <p:cNvPr id="260" name="PlaceHolder 2"/>
          <p:cNvSpPr>
            <a:spLocks noGrp="1"/>
          </p:cNvSpPr>
          <p:nvPr>
            <p:ph/>
          </p:nvPr>
        </p:nvSpPr>
        <p:spPr>
          <a:xfrm>
            <a:off x="750240" y="914400"/>
            <a:ext cx="8596080" cy="2920680"/>
          </a:xfrm>
          <a:prstGeom prst="rect">
            <a:avLst/>
          </a:prstGeom>
          <a:noFill/>
          <a:ln w="0">
            <a:noFill/>
          </a:ln>
        </p:spPr>
        <p:txBody>
          <a:bodyPr lIns="91440" tIns="45720" rIns="91440" bIns="45720" anchor="t">
            <a:norm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Key Points:</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Registers asset hashes and license events on an Ethereum‑compatible blockchain (Ganache).</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Provides tamper‑evident records for asset registration and license issuance.</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Uses web3.py in the backend to talk to deployed smart contracts.</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Can fall back to mock transaction hashes in offline or testing mode.</a:t>
            </a:r>
            <a:endParaRPr lang="en-US" sz="1800" b="0" u="none" strike="noStrike">
              <a:solidFill>
                <a:srgbClr val="000000"/>
              </a:solidFill>
              <a:effectLst/>
              <a:uFillTx/>
              <a:latin typeface="Arial"/>
            </a:endParaRPr>
          </a:p>
        </p:txBody>
      </p:sp>
      <p:pic>
        <p:nvPicPr>
          <p:cNvPr id="261" name=""/>
          <p:cNvPicPr/>
          <p:nvPr/>
        </p:nvPicPr>
        <p:blipFill>
          <a:blip r:embed="rId1"/>
          <a:stretch/>
        </p:blipFill>
        <p:spPr>
          <a:xfrm>
            <a:off x="1286280" y="3664800"/>
            <a:ext cx="6943320" cy="2964600"/>
          </a:xfrm>
          <a:prstGeom prst="rect">
            <a:avLst/>
          </a:prstGeom>
          <a:noFill/>
          <a:ln w="0">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 name="PlaceHolder 1"/>
          <p:cNvSpPr>
            <a:spLocks noGrp="1"/>
          </p:cNvSpPr>
          <p:nvPr>
            <p:ph type="title"/>
          </p:nvPr>
        </p:nvSpPr>
        <p:spPr>
          <a:xfrm>
            <a:off x="228600" y="156240"/>
            <a:ext cx="10689840" cy="529200"/>
          </a:xfrm>
          <a:prstGeom prst="rect">
            <a:avLst/>
          </a:prstGeom>
          <a:noFill/>
          <a:ln w="0">
            <a:noFill/>
          </a:ln>
        </p:spPr>
        <p:txBody>
          <a:bodyPr lIns="91440" tIns="45720" rIns="91440" bIns="45720" anchor="t">
            <a:noAutofit/>
          </a:bodyPr>
          <a:p>
            <a:pPr indent="0" algn="l" defTabSz="457200">
              <a:lnSpc>
                <a:spcPct val="100000"/>
              </a:lnSpc>
              <a:spcBef>
                <a:spcPts val="1191"/>
              </a:spcBef>
              <a:spcAft>
                <a:spcPts val="992"/>
              </a:spcAft>
              <a:buNone/>
              <a:tabLst>
                <a:tab pos="0" algn="l"/>
              </a:tabLst>
            </a:pPr>
            <a:r>
              <a:rPr lang="en-US" sz="3600" b="1" u="none" strike="noStrike">
                <a:solidFill>
                  <a:schemeClr val="dk1"/>
                </a:solidFill>
                <a:effectLst/>
                <a:uFillTx/>
                <a:latin typeface="Trebuchet MS"/>
                <a:ea typeface="Noto Sans"/>
              </a:rPr>
              <a:t>Module 3: Smart Contract Responsibilities</a:t>
            </a:r>
            <a:br>
              <a:rPr sz="3600"/>
            </a:br>
            <a:br>
              <a:rPr sz="3600"/>
            </a:br>
            <a:br>
              <a:rPr sz="3600"/>
            </a:br>
            <a:br>
              <a:rPr sz="3600"/>
            </a:br>
            <a:endParaRPr lang="en-US" sz="3600" b="0" u="none" strike="noStrike">
              <a:solidFill>
                <a:srgbClr val="000000"/>
              </a:solidFill>
              <a:effectLst/>
              <a:uFillTx/>
              <a:latin typeface="Arial"/>
            </a:endParaRPr>
          </a:p>
        </p:txBody>
      </p:sp>
      <p:sp>
        <p:nvSpPr>
          <p:cNvPr id="263" name="PlaceHolder 2"/>
          <p:cNvSpPr>
            <a:spLocks noGrp="1"/>
          </p:cNvSpPr>
          <p:nvPr>
            <p:ph/>
          </p:nvPr>
        </p:nvSpPr>
        <p:spPr>
          <a:xfrm>
            <a:off x="776160" y="736920"/>
            <a:ext cx="8596080" cy="3377880"/>
          </a:xfrm>
          <a:prstGeom prst="rect">
            <a:avLst/>
          </a:prstGeom>
          <a:noFill/>
          <a:ln w="0">
            <a:noFill/>
          </a:ln>
        </p:spPr>
        <p:txBody>
          <a:bodyPr lIns="91440" tIns="45720" rIns="91440" bIns="45720" anchor="t">
            <a:norm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Key Points:</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LicenseManager contract stores mappings of asset hashes and license records.</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Asset Registration: register_asset_on_chain(asset_hash) called after a successful upload.</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License Issuance: issue_license_on_chain(asset_id, holder, expiry, limit) records license terms.</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On‑chain data serves as an independent audit layer beyond the local database.</a:t>
            </a:r>
            <a:endParaRPr lang="en-US" sz="1800" b="0" u="none" strike="noStrike">
              <a:solidFill>
                <a:srgbClr val="000000"/>
              </a:solidFill>
              <a:effectLst/>
              <a:uFillTx/>
              <a:latin typeface="Arial"/>
            </a:endParaRPr>
          </a:p>
        </p:txBody>
      </p:sp>
      <p:pic>
        <p:nvPicPr>
          <p:cNvPr id="264" name=""/>
          <p:cNvPicPr/>
          <p:nvPr/>
        </p:nvPicPr>
        <p:blipFill>
          <a:blip r:embed="rId1"/>
          <a:stretch/>
        </p:blipFill>
        <p:spPr>
          <a:xfrm>
            <a:off x="3200400" y="3842640"/>
            <a:ext cx="4114800" cy="3015360"/>
          </a:xfrm>
          <a:prstGeom prst="rect">
            <a:avLst/>
          </a:prstGeom>
          <a:noFill/>
          <a:ln w="0">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5" name="PlaceHolder 1"/>
          <p:cNvSpPr>
            <a:spLocks noGrp="1"/>
          </p:cNvSpPr>
          <p:nvPr>
            <p:ph type="title"/>
          </p:nvPr>
        </p:nvSpPr>
        <p:spPr>
          <a:xfrm>
            <a:off x="228600" y="156240"/>
            <a:ext cx="12344400" cy="529200"/>
          </a:xfrm>
          <a:prstGeom prst="rect">
            <a:avLst/>
          </a:prstGeom>
          <a:noFill/>
          <a:ln w="0">
            <a:noFill/>
          </a:ln>
        </p:spPr>
        <p:txBody>
          <a:bodyPr lIns="91440" tIns="45720" rIns="91440" bIns="45720" anchor="t">
            <a:noAutofit/>
          </a:bodyPr>
          <a:p>
            <a:pPr indent="0" algn="l" defTabSz="457200">
              <a:lnSpc>
                <a:spcPct val="100000"/>
              </a:lnSpc>
              <a:spcBef>
                <a:spcPts val="1191"/>
              </a:spcBef>
              <a:spcAft>
                <a:spcPts val="992"/>
              </a:spcAft>
              <a:buNone/>
              <a:tabLst>
                <a:tab pos="0" algn="l"/>
              </a:tabLst>
            </a:pPr>
            <a:r>
              <a:rPr lang="en-US" sz="3600" b="1" u="none" strike="noStrike">
                <a:solidFill>
                  <a:srgbClr val="111111"/>
                </a:solidFill>
                <a:effectLst/>
                <a:uFillTx/>
                <a:latin typeface="Trebuchet MS"/>
                <a:ea typeface="Noto Sans"/>
              </a:rPr>
              <a:t>Module 3: Backend–Blockchain Interaction Flow</a:t>
            </a:r>
            <a:br>
              <a:rPr sz="3600"/>
            </a:br>
            <a:endParaRPr lang="en-US" sz="3600" b="0" u="none" strike="noStrike">
              <a:solidFill>
                <a:srgbClr val="111111"/>
              </a:solidFill>
              <a:effectLst/>
              <a:uFillTx/>
              <a:latin typeface="Arial"/>
            </a:endParaRPr>
          </a:p>
        </p:txBody>
      </p:sp>
      <p:sp>
        <p:nvSpPr>
          <p:cNvPr id="266" name="PlaceHolder 2"/>
          <p:cNvSpPr>
            <a:spLocks noGrp="1"/>
          </p:cNvSpPr>
          <p:nvPr>
            <p:ph/>
          </p:nvPr>
        </p:nvSpPr>
        <p:spPr>
          <a:xfrm>
            <a:off x="685800" y="914400"/>
            <a:ext cx="8596080" cy="3606120"/>
          </a:xfrm>
          <a:prstGeom prst="rect">
            <a:avLst/>
          </a:prstGeom>
          <a:noFill/>
          <a:ln w="0">
            <a:noFill/>
          </a:ln>
        </p:spPr>
        <p:txBody>
          <a:bodyPr lIns="91440" tIns="45720" rIns="91440" bIns="45720" anchor="t">
            <a:norm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Key Points:</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Backend routes call contract_interface.py functions to send transactions via Web3.</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On upload, backend: encrypts file → stores metadata → sends register tx → stores tx_hash.</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On license issue / approval, backend: creates DB license → (optionally) sends license tx → logs tx_hash.</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Design keeps core DRM logic in FastAPI while blockchain provides integrity and non‑repudiation.</a:t>
            </a:r>
            <a:endParaRPr lang="en-US" sz="1800" b="0" u="none" strike="noStrike">
              <a:solidFill>
                <a:srgbClr val="000000"/>
              </a:solidFill>
              <a:effectLst/>
              <a:uFillTx/>
              <a:latin typeface="Arial"/>
            </a:endParaRPr>
          </a:p>
        </p:txBody>
      </p:sp>
      <p:sp>
        <p:nvSpPr>
          <p:cNvPr id="267" name=""/>
          <p:cNvSpPr/>
          <p:nvPr/>
        </p:nvSpPr>
        <p:spPr>
          <a:xfrm>
            <a:off x="457200" y="4572000"/>
            <a:ext cx="2057400" cy="457200"/>
          </a:xfrm>
          <a:prstGeom prst="roundRect">
            <a:avLst>
              <a:gd name="adj" fmla="val 16667"/>
            </a:avLst>
          </a:prstGeom>
          <a:solidFill>
            <a:srgbClr val="729FCF"/>
          </a:solidFill>
          <a:ln w="0">
            <a:solidFill>
              <a:srgbClr val="3465A4"/>
            </a:solidFill>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Arial"/>
            </a:endParaRPr>
          </a:p>
        </p:txBody>
      </p:sp>
      <p:sp>
        <p:nvSpPr>
          <p:cNvPr id="268" name=""/>
          <p:cNvSpPr/>
          <p:nvPr/>
        </p:nvSpPr>
        <p:spPr>
          <a:xfrm>
            <a:off x="457560" y="4572000"/>
            <a:ext cx="2057400" cy="457200"/>
          </a:xfrm>
          <a:prstGeom prst="roundRect">
            <a:avLst>
              <a:gd name="adj" fmla="val 16667"/>
            </a:avLst>
          </a:prstGeom>
          <a:solidFill>
            <a:srgbClr val="81D41A"/>
          </a:solidFill>
          <a:ln w="0">
            <a:solidFill>
              <a:srgbClr val="3465A4"/>
            </a:solidFill>
          </a:ln>
        </p:spPr>
        <p:style>
          <a:lnRef idx="0"/>
          <a:fillRef idx="0"/>
          <a:effectRef idx="0"/>
          <a:fontRef idx="minor"/>
        </p:style>
        <p:txBody>
          <a:bodyPr lIns="90000" tIns="45000" rIns="90000" bIns="45000" anchor="ctr">
            <a:noAutofit/>
          </a:bodyPr>
          <a:p>
            <a:pPr algn="ctr">
              <a:lnSpc>
                <a:spcPct val="100000"/>
              </a:lnSpc>
            </a:pPr>
            <a:r>
              <a:rPr lang="en-US" sz="1800" b="0" u="none" strike="noStrike">
                <a:solidFill>
                  <a:srgbClr val="000000"/>
                </a:solidFill>
                <a:effectLst/>
                <a:uFillTx/>
                <a:latin typeface="Arial"/>
              </a:rPr>
              <a:t>Browser (Frontend)</a:t>
            </a:r>
            <a:endParaRPr lang="en-US" sz="1800" b="0" u="none" strike="noStrike">
              <a:solidFill>
                <a:srgbClr val="000000"/>
              </a:solidFill>
              <a:effectLst/>
              <a:uFillTx/>
              <a:latin typeface="Arial"/>
            </a:endParaRPr>
          </a:p>
        </p:txBody>
      </p:sp>
      <p:sp>
        <p:nvSpPr>
          <p:cNvPr id="269" name=""/>
          <p:cNvSpPr/>
          <p:nvPr/>
        </p:nvSpPr>
        <p:spPr>
          <a:xfrm>
            <a:off x="7315200" y="4572000"/>
            <a:ext cx="2057400" cy="457200"/>
          </a:xfrm>
          <a:prstGeom prst="roundRect">
            <a:avLst>
              <a:gd name="adj" fmla="val 16667"/>
            </a:avLst>
          </a:prstGeom>
          <a:solidFill>
            <a:srgbClr val="2A6099"/>
          </a:solidFill>
          <a:ln w="0">
            <a:solidFill>
              <a:srgbClr val="3465A4"/>
            </a:solidFill>
          </a:ln>
        </p:spPr>
        <p:style>
          <a:lnRef idx="0"/>
          <a:fillRef idx="0"/>
          <a:effectRef idx="0"/>
          <a:fontRef idx="minor"/>
        </p:style>
        <p:txBody>
          <a:bodyPr lIns="90000" tIns="45000" rIns="90000" bIns="45000" anchor="ctr">
            <a:noAutofit/>
          </a:bodyPr>
          <a:p>
            <a:pPr algn="ctr">
              <a:lnSpc>
                <a:spcPct val="100000"/>
              </a:lnSpc>
            </a:pPr>
            <a:r>
              <a:rPr lang="en-US" sz="1800" b="0" u="none" strike="noStrike">
                <a:solidFill>
                  <a:srgbClr val="FFFFFF"/>
                </a:solidFill>
                <a:effectLst/>
                <a:uFillTx/>
                <a:latin typeface="Arial"/>
              </a:rPr>
              <a:t>Smart Contract</a:t>
            </a:r>
            <a:endParaRPr lang="en-US" sz="1800" b="0" u="none" strike="noStrike">
              <a:solidFill>
                <a:srgbClr val="FFFFFF"/>
              </a:solidFill>
              <a:effectLst/>
              <a:uFillTx/>
              <a:latin typeface="Arial"/>
            </a:endParaRPr>
          </a:p>
        </p:txBody>
      </p:sp>
      <p:sp>
        <p:nvSpPr>
          <p:cNvPr id="270" name=""/>
          <p:cNvSpPr/>
          <p:nvPr/>
        </p:nvSpPr>
        <p:spPr>
          <a:xfrm>
            <a:off x="5029200" y="4572000"/>
            <a:ext cx="2057400" cy="457200"/>
          </a:xfrm>
          <a:prstGeom prst="roundRect">
            <a:avLst>
              <a:gd name="adj" fmla="val 16667"/>
            </a:avLst>
          </a:prstGeom>
          <a:solidFill>
            <a:srgbClr val="158466"/>
          </a:solidFill>
          <a:ln w="0">
            <a:solidFill>
              <a:srgbClr val="3465A4"/>
            </a:solidFill>
          </a:ln>
        </p:spPr>
        <p:style>
          <a:lnRef idx="0"/>
          <a:fillRef idx="0"/>
          <a:effectRef idx="0"/>
          <a:fontRef idx="minor"/>
        </p:style>
        <p:txBody>
          <a:bodyPr lIns="90000" tIns="45000" rIns="90000" bIns="45000" anchor="ctr">
            <a:noAutofit/>
          </a:bodyPr>
          <a:p>
            <a:pPr algn="ctr">
              <a:lnSpc>
                <a:spcPct val="100000"/>
              </a:lnSpc>
            </a:pPr>
            <a:r>
              <a:rPr lang="en-US" sz="1800" b="0" u="none" strike="noStrike">
                <a:solidFill>
                  <a:srgbClr val="FFFFFF"/>
                </a:solidFill>
                <a:effectLst/>
                <a:uFillTx/>
                <a:latin typeface="Arial"/>
              </a:rPr>
              <a:t>Ganache Node</a:t>
            </a:r>
            <a:endParaRPr lang="en-US" sz="1800" b="0" u="none" strike="noStrike">
              <a:solidFill>
                <a:srgbClr val="FFFFFF"/>
              </a:solidFill>
              <a:effectLst/>
              <a:uFillTx/>
              <a:latin typeface="Arial"/>
            </a:endParaRPr>
          </a:p>
        </p:txBody>
      </p:sp>
      <p:sp>
        <p:nvSpPr>
          <p:cNvPr id="271" name=""/>
          <p:cNvSpPr/>
          <p:nvPr/>
        </p:nvSpPr>
        <p:spPr>
          <a:xfrm>
            <a:off x="2743200" y="4572000"/>
            <a:ext cx="2057400" cy="457200"/>
          </a:xfrm>
          <a:prstGeom prst="roundRect">
            <a:avLst>
              <a:gd name="adj" fmla="val 16667"/>
            </a:avLst>
          </a:prstGeom>
          <a:solidFill>
            <a:srgbClr val="00A933"/>
          </a:solidFill>
          <a:ln w="0">
            <a:solidFill>
              <a:srgbClr val="3465A4"/>
            </a:solidFill>
          </a:ln>
        </p:spPr>
        <p:style>
          <a:lnRef idx="0"/>
          <a:fillRef idx="0"/>
          <a:effectRef idx="0"/>
          <a:fontRef idx="minor"/>
        </p:style>
        <p:txBody>
          <a:bodyPr lIns="90000" tIns="45000" rIns="90000" bIns="45000" anchor="ctr">
            <a:noAutofit/>
          </a:bodyPr>
          <a:p>
            <a:pPr algn="ctr">
              <a:lnSpc>
                <a:spcPct val="100000"/>
              </a:lnSpc>
            </a:pPr>
            <a:r>
              <a:rPr lang="en-US" sz="1800" b="0" u="none" strike="noStrike">
                <a:solidFill>
                  <a:srgbClr val="FFFFFF"/>
                </a:solidFill>
                <a:effectLst/>
                <a:uFillTx/>
                <a:latin typeface="Arial"/>
              </a:rPr>
              <a:t>FastAPI Backend</a:t>
            </a:r>
            <a:endParaRPr lang="en-US" sz="1800" b="0" u="none" strike="noStrike">
              <a:solidFill>
                <a:srgbClr val="FFFFFF"/>
              </a:solidFill>
              <a:effectLst/>
              <a:uFillTx/>
              <a:latin typeface="Arial"/>
            </a:endParaRPr>
          </a:p>
        </p:txBody>
      </p:sp>
      <p:sp>
        <p:nvSpPr>
          <p:cNvPr id="272" name=""/>
          <p:cNvSpPr/>
          <p:nvPr/>
        </p:nvSpPr>
        <p:spPr>
          <a:xfrm>
            <a:off x="7315200" y="5257800"/>
            <a:ext cx="2057400" cy="457200"/>
          </a:xfrm>
          <a:prstGeom prst="roundRect">
            <a:avLst>
              <a:gd name="adj" fmla="val 16667"/>
            </a:avLst>
          </a:prstGeom>
          <a:solidFill>
            <a:srgbClr val="BF0041"/>
          </a:solidFill>
          <a:ln w="0">
            <a:solidFill>
              <a:srgbClr val="3465A4"/>
            </a:solidFill>
          </a:ln>
        </p:spPr>
        <p:style>
          <a:lnRef idx="0"/>
          <a:fillRef idx="0"/>
          <a:effectRef idx="0"/>
          <a:fontRef idx="minor"/>
        </p:style>
        <p:txBody>
          <a:bodyPr lIns="90000" tIns="45000" rIns="90000" bIns="45000" anchor="ctr">
            <a:noAutofit/>
          </a:bodyPr>
          <a:p>
            <a:pPr algn="ctr">
              <a:lnSpc>
                <a:spcPct val="100000"/>
              </a:lnSpc>
            </a:pPr>
            <a:r>
              <a:rPr lang="en-US" sz="1800" b="0" u="none" strike="noStrike">
                <a:solidFill>
                  <a:srgbClr val="FFFFFF"/>
                </a:solidFill>
                <a:effectLst/>
                <a:uFillTx/>
                <a:latin typeface="Arial"/>
              </a:rPr>
              <a:t>   SQLite DB</a:t>
            </a:r>
            <a:endParaRPr lang="en-US" sz="1800" b="0" u="none" strike="noStrike">
              <a:solidFill>
                <a:srgbClr val="FFFFFF"/>
              </a:solidFill>
              <a:effectLst/>
              <a:uFillTx/>
              <a:latin typeface="Arial"/>
            </a:endParaRPr>
          </a:p>
        </p:txBody>
      </p:sp>
      <p:sp>
        <p:nvSpPr>
          <p:cNvPr id="273" name=""/>
          <p:cNvSpPr/>
          <p:nvPr/>
        </p:nvSpPr>
        <p:spPr>
          <a:xfrm>
            <a:off x="8229600" y="5029200"/>
            <a:ext cx="0" cy="228600"/>
          </a:xfrm>
          <a:prstGeom prst="line">
            <a:avLst/>
          </a:prstGeom>
          <a:ln w="0">
            <a:solidFill>
              <a:srgbClr val="3465A4"/>
            </a:solidFill>
            <a:tailEnd len="med" type="triangle" w="med"/>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Arial"/>
            </a:endParaRPr>
          </a:p>
        </p:txBody>
      </p:sp>
      <p:sp>
        <p:nvSpPr>
          <p:cNvPr id="274" name=""/>
          <p:cNvSpPr/>
          <p:nvPr/>
        </p:nvSpPr>
        <p:spPr>
          <a:xfrm>
            <a:off x="7086600" y="4800600"/>
            <a:ext cx="228600" cy="0"/>
          </a:xfrm>
          <a:prstGeom prst="line">
            <a:avLst/>
          </a:prstGeom>
          <a:ln w="0">
            <a:solidFill>
              <a:srgbClr val="3465A4"/>
            </a:solidFill>
            <a:tailEnd len="med" type="triangle" w="med"/>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Arial"/>
            </a:endParaRPr>
          </a:p>
        </p:txBody>
      </p:sp>
      <p:sp>
        <p:nvSpPr>
          <p:cNvPr id="275" name=""/>
          <p:cNvSpPr/>
          <p:nvPr/>
        </p:nvSpPr>
        <p:spPr>
          <a:xfrm>
            <a:off x="4800600" y="4800600"/>
            <a:ext cx="228600" cy="0"/>
          </a:xfrm>
          <a:prstGeom prst="line">
            <a:avLst/>
          </a:prstGeom>
          <a:ln w="0">
            <a:solidFill>
              <a:srgbClr val="3465A4"/>
            </a:solidFill>
            <a:tailEnd len="med" type="triangle" w="med"/>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Arial"/>
            </a:endParaRPr>
          </a:p>
        </p:txBody>
      </p:sp>
      <p:sp>
        <p:nvSpPr>
          <p:cNvPr id="276" name=""/>
          <p:cNvSpPr/>
          <p:nvPr/>
        </p:nvSpPr>
        <p:spPr>
          <a:xfrm>
            <a:off x="2514960" y="4800600"/>
            <a:ext cx="228600" cy="0"/>
          </a:xfrm>
          <a:prstGeom prst="line">
            <a:avLst/>
          </a:prstGeom>
          <a:ln w="0">
            <a:solidFill>
              <a:srgbClr val="3465A4"/>
            </a:solidFill>
            <a:tailEnd len="med" type="triangle" w="med"/>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7" name="PlaceHolder 1"/>
          <p:cNvSpPr>
            <a:spLocks noGrp="1"/>
          </p:cNvSpPr>
          <p:nvPr>
            <p:ph type="title"/>
          </p:nvPr>
        </p:nvSpPr>
        <p:spPr>
          <a:xfrm>
            <a:off x="74520" y="156240"/>
            <a:ext cx="8596080" cy="75780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US" sz="3600" b="1" u="none" strike="noStrike">
                <a:solidFill>
                  <a:schemeClr val="dk1"/>
                </a:solidFill>
                <a:effectLst/>
                <a:uFillTx/>
                <a:latin typeface="Trebuchet MS"/>
              </a:rPr>
              <a:t>Conclusion</a:t>
            </a:r>
            <a:endParaRPr lang="en-US" sz="3600" b="0" u="none" strike="noStrike">
              <a:solidFill>
                <a:srgbClr val="000000"/>
              </a:solidFill>
              <a:effectLst/>
              <a:uFillTx/>
              <a:latin typeface="Arial"/>
            </a:endParaRPr>
          </a:p>
        </p:txBody>
      </p:sp>
      <p:sp>
        <p:nvSpPr>
          <p:cNvPr id="278" name="PlaceHolder 2"/>
          <p:cNvSpPr>
            <a:spLocks noGrp="1"/>
          </p:cNvSpPr>
          <p:nvPr>
            <p:ph/>
          </p:nvPr>
        </p:nvSpPr>
        <p:spPr>
          <a:xfrm>
            <a:off x="667080" y="914400"/>
            <a:ext cx="8596080" cy="4571640"/>
          </a:xfrm>
          <a:prstGeom prst="rect">
            <a:avLst/>
          </a:prstGeom>
          <a:noFill/>
          <a:ln w="0">
            <a:noFill/>
          </a:ln>
        </p:spPr>
        <p:txBody>
          <a:bodyPr lIns="91440" tIns="45720" rIns="91440" bIns="45720" anchor="t">
            <a:norm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SmartDRM-X demonstrates how blockchain and artificial intelligence can be effectively integrated to build a secure, transparent, and intelligent Digital Rights Management system. By decentralizing ownership records, automating license enforcement, and introducing behavioral analysis, the system significantly improves trust and security in digital content distribution.</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The proposed framework is scalable, extensible, and suitable for applications in education, digital media platforms, enterprise document management, and software licensing. Future enhancements may include integration with decentralized storage systems and advanced machine learning models for predictive piracy detection.</a:t>
            </a:r>
            <a:endParaRPr lang="en-US" sz="1800" b="0" u="none" strike="noStrike">
              <a:solidFill>
                <a:srgbClr val="000000"/>
              </a:solidFill>
              <a:effectLst/>
              <a:uFillTx/>
              <a:latin typeface="Arial"/>
            </a:endParaRPr>
          </a:p>
        </p:txBody>
      </p:sp>
      <p:sp>
        <p:nvSpPr>
          <p:cNvPr id="279" name="Cloud Callout 3"/>
          <p:cNvSpPr/>
          <p:nvPr/>
        </p:nvSpPr>
        <p:spPr>
          <a:xfrm>
            <a:off x="2656440" y="5029200"/>
            <a:ext cx="4658760" cy="1273680"/>
          </a:xfrm>
          <a:prstGeom prst="cloudCallout">
            <a:avLst>
              <a:gd name="adj1" fmla="val -20833"/>
              <a:gd name="adj2" fmla="val 62500"/>
            </a:avLst>
          </a:prstGeom>
          <a:solidFill>
            <a:schemeClr val="lt1"/>
          </a:solidFill>
          <a:ln cap="rnd" w="19080">
            <a:solidFill>
              <a:schemeClr val="accent1"/>
            </a:solidFill>
            <a:round/>
          </a:ln>
        </p:spPr>
        <p:style>
          <a:lnRef idx="0"/>
          <a:fillRef idx="0"/>
          <a:effectRef idx="0"/>
          <a:fontRef idx="minor"/>
        </p:style>
        <p:txBody>
          <a:bodyPr lIns="90000" tIns="45000" rIns="90000" bIns="45000" anchor="ctr">
            <a:noAutofit/>
          </a:bodyPr>
          <a:p>
            <a:pPr algn="ctr" defTabSz="457200">
              <a:lnSpc>
                <a:spcPct val="100000"/>
              </a:lnSpc>
            </a:pPr>
            <a:r>
              <a:rPr lang="en-US" sz="1800" b="1" u="none" strike="noStrike">
                <a:solidFill>
                  <a:schemeClr val="dk1">
                    <a:lumMod val="95000"/>
                    <a:lumOff val="5000"/>
                  </a:schemeClr>
                </a:solidFill>
                <a:effectLst/>
                <a:uFillTx/>
                <a:latin typeface="Trebuchet MS"/>
                <a:ea typeface="DejaVu Sans"/>
              </a:rPr>
              <a:t>THANK YOU !</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3.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4.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5.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6.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7.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8.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9.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0.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Facet</Template>
  <TotalTime>1349</TotalTime>
  <Application>LibreOffice/26.2.0.3$Linux_X86_64 LibreOffice_project/620$Build-3</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2024-12-13T12:01:40Z</dcterms:created>
  <dc:creator>vishalrameshv13@gmail.com</dc:creator>
  <dc:description/>
  <dc:language>en-US</dc:language>
  <cp:lastModifiedBy/>
  <dcterms:modified xsi:type="dcterms:W3CDTF">2026-03-05T18:53:21Z</dcterms:modified>
  <cp:revision>21</cp:revision>
  <dc:subject/>
  <dc:title>INVEST MATCH AI CLOUD BASED   STARTUP AND INVESTOR   MATCHING PLATFORM</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1</vt:r8>
  </property>
  <property fmtid="{D5CDD505-2E9C-101B-9397-08002B2CF9AE}" pid="3" name="PresentationFormat">
    <vt:lpwstr>Widescreen</vt:lpwstr>
  </property>
  <property fmtid="{D5CDD505-2E9C-101B-9397-08002B2CF9AE}" pid="4" name="Slides">
    <vt:r8>13</vt:r8>
  </property>
</Properties>
</file>