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13.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5.xml" ContentType="application/vnd.openxmlformats-officedocument.presentationml.slideMaster+xml"/>
  <Override PartName="/ppt/slideMasters/slideMaster4.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theme/theme11.xml" ContentType="application/vnd.openxmlformats-officedocument.theme+xml"/>
  <Override PartName="/ppt/theme/theme2.xml" ContentType="application/vnd.openxmlformats-officedocument.theme+xml"/>
  <Override PartName="/ppt/theme/theme1.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12.xml" ContentType="application/vnd.openxmlformats-officedocument.theme+xml"/>
  <Override PartName="/ppt/theme/theme7.xml" ContentType="application/vnd.openxmlformats-officedocument.theme+xml"/>
  <Override PartName="/ppt/theme/theme6.xml" ContentType="application/vnd.openxmlformats-officedocument.theme+xml"/>
  <Override PartName="/ppt/theme/theme8.xml" ContentType="application/vnd.openxmlformats-officedocument.theme+xml"/>
  <Override PartName="/ppt/theme/theme5.xml" ContentType="application/vnd.openxmlformats-officedocument.theme+xml"/>
  <Override PartName="/ppt/theme/theme9.xml" ContentType="application/vnd.openxmlformats-officedocument.theme+xml"/>
  <Override PartName="/ppt/theme/theme14.xml" ContentType="application/vnd.openxmlformats-officedocument.theme+xml"/>
  <Override PartName="/ppt/theme/theme10.xml" ContentType="application/vnd.openxmlformats-officedocument.theme+xml"/>
  <Override PartName="/ppt/slideLayouts/slideLayout9.xml" ContentType="application/vnd.openxmlformats-officedocument.presentationml.slideLayout+xml"/>
  <Override PartName="/ppt/slideLayouts/slideLayout13.xml" ContentType="application/vnd.openxmlformats-officedocument.presentationml.slideLayout+xml"/>
  <Override PartName="/ppt/slideLayouts/slideLayout1.xml" ContentType="application/vnd.openxmlformats-officedocument.presentationml.slideLayout+xml"/>
  <Override PartName="/ppt/slideLayouts/slideLayout14.xml" ContentType="application/vnd.openxmlformats-officedocument.presentationml.slideLayout+xml"/>
  <Override PartName="/ppt/slideLayouts/slideLayout10.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3.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8.xml" ContentType="application/vnd.openxmlformats-officedocument.presentationml.slideLayout+xml"/>
  <Override PartName="/ppt/slideLayouts/slideLayout7.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slides/slide12.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2.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notesSlides/notesSlide16.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1" r:id="rId13"/>
  </p:sldMasterIdLst>
  <p:notesMasterIdLst>
    <p:notesMasterId r:id="rId14"/>
  </p:notesMasterIdLst>
  <p:sldIdLst>
    <p:sldId id="256" r:id="rId15"/>
    <p:sldId id="257" r:id="rId16"/>
    <p:sldId id="258" r:id="rId17"/>
    <p:sldId id="259" r:id="rId18"/>
    <p:sldId id="260" r:id="rId19"/>
    <p:sldId id="261" r:id="rId20"/>
    <p:sldId id="262" r:id="rId21"/>
    <p:sldId id="263" r:id="rId22"/>
    <p:sldId id="264" r:id="rId23"/>
    <p:sldId id="265" r:id="rId24"/>
    <p:sldId id="266" r:id="rId25"/>
    <p:sldId id="267" r:id="rId26"/>
    <p:sldId id="268" r:id="rId27"/>
    <p:sldId id="269" r:id="rId28"/>
    <p:sldId id="270" r:id="rId29"/>
    <p:sldId id="271" r:id="rId30"/>
  </p:sldIdLst>
  <p:sldSz cx="12192000" cy="685800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3.xml"/><Relationship Id="rId14" Type="http://schemas.openxmlformats.org/officeDocument/2006/relationships/notesMaster" Target="notesMasters/notesMaster1.xml"/><Relationship Id="rId15" Type="http://schemas.openxmlformats.org/officeDocument/2006/relationships/slide" Target="slides/slide1.xml"/><Relationship Id="rId16" Type="http://schemas.openxmlformats.org/officeDocument/2006/relationships/slide" Target="slides/slide2.xml"/><Relationship Id="rId17" Type="http://schemas.openxmlformats.org/officeDocument/2006/relationships/slide" Target="slides/slide3.xml"/><Relationship Id="rId18" Type="http://schemas.openxmlformats.org/officeDocument/2006/relationships/slide" Target="slides/slide4.xml"/><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slide" Target="slides/slide8.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2" name="PlaceHolder 1"/>
          <p:cNvSpPr>
            <a:spLocks noGrp="1"/>
          </p:cNvSpPr>
          <p:nvPr>
            <p:ph type="sldImg"/>
          </p:nvPr>
        </p:nvSpPr>
        <p:spPr>
          <a:xfrm>
            <a:off x="0" y="764280"/>
            <a:ext cx="0" cy="0"/>
          </a:xfrm>
          <a:prstGeom prst="rect">
            <a:avLst/>
          </a:prstGeom>
          <a:noFill/>
          <a:ln w="0">
            <a:noFill/>
          </a:ln>
        </p:spPr>
        <p:txBody>
          <a:bodyPr lIns="0" tIns="0" rIns="0" bIns="0" anchor="ctr">
            <a:noAutofit/>
          </a:bodyPr>
          <a:p>
            <a:pPr algn="ctr"/>
            <a:r>
              <a:rPr lang="en-US" sz="4400" b="0" u="none" strike="noStrike">
                <a:solidFill>
                  <a:srgbClr val="000000"/>
                </a:solidFill>
                <a:effectLst/>
                <a:uFillTx/>
                <a:latin typeface="Arial"/>
              </a:rPr>
              <a:t>Click to move the slide</a:t>
            </a:r>
            <a:endParaRPr lang="en-US" sz="4400" b="0" u="none" strike="noStrike">
              <a:solidFill>
                <a:srgbClr val="000000"/>
              </a:solidFill>
              <a:effectLst/>
              <a:uFillTx/>
              <a:latin typeface="Arial"/>
            </a:endParaRPr>
          </a:p>
        </p:txBody>
      </p:sp>
      <p:sp>
        <p:nvSpPr>
          <p:cNvPr id="273"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274"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275" name="PlaceHolder 4"/>
          <p:cNvSpPr>
            <a:spLocks noGrp="1"/>
          </p:cNvSpPr>
          <p:nvPr>
            <p:ph type="dt" idx="40"/>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276" name="PlaceHolder 5"/>
          <p:cNvSpPr>
            <a:spLocks noGrp="1"/>
          </p:cNvSpPr>
          <p:nvPr>
            <p:ph type="ftr" idx="41"/>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277" name="PlaceHolder 6"/>
          <p:cNvSpPr>
            <a:spLocks noGrp="1"/>
          </p:cNvSpPr>
          <p:nvPr>
            <p:ph type="sldNum" idx="42"/>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1BF05E3D-7C52-4A71-912F-915B1DE9E07F}" type="slidenum">
              <a:rPr lang="en-US" sz="1400" b="0" u="none" strike="noStrike">
                <a:solidFill>
                  <a:srgbClr val="000000"/>
                </a:solidFill>
                <a:effectLst/>
                <a:uFillTx/>
                <a:latin typeface="Times New Roman"/>
              </a:rPr>
              <a:t>1</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3" name="PlaceHolder 1"/>
          <p:cNvSpPr>
            <a:spLocks noGrp="1"/>
          </p:cNvSpPr>
          <p:nvPr>
            <p:ph type="sldImg"/>
          </p:nvPr>
        </p:nvSpPr>
        <p:spPr>
          <a:xfrm>
            <a:off x="380880" y="685800"/>
            <a:ext cx="6094440" cy="3427560"/>
          </a:xfrm>
          <a:prstGeom prst="rect">
            <a:avLst/>
          </a:prstGeom>
          <a:ln w="0">
            <a:noFill/>
          </a:ln>
        </p:spPr>
      </p:sp>
      <p:sp>
        <p:nvSpPr>
          <p:cNvPr id="344" name="PlaceHolder 2"/>
          <p:cNvSpPr>
            <a:spLocks noGrp="1"/>
          </p:cNvSpPr>
          <p:nvPr>
            <p:ph type="body"/>
          </p:nvPr>
        </p:nvSpPr>
        <p:spPr>
          <a:xfrm>
            <a:off x="685800" y="4343400"/>
            <a:ext cx="5484960" cy="4113360"/>
          </a:xfrm>
          <a:prstGeom prst="rect">
            <a:avLst/>
          </a:prstGeom>
          <a:noFill/>
          <a:ln w="0">
            <a:noFill/>
          </a:ln>
        </p:spPr>
        <p:txBody>
          <a:bodyPr lIns="91440" tIns="45720" rIns="91440" bIns="45720" anchor="t">
            <a:normAutofit/>
          </a:bodyPr>
          <a:p>
            <a:pPr indent="0" algn="l">
              <a:buNone/>
            </a:pPr>
            <a:endParaRPr lang="en-US" sz="1800" b="0" u="none" strike="noStrike">
              <a:solidFill>
                <a:srgbClr val="000000"/>
              </a:solidFill>
              <a:effectLst/>
              <a:uFillTx/>
              <a:latin typeface="Arial"/>
            </a:endParaRPr>
          </a:p>
        </p:txBody>
      </p:sp>
      <p:sp>
        <p:nvSpPr>
          <p:cNvPr id="345" name="PlaceHolder 3"/>
          <p:cNvSpPr>
            <a:spLocks noGrp="1"/>
          </p:cNvSpPr>
          <p:nvPr>
            <p:ph type="sldNum" idx="43"/>
          </p:nvPr>
        </p:nvSpPr>
        <p:spPr>
          <a:xfrm>
            <a:off x="3884760" y="8685360"/>
            <a:ext cx="2970360" cy="455760"/>
          </a:xfrm>
          <a:prstGeom prst="rect">
            <a:avLst/>
          </a:prstGeom>
          <a:noFill/>
          <a:ln w="0">
            <a:noFill/>
          </a:ln>
        </p:spPr>
        <p:txBody>
          <a:bodyPr lIns="91440" tIns="45720" rIns="91440" bIns="45720" anchor="b">
            <a:noAutofit/>
          </a:bodyPr>
          <a:lstStyle>
            <a:lvl1pPr indent="0" algn="r" defTabSz="457200">
              <a:lnSpc>
                <a:spcPct val="100000"/>
              </a:lnSpc>
              <a:buNone/>
              <a:tabLst>
                <a:tab pos="0" algn="l"/>
              </a:tabLst>
              <a:defRPr lang="en-US" sz="1200" b="0" u="none" strike="noStrike">
                <a:solidFill>
                  <a:schemeClr val="dk1"/>
                </a:solidFill>
                <a:effectLst/>
                <a:uFillTx/>
                <a:latin typeface="+mn-lt"/>
                <a:ea typeface="+mn-ea"/>
              </a:defRPr>
            </a:lvl1pPr>
          </a:lstStyle>
          <a:p>
            <a:pPr indent="0" algn="r" defTabSz="457200">
              <a:lnSpc>
                <a:spcPct val="100000"/>
              </a:lnSpc>
              <a:buNone/>
              <a:tabLst>
                <a:tab pos="0" algn="l"/>
              </a:tabLst>
            </a:pPr>
            <a:fld id="{E6CA9CDE-A3D0-4342-BF3B-E157DBD0905C}" type="slidenum">
              <a:rPr lang="en-US" sz="1200" b="0" u="none" strike="noStrike">
                <a:solidFill>
                  <a:schemeClr val="dk1"/>
                </a:solidFill>
                <a:effectLst/>
                <a:uFillTx/>
                <a:latin typeface="+mn-lt"/>
                <a:ea typeface="+mn-ea"/>
              </a:rPr>
              <a:t>16</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Slide">
    <p:spTree>
      <p:nvGrpSpPr>
        <p:cNvPr id="1" name=""/>
        <p:cNvGrpSpPr/>
        <p:nvPr/>
      </p:nvGrpSpPr>
      <p:grpSpPr>
        <a:xfrm>
          <a:off x="0" y="0"/>
          <a:ext cx="0" cy="0"/>
          <a:chOff x="0" y="0"/>
          <a:chExt cx="0" cy="0"/>
        </a:xfrm>
      </p:grpSpPr>
      <p:sp>
        <p:nvSpPr>
          <p:cNvPr id="29" name="PlaceHolder 1"/>
          <p:cNvSpPr>
            <a:spLocks noGrp="1"/>
          </p:cNvSpPr>
          <p:nvPr>
            <p:ph type="title"/>
          </p:nvPr>
        </p:nvSpPr>
        <p:spPr>
          <a:xfrm>
            <a:off x="677160" y="934200"/>
            <a:ext cx="8595360" cy="670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30" name="PlaceHolder 2"/>
          <p:cNvSpPr>
            <a:spLocks noGrp="1"/>
          </p:cNvSpPr>
          <p:nvPr>
            <p:ph/>
          </p:nvPr>
        </p:nvSpPr>
        <p:spPr>
          <a:xfrm>
            <a:off x="677160" y="2160720"/>
            <a:ext cx="8595360" cy="3879360"/>
          </a:xfrm>
          <a:prstGeom prst="rect">
            <a:avLst/>
          </a:prstGeom>
          <a:noFill/>
          <a:ln w="0">
            <a:noFill/>
          </a:ln>
        </p:spPr>
        <p:txBody>
          <a:bodyPr lIns="0" tIns="0" rIns="0" bIns="0" anchor="t">
            <a:normAutofit/>
          </a:bodyPr>
          <a:p>
            <a:pPr indent="0" algn="l">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5E8C2EAD-23AE-48B1-8410-BC6743607385}"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Default">
    <p:spTree>
      <p:nvGrpSpPr>
        <p:cNvPr id="1" name=""/>
        <p:cNvGrpSpPr/>
        <p:nvPr/>
      </p:nvGrpSpPr>
      <p:grpSpPr>
        <a:xfrm>
          <a:off x="0" y="0"/>
          <a:ext cx="0" cy="0"/>
          <a:chOff x="0" y="0"/>
          <a:chExt cx="0" cy="0"/>
        </a:xfrm>
      </p:grpSpPr>
      <p:sp>
        <p:nvSpPr>
          <p:cNvPr id="58" name="PlaceHolder 1"/>
          <p:cNvSpPr>
            <a:spLocks noGrp="1"/>
          </p:cNvSpPr>
          <p:nvPr>
            <p:ph type="title"/>
          </p:nvPr>
        </p:nvSpPr>
        <p:spPr>
          <a:xfrm>
            <a:off x="677160" y="934200"/>
            <a:ext cx="8595360" cy="670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59" name="PlaceHolder 2"/>
          <p:cNvSpPr>
            <a:spLocks noGrp="1"/>
          </p:cNvSpPr>
          <p:nvPr>
            <p:ph/>
          </p:nvPr>
        </p:nvSpPr>
        <p:spPr>
          <a:xfrm>
            <a:off x="677160" y="2160720"/>
            <a:ext cx="8595360" cy="3879360"/>
          </a:xfrm>
          <a:prstGeom prst="rect">
            <a:avLst/>
          </a:prstGeom>
          <a:noFill/>
          <a:ln w="0">
            <a:noFill/>
          </a:ln>
        </p:spPr>
        <p:txBody>
          <a:bodyPr lIns="0" tIns="0" rIns="0" bIns="0" anchor="t">
            <a:normAutofit/>
          </a:bodyPr>
          <a:p>
            <a:pPr indent="0" algn="l">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3A475AF3-0ABA-4217-A70B-2D25DB4560C9}"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1">
    <p:spTree>
      <p:nvGrpSpPr>
        <p:cNvPr id="1" name=""/>
        <p:cNvGrpSpPr/>
        <p:nvPr/>
      </p:nvGrpSpPr>
      <p:grpSpPr>
        <a:xfrm>
          <a:off x="0" y="0"/>
          <a:ext cx="0" cy="0"/>
          <a:chOff x="0" y="0"/>
          <a:chExt cx="0" cy="0"/>
        </a:xfrm>
      </p:grpSpPr>
      <p:sp>
        <p:nvSpPr>
          <p:cNvPr id="87" name="PlaceHolder 1"/>
          <p:cNvSpPr>
            <a:spLocks noGrp="1"/>
          </p:cNvSpPr>
          <p:nvPr>
            <p:ph type="title"/>
          </p:nvPr>
        </p:nvSpPr>
        <p:spPr>
          <a:xfrm>
            <a:off x="677160" y="934200"/>
            <a:ext cx="8595360" cy="670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88" name="PlaceHolder 2"/>
          <p:cNvSpPr>
            <a:spLocks noGrp="1"/>
          </p:cNvSpPr>
          <p:nvPr>
            <p:ph type="subTitle"/>
          </p:nvPr>
        </p:nvSpPr>
        <p:spPr>
          <a:xfrm>
            <a:off x="677160" y="2160720"/>
            <a:ext cx="8595360" cy="387936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D0C9BA66-3EE8-47D7-B55B-3E9B7D09A018}" type="slidenum">
              <a:t>&lt;#&gt;</a:t>
            </a:fld>
          </a:p>
        </p:txBody>
      </p:sp>
      <p:sp>
        <p:nvSpPr>
          <p:cNvPr id="6" name="PlaceHolder 5"/>
          <p:cNvSpPr>
            <a:spLocks noGrp="1"/>
          </p:cNvSpPr>
          <p:nvPr>
            <p:ph type="dt" idx="9"/>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aption">
    <p:spTree>
      <p:nvGrpSpPr>
        <p:cNvPr id="1" name=""/>
        <p:cNvGrpSpPr/>
        <p:nvPr/>
      </p:nvGrpSpPr>
      <p:grpSpPr>
        <a:xfrm>
          <a:off x="0" y="0"/>
          <a:ext cx="0" cy="0"/>
          <a:chOff x="0" y="0"/>
          <a:chExt cx="0" cy="0"/>
        </a:xfrm>
      </p:grpSpPr>
      <p:sp>
        <p:nvSpPr>
          <p:cNvPr id="105" name="PlaceHolder 1"/>
          <p:cNvSpPr>
            <a:spLocks noGrp="1"/>
          </p:cNvSpPr>
          <p:nvPr>
            <p:ph type="title"/>
          </p:nvPr>
        </p:nvSpPr>
        <p:spPr>
          <a:xfrm>
            <a:off x="677160" y="934200"/>
            <a:ext cx="8595360" cy="670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106" name="PlaceHolder 2"/>
          <p:cNvSpPr>
            <a:spLocks noGrp="1"/>
          </p:cNvSpPr>
          <p:nvPr>
            <p:ph/>
          </p:nvPr>
        </p:nvSpPr>
        <p:spPr>
          <a:xfrm>
            <a:off x="677160" y="2160720"/>
            <a:ext cx="8595360" cy="3879360"/>
          </a:xfrm>
          <a:prstGeom prst="rect">
            <a:avLst/>
          </a:prstGeom>
          <a:noFill/>
          <a:ln w="0">
            <a:noFill/>
          </a:ln>
        </p:spPr>
        <p:txBody>
          <a:bodyPr lIns="0" tIns="0" rIns="0" bIns="0" anchor="t">
            <a:normAutofit/>
          </a:bodyPr>
          <a:p>
            <a:pPr indent="0" algn="l">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F439FEE0-B20D-413F-99FA-B465825D7A26}"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Quote with Caption">
    <p:spTree>
      <p:nvGrpSpPr>
        <p:cNvPr id="1" name=""/>
        <p:cNvGrpSpPr/>
        <p:nvPr/>
      </p:nvGrpSpPr>
      <p:grpSpPr>
        <a:xfrm>
          <a:off x="0" y="0"/>
          <a:ext cx="0" cy="0"/>
          <a:chOff x="0" y="0"/>
          <a:chExt cx="0" cy="0"/>
        </a:xfrm>
      </p:grpSpPr>
      <p:sp>
        <p:nvSpPr>
          <p:cNvPr id="125" name="PlaceHolder 1"/>
          <p:cNvSpPr>
            <a:spLocks noGrp="1"/>
          </p:cNvSpPr>
          <p:nvPr>
            <p:ph type="title"/>
          </p:nvPr>
        </p:nvSpPr>
        <p:spPr>
          <a:xfrm>
            <a:off x="677160" y="934200"/>
            <a:ext cx="8595360" cy="670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126" name="PlaceHolder 2"/>
          <p:cNvSpPr>
            <a:spLocks noGrp="1"/>
          </p:cNvSpPr>
          <p:nvPr>
            <p:ph/>
          </p:nvPr>
        </p:nvSpPr>
        <p:spPr>
          <a:xfrm>
            <a:off x="677160" y="2160720"/>
            <a:ext cx="8595360" cy="3879360"/>
          </a:xfrm>
          <a:prstGeom prst="rect">
            <a:avLst/>
          </a:prstGeom>
          <a:noFill/>
          <a:ln w="0">
            <a:noFill/>
          </a:ln>
        </p:spPr>
        <p:txBody>
          <a:bodyPr lIns="0" tIns="0" rIns="0" bIns="0" anchor="t">
            <a:normAutofit/>
          </a:bodyPr>
          <a:p>
            <a:pPr indent="0" algn="l">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13"/>
          </p:nvPr>
        </p:nvSpPr>
        <p:spPr/>
        <p:txBody>
          <a:bodyPr/>
          <a:p>
            <a:r>
              <a:t>Footer</a:t>
            </a:r>
          </a:p>
        </p:txBody>
      </p:sp>
      <p:sp>
        <p:nvSpPr>
          <p:cNvPr id="5" name="PlaceHolder 4"/>
          <p:cNvSpPr>
            <a:spLocks noGrp="1"/>
          </p:cNvSpPr>
          <p:nvPr>
            <p:ph type="sldNum" idx="14"/>
          </p:nvPr>
        </p:nvSpPr>
        <p:spPr/>
        <p:txBody>
          <a:bodyPr/>
          <a:p>
            <a:fld id="{06B68A96-3456-4FC9-8C21-B41875AAB4E4}" type="slidenum">
              <a:t>&lt;#&gt;</a:t>
            </a:fld>
          </a:p>
        </p:txBody>
      </p:sp>
      <p:sp>
        <p:nvSpPr>
          <p:cNvPr id="6" name="PlaceHolder 5"/>
          <p:cNvSpPr>
            <a:spLocks noGrp="1"/>
          </p:cNvSpPr>
          <p:nvPr>
            <p:ph type="dt" idx="15"/>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Name Card">
    <p:spTree>
      <p:nvGrpSpPr>
        <p:cNvPr id="1" name=""/>
        <p:cNvGrpSpPr/>
        <p:nvPr/>
      </p:nvGrpSpPr>
      <p:grpSpPr>
        <a:xfrm>
          <a:off x="0" y="0"/>
          <a:ext cx="0" cy="0"/>
          <a:chOff x="0" y="0"/>
          <a:chExt cx="0" cy="0"/>
        </a:xfrm>
      </p:grpSpPr>
      <p:sp>
        <p:nvSpPr>
          <p:cNvPr id="143" name="PlaceHolder 1"/>
          <p:cNvSpPr>
            <a:spLocks noGrp="1"/>
          </p:cNvSpPr>
          <p:nvPr>
            <p:ph type="title"/>
          </p:nvPr>
        </p:nvSpPr>
        <p:spPr>
          <a:xfrm>
            <a:off x="677160" y="934200"/>
            <a:ext cx="8595360" cy="670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144" name="PlaceHolder 2"/>
          <p:cNvSpPr>
            <a:spLocks noGrp="1"/>
          </p:cNvSpPr>
          <p:nvPr>
            <p:ph/>
          </p:nvPr>
        </p:nvSpPr>
        <p:spPr>
          <a:xfrm>
            <a:off x="677160" y="2160720"/>
            <a:ext cx="8595360" cy="3879360"/>
          </a:xfrm>
          <a:prstGeom prst="rect">
            <a:avLst/>
          </a:prstGeom>
          <a:noFill/>
          <a:ln w="0">
            <a:noFill/>
          </a:ln>
        </p:spPr>
        <p:txBody>
          <a:bodyPr lIns="0" tIns="0" rIns="0" bIns="0" anchor="t">
            <a:normAutofit/>
          </a:bodyPr>
          <a:p>
            <a:pPr indent="0" algn="l">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16"/>
          </p:nvPr>
        </p:nvSpPr>
        <p:spPr/>
        <p:txBody>
          <a:bodyPr/>
          <a:p>
            <a:r>
              <a:t>Footer</a:t>
            </a:r>
          </a:p>
        </p:txBody>
      </p:sp>
      <p:sp>
        <p:nvSpPr>
          <p:cNvPr id="5" name="PlaceHolder 4"/>
          <p:cNvSpPr>
            <a:spLocks noGrp="1"/>
          </p:cNvSpPr>
          <p:nvPr>
            <p:ph type="sldNum" idx="17"/>
          </p:nvPr>
        </p:nvSpPr>
        <p:spPr/>
        <p:txBody>
          <a:bodyPr/>
          <a:p>
            <a:fld id="{BD037239-58DC-42DB-BF3E-378D8CF98C90}" type="slidenum">
              <a:t>&lt;#&gt;</a:t>
            </a:fld>
          </a:p>
        </p:txBody>
      </p:sp>
      <p:sp>
        <p:nvSpPr>
          <p:cNvPr id="6" name="PlaceHolder 5"/>
          <p:cNvSpPr>
            <a:spLocks noGrp="1"/>
          </p:cNvSpPr>
          <p:nvPr>
            <p:ph type="dt" idx="18"/>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Quote Name Card">
    <p:spTree>
      <p:nvGrpSpPr>
        <p:cNvPr id="1" name=""/>
        <p:cNvGrpSpPr/>
        <p:nvPr/>
      </p:nvGrpSpPr>
      <p:grpSpPr>
        <a:xfrm>
          <a:off x="0" y="0"/>
          <a:ext cx="0" cy="0"/>
          <a:chOff x="0" y="0"/>
          <a:chExt cx="0" cy="0"/>
        </a:xfrm>
      </p:grpSpPr>
      <p:sp>
        <p:nvSpPr>
          <p:cNvPr id="163" name="PlaceHolder 1"/>
          <p:cNvSpPr>
            <a:spLocks noGrp="1"/>
          </p:cNvSpPr>
          <p:nvPr>
            <p:ph type="title"/>
          </p:nvPr>
        </p:nvSpPr>
        <p:spPr>
          <a:xfrm>
            <a:off x="677160" y="934200"/>
            <a:ext cx="8595360" cy="670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164" name="PlaceHolder 2"/>
          <p:cNvSpPr>
            <a:spLocks noGrp="1"/>
          </p:cNvSpPr>
          <p:nvPr>
            <p:ph/>
          </p:nvPr>
        </p:nvSpPr>
        <p:spPr>
          <a:xfrm>
            <a:off x="677160" y="2160720"/>
            <a:ext cx="8595360" cy="3879360"/>
          </a:xfrm>
          <a:prstGeom prst="rect">
            <a:avLst/>
          </a:prstGeom>
          <a:noFill/>
          <a:ln w="0">
            <a:noFill/>
          </a:ln>
        </p:spPr>
        <p:txBody>
          <a:bodyPr lIns="0" tIns="0" rIns="0" bIns="0" anchor="t">
            <a:normAutofit/>
          </a:bodyPr>
          <a:p>
            <a:pPr indent="0" algn="l">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19"/>
          </p:nvPr>
        </p:nvSpPr>
        <p:spPr/>
        <p:txBody>
          <a:bodyPr/>
          <a:p>
            <a:r>
              <a:t>Footer</a:t>
            </a:r>
          </a:p>
        </p:txBody>
      </p:sp>
      <p:sp>
        <p:nvSpPr>
          <p:cNvPr id="5" name="PlaceHolder 4"/>
          <p:cNvSpPr>
            <a:spLocks noGrp="1"/>
          </p:cNvSpPr>
          <p:nvPr>
            <p:ph type="sldNum" idx="20"/>
          </p:nvPr>
        </p:nvSpPr>
        <p:spPr/>
        <p:txBody>
          <a:bodyPr/>
          <a:p>
            <a:fld id="{0BF4D1FA-0914-43CE-AC3A-64F8749050E7}" type="slidenum">
              <a:t>&lt;#&gt;</a:t>
            </a:fld>
          </a:p>
        </p:txBody>
      </p:sp>
      <p:sp>
        <p:nvSpPr>
          <p:cNvPr id="6" name="PlaceHolder 5"/>
          <p:cNvSpPr>
            <a:spLocks noGrp="1"/>
          </p:cNvSpPr>
          <p:nvPr>
            <p:ph type="dt" idx="21"/>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rue or False">
    <p:spTree>
      <p:nvGrpSpPr>
        <p:cNvPr id="1" name=""/>
        <p:cNvGrpSpPr/>
        <p:nvPr/>
      </p:nvGrpSpPr>
      <p:grpSpPr>
        <a:xfrm>
          <a:off x="0" y="0"/>
          <a:ext cx="0" cy="0"/>
          <a:chOff x="0" y="0"/>
          <a:chExt cx="0" cy="0"/>
        </a:xfrm>
      </p:grpSpPr>
      <p:sp>
        <p:nvSpPr>
          <p:cNvPr id="181" name="PlaceHolder 1"/>
          <p:cNvSpPr>
            <a:spLocks noGrp="1"/>
          </p:cNvSpPr>
          <p:nvPr>
            <p:ph type="title"/>
          </p:nvPr>
        </p:nvSpPr>
        <p:spPr>
          <a:xfrm>
            <a:off x="677160" y="934200"/>
            <a:ext cx="8595360" cy="670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182" name="PlaceHolder 2"/>
          <p:cNvSpPr>
            <a:spLocks noGrp="1"/>
          </p:cNvSpPr>
          <p:nvPr>
            <p:ph/>
          </p:nvPr>
        </p:nvSpPr>
        <p:spPr>
          <a:xfrm>
            <a:off x="677160" y="2160720"/>
            <a:ext cx="8595360" cy="3879360"/>
          </a:xfrm>
          <a:prstGeom prst="rect">
            <a:avLst/>
          </a:prstGeom>
          <a:noFill/>
          <a:ln w="0">
            <a:noFill/>
          </a:ln>
        </p:spPr>
        <p:txBody>
          <a:bodyPr lIns="0" tIns="0" rIns="0" bIns="0" anchor="t">
            <a:normAutofit/>
          </a:bodyPr>
          <a:p>
            <a:pPr indent="0" algn="l">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22"/>
          </p:nvPr>
        </p:nvSpPr>
        <p:spPr/>
        <p:txBody>
          <a:bodyPr/>
          <a:p>
            <a:r>
              <a:t>Footer</a:t>
            </a:r>
          </a:p>
        </p:txBody>
      </p:sp>
      <p:sp>
        <p:nvSpPr>
          <p:cNvPr id="5" name="PlaceHolder 4"/>
          <p:cNvSpPr>
            <a:spLocks noGrp="1"/>
          </p:cNvSpPr>
          <p:nvPr>
            <p:ph type="sldNum" idx="23"/>
          </p:nvPr>
        </p:nvSpPr>
        <p:spPr/>
        <p:txBody>
          <a:bodyPr/>
          <a:p>
            <a:fld id="{2217F7C5-26D4-4B44-A504-ED637D4C6541}" type="slidenum">
              <a:t>&lt;#&gt;</a:t>
            </a:fld>
          </a:p>
        </p:txBody>
      </p:sp>
      <p:sp>
        <p:nvSpPr>
          <p:cNvPr id="6" name="PlaceHolder 5"/>
          <p:cNvSpPr>
            <a:spLocks noGrp="1"/>
          </p:cNvSpPr>
          <p:nvPr>
            <p:ph type="dt" idx="24"/>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Vertical Text">
    <p:spTree>
      <p:nvGrpSpPr>
        <p:cNvPr id="1" name=""/>
        <p:cNvGrpSpPr/>
        <p:nvPr/>
      </p:nvGrpSpPr>
      <p:grpSpPr>
        <a:xfrm>
          <a:off x="0" y="0"/>
          <a:ext cx="0" cy="0"/>
          <a:chOff x="0" y="0"/>
          <a:chExt cx="0" cy="0"/>
        </a:xfrm>
      </p:grpSpPr>
      <p:sp>
        <p:nvSpPr>
          <p:cNvPr id="199" name="PlaceHolder 1"/>
          <p:cNvSpPr>
            <a:spLocks noGrp="1"/>
          </p:cNvSpPr>
          <p:nvPr>
            <p:ph type="title"/>
          </p:nvPr>
        </p:nvSpPr>
        <p:spPr>
          <a:xfrm>
            <a:off x="677160" y="934200"/>
            <a:ext cx="8595360" cy="670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200" name="PlaceHolder 2"/>
          <p:cNvSpPr>
            <a:spLocks noGrp="1"/>
          </p:cNvSpPr>
          <p:nvPr>
            <p:ph/>
          </p:nvPr>
        </p:nvSpPr>
        <p:spPr>
          <a:xfrm>
            <a:off x="677160" y="2160720"/>
            <a:ext cx="8595360" cy="3879360"/>
          </a:xfrm>
          <a:prstGeom prst="rect">
            <a:avLst/>
          </a:prstGeom>
          <a:noFill/>
          <a:ln w="0">
            <a:noFill/>
          </a:ln>
        </p:spPr>
        <p:txBody>
          <a:bodyPr lIns="0" tIns="0" rIns="0" bIns="0" anchor="t">
            <a:normAutofit/>
          </a:bodyPr>
          <a:p>
            <a:pPr indent="0" algn="l">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25"/>
          </p:nvPr>
        </p:nvSpPr>
        <p:spPr/>
        <p:txBody>
          <a:bodyPr/>
          <a:p>
            <a:r>
              <a:t>Footer</a:t>
            </a:r>
          </a:p>
        </p:txBody>
      </p:sp>
      <p:sp>
        <p:nvSpPr>
          <p:cNvPr id="5" name="PlaceHolder 4"/>
          <p:cNvSpPr>
            <a:spLocks noGrp="1"/>
          </p:cNvSpPr>
          <p:nvPr>
            <p:ph type="sldNum" idx="26"/>
          </p:nvPr>
        </p:nvSpPr>
        <p:spPr/>
        <p:txBody>
          <a:bodyPr/>
          <a:p>
            <a:fld id="{105839DB-1DFB-4BE0-8391-FC6686738CE5}" type="slidenum">
              <a:t>&lt;#&gt;</a:t>
            </a:fld>
          </a:p>
        </p:txBody>
      </p:sp>
      <p:sp>
        <p:nvSpPr>
          <p:cNvPr id="6" name="PlaceHolder 5"/>
          <p:cNvSpPr>
            <a:spLocks noGrp="1"/>
          </p:cNvSpPr>
          <p:nvPr>
            <p:ph type="dt" idx="27"/>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Vertical Title and Text">
    <p:spTree>
      <p:nvGrpSpPr>
        <p:cNvPr id="1" name=""/>
        <p:cNvGrpSpPr/>
        <p:nvPr/>
      </p:nvGrpSpPr>
      <p:grpSpPr>
        <a:xfrm>
          <a:off x="0" y="0"/>
          <a:ext cx="0" cy="0"/>
          <a:chOff x="0" y="0"/>
          <a:chExt cx="0" cy="0"/>
        </a:xfrm>
      </p:grpSpPr>
      <p:sp>
        <p:nvSpPr>
          <p:cNvPr id="217" name="PlaceHolder 1"/>
          <p:cNvSpPr>
            <a:spLocks noGrp="1"/>
          </p:cNvSpPr>
          <p:nvPr>
            <p:ph type="title"/>
          </p:nvPr>
        </p:nvSpPr>
        <p:spPr>
          <a:xfrm>
            <a:off x="677160" y="934200"/>
            <a:ext cx="8595360" cy="670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218" name="PlaceHolder 2"/>
          <p:cNvSpPr>
            <a:spLocks noGrp="1"/>
          </p:cNvSpPr>
          <p:nvPr>
            <p:ph/>
          </p:nvPr>
        </p:nvSpPr>
        <p:spPr>
          <a:xfrm>
            <a:off x="677160" y="2160720"/>
            <a:ext cx="8595360" cy="3879360"/>
          </a:xfrm>
          <a:prstGeom prst="rect">
            <a:avLst/>
          </a:prstGeom>
          <a:noFill/>
          <a:ln w="0">
            <a:noFill/>
          </a:ln>
        </p:spPr>
        <p:txBody>
          <a:bodyPr lIns="0" tIns="0" rIns="0" bIns="0" anchor="t">
            <a:normAutofit/>
          </a:bodyPr>
          <a:p>
            <a:pPr indent="0" algn="l">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28"/>
          </p:nvPr>
        </p:nvSpPr>
        <p:spPr/>
        <p:txBody>
          <a:bodyPr/>
          <a:p>
            <a:r>
              <a:t>Footer</a:t>
            </a:r>
          </a:p>
        </p:txBody>
      </p:sp>
      <p:sp>
        <p:nvSpPr>
          <p:cNvPr id="5" name="PlaceHolder 4"/>
          <p:cNvSpPr>
            <a:spLocks noGrp="1"/>
          </p:cNvSpPr>
          <p:nvPr>
            <p:ph type="sldNum" idx="29"/>
          </p:nvPr>
        </p:nvSpPr>
        <p:spPr/>
        <p:txBody>
          <a:bodyPr/>
          <a:p>
            <a:fld id="{926AFCE3-2399-4848-97D7-9C6D6B1903FF}" type="slidenum">
              <a:t>&lt;#&gt;</a:t>
            </a:fld>
          </a:p>
        </p:txBody>
      </p:sp>
      <p:sp>
        <p:nvSpPr>
          <p:cNvPr id="6" name="PlaceHolder 5"/>
          <p:cNvSpPr>
            <a:spLocks noGrp="1"/>
          </p:cNvSpPr>
          <p:nvPr>
            <p:ph type="dt" idx="30"/>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and Content">
    <p:bg>
      <p:bgPr>
        <a:solidFill>
          <a:srgbClr val="FFFFFF"/>
        </a:solidFill>
      </p:bgPr>
    </p:bg>
    <p:spTree>
      <p:nvGrpSpPr>
        <p:cNvPr id="1" name=""/>
        <p:cNvGrpSpPr/>
        <p:nvPr/>
      </p:nvGrpSpPr>
      <p:grpSpPr>
        <a:xfrm>
          <a:off x="0" y="0"/>
          <a:ext cx="0" cy="0"/>
          <a:chOff x="0" y="0"/>
          <a:chExt cx="0" cy="0"/>
        </a:xfrm>
      </p:grpSpPr>
      <p:grpSp>
        <p:nvGrpSpPr>
          <p:cNvPr id="219" name="Group 6"/>
          <p:cNvGrpSpPr/>
          <p:nvPr/>
        </p:nvGrpSpPr>
        <p:grpSpPr>
          <a:xfrm>
            <a:off x="0" y="-8640"/>
            <a:ext cx="12190680" cy="6867720"/>
            <a:chOff x="0" y="-8640"/>
            <a:chExt cx="12190680" cy="6867720"/>
          </a:xfrm>
        </p:grpSpPr>
        <p:cxnSp>
          <p:nvCxnSpPr>
            <p:cNvPr id="220" name="Straight Connector 19"/>
            <p:cNvCxnSpPr/>
            <p:nvPr/>
          </p:nvCxnSpPr>
          <p:spPr>
            <a:xfrm>
              <a:off x="9370800" y="0"/>
              <a:ext cx="1220760" cy="6859440"/>
            </a:xfrm>
            <a:prstGeom prst="straightConnector1">
              <a:avLst/>
            </a:prstGeom>
            <a:ln cap="rnd" w="9360">
              <a:solidFill>
                <a:srgbClr val="BFBFBF"/>
              </a:solidFill>
              <a:round/>
            </a:ln>
          </p:spPr>
        </p:cxnSp>
        <p:cxnSp>
          <p:nvCxnSpPr>
            <p:cNvPr id="221" name="Straight Connector 20"/>
            <p:cNvCxnSpPr/>
            <p:nvPr/>
          </p:nvCxnSpPr>
          <p:spPr>
            <a:xfrm flipH="1">
              <a:off x="7425000" y="3681360"/>
              <a:ext cx="4764960" cy="3178080"/>
            </a:xfrm>
            <a:prstGeom prst="straightConnector1">
              <a:avLst/>
            </a:prstGeom>
            <a:ln cap="rnd" w="9360">
              <a:solidFill>
                <a:srgbClr val="D9D9D9"/>
              </a:solidFill>
              <a:round/>
            </a:ln>
          </p:spPr>
        </p:cxnSp>
        <p:sp>
          <p:nvSpPr>
            <p:cNvPr id="222"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3"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4" name="Isosceles Triangle 23"/>
            <p:cNvSpPr/>
            <p:nvPr/>
          </p:nvSpPr>
          <p:spPr>
            <a:xfrm>
              <a:off x="8932320" y="3048120"/>
              <a:ext cx="3258360" cy="3808440"/>
            </a:xfrm>
            <a:prstGeom prst="triangle">
              <a:avLst>
                <a:gd name="adj" fmla="val 100000"/>
              </a:avLst>
            </a:prstGeom>
            <a:solidFill>
              <a:schemeClr val="accent2">
                <a:alpha val="72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25"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26"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7"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8" name="Isosceles Triangle 27"/>
            <p:cNvSpPr/>
            <p:nvPr/>
          </p:nvSpPr>
          <p:spPr>
            <a:xfrm>
              <a:off x="10371600" y="3589920"/>
              <a:ext cx="1815840" cy="3266640"/>
            </a:xfrm>
            <a:prstGeom prst="triangle">
              <a:avLst>
                <a:gd name="adj" fmla="val 100000"/>
              </a:avLst>
            </a:prstGeom>
            <a:solidFill>
              <a:schemeClr val="accent1">
                <a:alpha val="8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9" name="Isosceles Triangle 28"/>
            <p:cNvSpPr/>
            <p:nvPr/>
          </p:nvSpPr>
          <p:spPr>
            <a:xfrm>
              <a:off x="0" y="4013280"/>
              <a:ext cx="447120" cy="2843280"/>
            </a:xfrm>
            <a:prstGeom prst="triangle">
              <a:avLst>
                <a:gd name="adj" fmla="val 0"/>
              </a:avLst>
            </a:prstGeom>
            <a:solidFill>
              <a:schemeClr val="accent1">
                <a:alpha val="8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grpSp>
      <p:sp>
        <p:nvSpPr>
          <p:cNvPr id="230" name="PlaceHolder 1"/>
          <p:cNvSpPr>
            <a:spLocks noGrp="1"/>
          </p:cNvSpPr>
          <p:nvPr>
            <p:ph type="title"/>
          </p:nvPr>
        </p:nvSpPr>
        <p:spPr>
          <a:xfrm>
            <a:off x="677160" y="934200"/>
            <a:ext cx="8595360" cy="670680"/>
          </a:xfrm>
          <a:prstGeom prst="rect">
            <a:avLst/>
          </a:prstGeom>
          <a:noFill/>
          <a:ln w="0">
            <a:noFill/>
          </a:ln>
        </p:spPr>
        <p:txBody>
          <a:bodyPr lIns="0" tIns="0" rIns="0" bIns="0" anchor="ctr">
            <a:spAutoFit/>
          </a:bodyPr>
          <a:lstStyle>
            <a:lvl1pPr indent="0" algn="l">
              <a:buNone/>
              <a:defRPr lang="en-US" sz="4400" b="0" u="none" strike="noStrike">
                <a:solidFill>
                  <a:srgbClr val="000000"/>
                </a:solidFill>
                <a:effectLst/>
                <a:uFillTx/>
                <a:latin typeface="Arial"/>
              </a:defRPr>
            </a:lvl1pPr>
          </a:lstStyle>
          <a:p>
            <a:pPr indent="0" algn="l">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231" name="PlaceHolder 2"/>
          <p:cNvSpPr>
            <a:spLocks noGrp="1"/>
          </p:cNvSpPr>
          <p:nvPr>
            <p:ph type="ftr" idx="31"/>
          </p:nvPr>
        </p:nvSpPr>
        <p:spPr>
          <a:xfrm>
            <a:off x="677160" y="6041520"/>
            <a:ext cx="629604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232" name="PlaceHolder 3"/>
          <p:cNvSpPr>
            <a:spLocks noGrp="1"/>
          </p:cNvSpPr>
          <p:nvPr>
            <p:ph type="sldNum" idx="32"/>
          </p:nvPr>
        </p:nvSpPr>
        <p:spPr>
          <a:xfrm>
            <a:off x="8590680" y="6041520"/>
            <a:ext cx="681840" cy="3636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FC10E0C1-6076-4D72-8E5A-9078DE7D5CC1}" type="slidenum">
              <a:rPr lang="en-IN" sz="900" b="0" u="none" strike="noStrike">
                <a:solidFill>
                  <a:schemeClr val="accent1"/>
                </a:solidFill>
                <a:effectLst/>
                <a:uFillTx/>
                <a:latin typeface="Trebuchet MS"/>
              </a:rPr>
              <a:t>1</a:t>
            </a:fld>
            <a:endParaRPr lang="en-US" sz="900" b="0" u="none" strike="noStrike">
              <a:solidFill>
                <a:srgbClr val="000000"/>
              </a:solidFill>
              <a:effectLst/>
              <a:uFillTx/>
              <a:latin typeface="Times New Roman"/>
            </a:endParaRPr>
          </a:p>
        </p:txBody>
      </p:sp>
      <p:sp>
        <p:nvSpPr>
          <p:cNvPr id="233" name="PlaceHolder 4"/>
          <p:cNvSpPr>
            <a:spLocks noGrp="1"/>
          </p:cNvSpPr>
          <p:nvPr>
            <p:ph type="dt" idx="33"/>
          </p:nvPr>
        </p:nvSpPr>
        <p:spPr>
          <a:xfrm>
            <a:off x="7205040" y="6041520"/>
            <a:ext cx="910440" cy="36360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2">
    <p:bg>
      <p:bgPr>
        <a:solidFill>
          <a:srgbClr val="FFFFFF"/>
        </a:solidFill>
      </p:bgPr>
    </p:bg>
    <p:spTree>
      <p:nvGrpSpPr>
        <p:cNvPr id="1" name=""/>
        <p:cNvGrpSpPr/>
        <p:nvPr/>
      </p:nvGrpSpPr>
      <p:grpSpPr>
        <a:xfrm>
          <a:off x="0" y="0"/>
          <a:ext cx="0" cy="0"/>
          <a:chOff x="0" y="0"/>
          <a:chExt cx="0" cy="0"/>
        </a:xfrm>
      </p:grpSpPr>
      <p:grpSp>
        <p:nvGrpSpPr>
          <p:cNvPr id="234" name="Group 6"/>
          <p:cNvGrpSpPr/>
          <p:nvPr/>
        </p:nvGrpSpPr>
        <p:grpSpPr>
          <a:xfrm>
            <a:off x="0" y="-8640"/>
            <a:ext cx="12190680" cy="6867720"/>
            <a:chOff x="0" y="-8640"/>
            <a:chExt cx="12190680" cy="6867720"/>
          </a:xfrm>
        </p:grpSpPr>
        <p:cxnSp>
          <p:nvCxnSpPr>
            <p:cNvPr id="235" name="Straight Connector 19"/>
            <p:cNvCxnSpPr/>
            <p:nvPr/>
          </p:nvCxnSpPr>
          <p:spPr>
            <a:xfrm>
              <a:off x="9370800" y="0"/>
              <a:ext cx="1220760" cy="6859440"/>
            </a:xfrm>
            <a:prstGeom prst="straightConnector1">
              <a:avLst/>
            </a:prstGeom>
            <a:ln cap="rnd" w="9360">
              <a:solidFill>
                <a:srgbClr val="BFBFBF"/>
              </a:solidFill>
              <a:round/>
            </a:ln>
          </p:spPr>
        </p:cxnSp>
        <p:cxnSp>
          <p:nvCxnSpPr>
            <p:cNvPr id="236" name="Straight Connector 20"/>
            <p:cNvCxnSpPr/>
            <p:nvPr/>
          </p:nvCxnSpPr>
          <p:spPr>
            <a:xfrm flipH="1">
              <a:off x="7425000" y="3681360"/>
              <a:ext cx="4764960" cy="3178080"/>
            </a:xfrm>
            <a:prstGeom prst="straightConnector1">
              <a:avLst/>
            </a:prstGeom>
            <a:ln cap="rnd" w="9360">
              <a:solidFill>
                <a:srgbClr val="D9D9D9"/>
              </a:solidFill>
              <a:round/>
            </a:ln>
          </p:spPr>
        </p:cxnSp>
        <p:sp>
          <p:nvSpPr>
            <p:cNvPr id="237"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38"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39" name="Isosceles Triangle 23"/>
            <p:cNvSpPr/>
            <p:nvPr/>
          </p:nvSpPr>
          <p:spPr>
            <a:xfrm>
              <a:off x="8932320" y="3048120"/>
              <a:ext cx="3258360" cy="3808440"/>
            </a:xfrm>
            <a:prstGeom prst="triangle">
              <a:avLst>
                <a:gd name="adj" fmla="val 100000"/>
              </a:avLst>
            </a:prstGeom>
            <a:solidFill>
              <a:schemeClr val="accent2">
                <a:alpha val="72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40"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41"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2"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3" name="Isosceles Triangle 27"/>
            <p:cNvSpPr/>
            <p:nvPr/>
          </p:nvSpPr>
          <p:spPr>
            <a:xfrm>
              <a:off x="10371600" y="3589920"/>
              <a:ext cx="1815840" cy="3266640"/>
            </a:xfrm>
            <a:prstGeom prst="triangle">
              <a:avLst>
                <a:gd name="adj" fmla="val 100000"/>
              </a:avLst>
            </a:prstGeom>
            <a:solidFill>
              <a:schemeClr val="accent1">
                <a:alpha val="8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4" name="Isosceles Triangle 28"/>
            <p:cNvSpPr/>
            <p:nvPr/>
          </p:nvSpPr>
          <p:spPr>
            <a:xfrm>
              <a:off x="0" y="4013280"/>
              <a:ext cx="447120" cy="2843280"/>
            </a:xfrm>
            <a:prstGeom prst="triangle">
              <a:avLst>
                <a:gd name="adj" fmla="val 0"/>
              </a:avLst>
            </a:prstGeom>
            <a:solidFill>
              <a:schemeClr val="accent1">
                <a:alpha val="8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grpSp>
      <p:sp>
        <p:nvSpPr>
          <p:cNvPr id="245" name="PlaceHolder 1"/>
          <p:cNvSpPr>
            <a:spLocks noGrp="1"/>
          </p:cNvSpPr>
          <p:nvPr>
            <p:ph type="title"/>
          </p:nvPr>
        </p:nvSpPr>
        <p:spPr>
          <a:xfrm>
            <a:off x="677160" y="934200"/>
            <a:ext cx="8595360" cy="670680"/>
          </a:xfrm>
          <a:prstGeom prst="rect">
            <a:avLst/>
          </a:prstGeom>
          <a:noFill/>
          <a:ln w="0">
            <a:noFill/>
          </a:ln>
        </p:spPr>
        <p:txBody>
          <a:bodyPr lIns="0" tIns="0" rIns="0" bIns="0" anchor="ctr">
            <a:spAutoFit/>
          </a:bodyPr>
          <a:lstStyle>
            <a:lvl1pPr indent="0" algn="l">
              <a:buNone/>
              <a:defRPr lang="en-US" sz="4400" b="0" u="none" strike="noStrike">
                <a:solidFill>
                  <a:srgbClr val="000000"/>
                </a:solidFill>
                <a:effectLst/>
                <a:uFillTx/>
                <a:latin typeface="Arial"/>
              </a:defRPr>
            </a:lvl1pPr>
          </a:lstStyle>
          <a:p>
            <a:pPr indent="0" algn="l">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246" name="PlaceHolder 2"/>
          <p:cNvSpPr>
            <a:spLocks noGrp="1"/>
          </p:cNvSpPr>
          <p:nvPr>
            <p:ph type="body"/>
          </p:nvPr>
        </p:nvSpPr>
        <p:spPr>
          <a:xfrm>
            <a:off x="677160" y="2160720"/>
            <a:ext cx="8595360" cy="387936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18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1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18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18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18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18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18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247" name="PlaceHolder 3"/>
          <p:cNvSpPr>
            <a:spLocks noGrp="1"/>
          </p:cNvSpPr>
          <p:nvPr>
            <p:ph type="ftr" idx="34"/>
          </p:nvPr>
        </p:nvSpPr>
        <p:spPr>
          <a:xfrm>
            <a:off x="677160" y="6041520"/>
            <a:ext cx="629604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48" name="PlaceHolder 4"/>
          <p:cNvSpPr>
            <a:spLocks noGrp="1"/>
          </p:cNvSpPr>
          <p:nvPr>
            <p:ph type="sldNum" idx="35"/>
          </p:nvPr>
        </p:nvSpPr>
        <p:spPr>
          <a:xfrm>
            <a:off x="8590680" y="6041520"/>
            <a:ext cx="681840" cy="3636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C25B88FB-197F-4386-AC39-46A0D8E69DF7}"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249" name="PlaceHolder 5"/>
          <p:cNvSpPr>
            <a:spLocks noGrp="1"/>
          </p:cNvSpPr>
          <p:nvPr>
            <p:ph type="dt" idx="36"/>
          </p:nvPr>
        </p:nvSpPr>
        <p:spPr>
          <a:xfrm>
            <a:off x="7205040" y="6041520"/>
            <a:ext cx="910440" cy="36360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3">
    <p:spTree>
      <p:nvGrpSpPr>
        <p:cNvPr id="1" name=""/>
        <p:cNvGrpSpPr/>
        <p:nvPr/>
      </p:nvGrpSpPr>
      <p:grpSpPr>
        <a:xfrm>
          <a:off x="0" y="0"/>
          <a:ext cx="0" cy="0"/>
          <a:chOff x="0" y="0"/>
          <a:chExt cx="0" cy="0"/>
        </a:xfrm>
      </p:grpSpPr>
      <p:sp>
        <p:nvSpPr>
          <p:cNvPr id="266" name="PlaceHolder 1"/>
          <p:cNvSpPr>
            <a:spLocks noGrp="1"/>
          </p:cNvSpPr>
          <p:nvPr>
            <p:ph type="title"/>
          </p:nvPr>
        </p:nvSpPr>
        <p:spPr>
          <a:xfrm>
            <a:off x="677160" y="934200"/>
            <a:ext cx="8595360" cy="670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267" name="PlaceHolder 2"/>
          <p:cNvSpPr>
            <a:spLocks noGrp="1"/>
          </p:cNvSpPr>
          <p:nvPr>
            <p:ph type="subTitle"/>
          </p:nvPr>
        </p:nvSpPr>
        <p:spPr>
          <a:xfrm>
            <a:off x="677160" y="2160720"/>
            <a:ext cx="8595360" cy="387936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
        <p:nvSpPr>
          <p:cNvPr id="4" name="PlaceHolder 3"/>
          <p:cNvSpPr>
            <a:spLocks noGrp="1"/>
          </p:cNvSpPr>
          <p:nvPr>
            <p:ph type="ftr" idx="37"/>
          </p:nvPr>
        </p:nvSpPr>
        <p:spPr/>
        <p:txBody>
          <a:bodyPr/>
          <a:p>
            <a:r>
              <a:t>Footer</a:t>
            </a:r>
          </a:p>
        </p:txBody>
      </p:sp>
      <p:sp>
        <p:nvSpPr>
          <p:cNvPr id="5" name="PlaceHolder 4"/>
          <p:cNvSpPr>
            <a:spLocks noGrp="1"/>
          </p:cNvSpPr>
          <p:nvPr>
            <p:ph type="sldNum" idx="38"/>
          </p:nvPr>
        </p:nvSpPr>
        <p:spPr/>
        <p:txBody>
          <a:bodyPr/>
          <a:p>
            <a:fld id="{089E9F76-17F4-4C71-B2BA-E7900F12FF57}" type="slidenum">
              <a:t>&lt;#&gt;</a:t>
            </a:fld>
          </a:p>
        </p:txBody>
      </p:sp>
      <p:sp>
        <p:nvSpPr>
          <p:cNvPr id="6" name="PlaceHolder 5"/>
          <p:cNvSpPr>
            <a:spLocks noGrp="1"/>
          </p:cNvSpPr>
          <p:nvPr>
            <p:ph type="dt" idx="39"/>
          </p:nvPr>
        </p:nvSpPr>
        <p:spPr/>
        <p:txBody>
          <a:bodyPr/>
          <a:p>
            <a:r>
              <a:rPr lang="en-US"/>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3">
    <p:spTree>
      <p:nvGrpSpPr>
        <p:cNvPr id="1" name=""/>
        <p:cNvGrpSpPr/>
        <p:nvPr/>
      </p:nvGrpSpPr>
      <p:grpSpPr>
        <a:xfrm>
          <a:off x="0" y="0"/>
          <a:ext cx="0" cy="0"/>
          <a:chOff x="0" y="0"/>
          <a:chExt cx="0" cy="0"/>
        </a:xfrm>
      </p:grpSpPr>
      <p:sp>
        <p:nvSpPr>
          <p:cNvPr id="268" name="PlaceHolder 1"/>
          <p:cNvSpPr>
            <a:spLocks noGrp="1"/>
          </p:cNvSpPr>
          <p:nvPr>
            <p:ph type="title"/>
          </p:nvPr>
        </p:nvSpPr>
        <p:spPr>
          <a:xfrm>
            <a:off x="677160" y="934200"/>
            <a:ext cx="8595360" cy="670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269" name="PlaceHolder 2"/>
          <p:cNvSpPr>
            <a:spLocks noGrp="1"/>
          </p:cNvSpPr>
          <p:nvPr>
            <p:ph/>
          </p:nvPr>
        </p:nvSpPr>
        <p:spPr>
          <a:xfrm>
            <a:off x="677160" y="2160720"/>
            <a:ext cx="8595360" cy="3879360"/>
          </a:xfrm>
          <a:prstGeom prst="rect">
            <a:avLst/>
          </a:prstGeom>
          <a:noFill/>
          <a:ln w="0">
            <a:noFill/>
          </a:ln>
        </p:spPr>
        <p:txBody>
          <a:bodyPr lIns="0" tIns="0" rIns="0" bIns="0" anchor="t">
            <a:normAutofit/>
          </a:bodyPr>
          <a:p>
            <a:pPr indent="0" algn="l">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37"/>
          </p:nvPr>
        </p:nvSpPr>
        <p:spPr/>
        <p:txBody>
          <a:bodyPr/>
          <a:p>
            <a:r>
              <a:t>Footer</a:t>
            </a:r>
          </a:p>
        </p:txBody>
      </p:sp>
      <p:sp>
        <p:nvSpPr>
          <p:cNvPr id="5" name="PlaceHolder 4"/>
          <p:cNvSpPr>
            <a:spLocks noGrp="1"/>
          </p:cNvSpPr>
          <p:nvPr>
            <p:ph type="sldNum" idx="38"/>
          </p:nvPr>
        </p:nvSpPr>
        <p:spPr/>
        <p:txBody>
          <a:bodyPr/>
          <a:p>
            <a:fld id="{B5C83413-B11D-4781-A710-5E289885BE61}" type="slidenum">
              <a:t>&lt;#&gt;</a:t>
            </a:fld>
          </a:p>
        </p:txBody>
      </p:sp>
      <p:sp>
        <p:nvSpPr>
          <p:cNvPr id="6" name="PlaceHolder 5"/>
          <p:cNvSpPr>
            <a:spLocks noGrp="1"/>
          </p:cNvSpPr>
          <p:nvPr>
            <p:ph type="dt" idx="39"/>
          </p:nvPr>
        </p:nvSpPr>
        <p:spPr/>
        <p:txBody>
          <a:bodyPr/>
          <a:p>
            <a:r>
              <a:rPr lang="en-US"/>
              <a:t/>
            </a: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Default 3">
    <p:spTree>
      <p:nvGrpSpPr>
        <p:cNvPr id="1" name=""/>
        <p:cNvGrpSpPr/>
        <p:nvPr/>
      </p:nvGrpSpPr>
      <p:grpSpPr>
        <a:xfrm>
          <a:off x="0" y="0"/>
          <a:ext cx="0" cy="0"/>
          <a:chOff x="0" y="0"/>
          <a:chExt cx="0" cy="0"/>
        </a:xfrm>
      </p:grpSpPr>
      <p:sp>
        <p:nvSpPr>
          <p:cNvPr id="270" name="PlaceHolder 1"/>
          <p:cNvSpPr>
            <a:spLocks noGrp="1"/>
          </p:cNvSpPr>
          <p:nvPr>
            <p:ph type="title"/>
          </p:nvPr>
        </p:nvSpPr>
        <p:spPr>
          <a:xfrm>
            <a:off x="677160" y="934200"/>
            <a:ext cx="8595360" cy="670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271" name="PlaceHolder 2"/>
          <p:cNvSpPr>
            <a:spLocks noGrp="1"/>
          </p:cNvSpPr>
          <p:nvPr>
            <p:ph/>
          </p:nvPr>
        </p:nvSpPr>
        <p:spPr>
          <a:xfrm>
            <a:off x="677160" y="2160720"/>
            <a:ext cx="8595360" cy="3879360"/>
          </a:xfrm>
          <a:prstGeom prst="rect">
            <a:avLst/>
          </a:prstGeom>
          <a:noFill/>
          <a:ln w="0">
            <a:noFill/>
          </a:ln>
        </p:spPr>
        <p:txBody>
          <a:bodyPr lIns="0" tIns="0" rIns="0" bIns="0" anchor="t">
            <a:normAutofit/>
          </a:bodyPr>
          <a:p>
            <a:pPr indent="0" algn="l">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37"/>
          </p:nvPr>
        </p:nvSpPr>
        <p:spPr/>
        <p:txBody>
          <a:bodyPr/>
          <a:p>
            <a:r>
              <a:t>Footer</a:t>
            </a:r>
          </a:p>
        </p:txBody>
      </p:sp>
      <p:sp>
        <p:nvSpPr>
          <p:cNvPr id="5" name="PlaceHolder 4"/>
          <p:cNvSpPr>
            <a:spLocks noGrp="1"/>
          </p:cNvSpPr>
          <p:nvPr>
            <p:ph type="sldNum" idx="38"/>
          </p:nvPr>
        </p:nvSpPr>
        <p:spPr/>
        <p:txBody>
          <a:bodyPr/>
          <a:p>
            <a:fld id="{0B57EE1C-7E67-4A27-B228-DB842F1ED324}" type="slidenum">
              <a:t>&lt;#&gt;</a:t>
            </a:fld>
          </a:p>
        </p:txBody>
      </p:sp>
      <p:sp>
        <p:nvSpPr>
          <p:cNvPr id="6" name="PlaceHolder 5"/>
          <p:cNvSpPr>
            <a:spLocks noGrp="1"/>
          </p:cNvSpPr>
          <p:nvPr>
            <p:ph type="dt" idx="39"/>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Relationship Id="rId3" Type="http://schemas.openxmlformats.org/officeDocument/2006/relationships/slideLayout" Target="../slideLayouts/slideLayout12.xml"/>
</Relationships>
</file>

<file path=ppt/slideMasters/_rels/slideMaster13.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2" name="Group 6"/>
          <p:cNvGrpSpPr/>
          <p:nvPr/>
        </p:nvGrpSpPr>
        <p:grpSpPr>
          <a:xfrm>
            <a:off x="0" y="-8640"/>
            <a:ext cx="12190680" cy="6867720"/>
            <a:chOff x="0" y="-8640"/>
            <a:chExt cx="12190680" cy="6867720"/>
          </a:xfrm>
        </p:grpSpPr>
        <p:cxnSp>
          <p:nvCxnSpPr>
            <p:cNvPr id="3" name="Straight Connector 19"/>
            <p:cNvCxnSpPr/>
            <p:nvPr/>
          </p:nvCxnSpPr>
          <p:spPr>
            <a:xfrm>
              <a:off x="9370800" y="0"/>
              <a:ext cx="1220760" cy="6859440"/>
            </a:xfrm>
            <a:prstGeom prst="straightConnector1">
              <a:avLst/>
            </a:prstGeom>
            <a:ln cap="rnd" w="9360">
              <a:solidFill>
                <a:srgbClr val="BFBFBF"/>
              </a:solidFill>
              <a:round/>
            </a:ln>
          </p:spPr>
        </p:cxnSp>
        <p:cxnSp>
          <p:nvCxnSpPr>
            <p:cNvPr id="4" name="Straight Connector 20"/>
            <p:cNvCxnSpPr/>
            <p:nvPr/>
          </p:nvCxnSpPr>
          <p:spPr>
            <a:xfrm flipH="1">
              <a:off x="7425000" y="3681360"/>
              <a:ext cx="4764960" cy="3178080"/>
            </a:xfrm>
            <a:prstGeom prst="straightConnector1">
              <a:avLst/>
            </a:prstGeom>
            <a:ln cap="rnd" w="9360">
              <a:solidFill>
                <a:srgbClr val="D9D9D9"/>
              </a:solidFill>
              <a:round/>
            </a:ln>
          </p:spPr>
        </p:cxnSp>
        <p:sp>
          <p:nvSpPr>
            <p:cNvPr id="5"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 name="Isosceles Triangle 23"/>
            <p:cNvSpPr/>
            <p:nvPr/>
          </p:nvSpPr>
          <p:spPr>
            <a:xfrm>
              <a:off x="8932320" y="3048120"/>
              <a:ext cx="3258360" cy="3808440"/>
            </a:xfrm>
            <a:prstGeom prst="triangle">
              <a:avLst>
                <a:gd name="adj" fmla="val 100000"/>
              </a:avLst>
            </a:prstGeom>
            <a:solidFill>
              <a:schemeClr val="accent2">
                <a:alpha val="72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 name="Isosceles Triangle 27"/>
            <p:cNvSpPr/>
            <p:nvPr/>
          </p:nvSpPr>
          <p:spPr>
            <a:xfrm>
              <a:off x="10371600" y="3589920"/>
              <a:ext cx="1815840" cy="3266640"/>
            </a:xfrm>
            <a:prstGeom prst="triangle">
              <a:avLst>
                <a:gd name="adj" fmla="val 100000"/>
              </a:avLst>
            </a:prstGeom>
            <a:solidFill>
              <a:schemeClr val="accent1">
                <a:alpha val="8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 name="Isosceles Triangle 28"/>
            <p:cNvSpPr/>
            <p:nvPr/>
          </p:nvSpPr>
          <p:spPr>
            <a:xfrm>
              <a:off x="0" y="4013280"/>
              <a:ext cx="447120" cy="2843280"/>
            </a:xfrm>
            <a:prstGeom prst="triangle">
              <a:avLst>
                <a:gd name="adj" fmla="val 0"/>
              </a:avLst>
            </a:prstGeom>
            <a:solidFill>
              <a:schemeClr val="accent1">
                <a:alpha val="8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grpSp>
      <p:grpSp>
        <p:nvGrpSpPr>
          <p:cNvPr id="13" name="Group 6"/>
          <p:cNvGrpSpPr/>
          <p:nvPr/>
        </p:nvGrpSpPr>
        <p:grpSpPr>
          <a:xfrm>
            <a:off x="1440" y="-8640"/>
            <a:ext cx="12189240" cy="6867720"/>
            <a:chOff x="1440" y="-8640"/>
            <a:chExt cx="12189240" cy="6867720"/>
          </a:xfrm>
        </p:grpSpPr>
        <p:cxnSp>
          <p:nvCxnSpPr>
            <p:cNvPr id="14" name="Straight Connector 31"/>
            <p:cNvCxnSpPr/>
            <p:nvPr/>
          </p:nvCxnSpPr>
          <p:spPr>
            <a:xfrm>
              <a:off x="9370800" y="0"/>
              <a:ext cx="1220760" cy="6859440"/>
            </a:xfrm>
            <a:prstGeom prst="straightConnector1">
              <a:avLst/>
            </a:prstGeom>
            <a:ln cap="rnd" w="9360">
              <a:solidFill>
                <a:srgbClr val="BFBFBF"/>
              </a:solidFill>
              <a:round/>
            </a:ln>
          </p:spPr>
        </p:cxnSp>
        <p:cxnSp>
          <p:nvCxnSpPr>
            <p:cNvPr id="15" name="Straight Connector 20"/>
            <p:cNvCxnSpPr/>
            <p:nvPr/>
          </p:nvCxnSpPr>
          <p:spPr>
            <a:xfrm flipH="1">
              <a:off x="7425000" y="3681360"/>
              <a:ext cx="4764960" cy="3178080"/>
            </a:xfrm>
            <a:prstGeom prst="straightConnector1">
              <a:avLst/>
            </a:prstGeom>
            <a:ln cap="rnd" w="9360">
              <a:solidFill>
                <a:srgbClr val="D9D9D9"/>
              </a:solidFill>
              <a:round/>
            </a:ln>
          </p:spPr>
        </p:cxnSp>
        <p:sp>
          <p:nvSpPr>
            <p:cNvPr id="16"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 name="Isosceles Triangle 26"/>
            <p:cNvSpPr/>
            <p:nvPr/>
          </p:nvSpPr>
          <p:spPr>
            <a:xfrm>
              <a:off x="8932320" y="3048120"/>
              <a:ext cx="3258360" cy="3808440"/>
            </a:xfrm>
            <a:prstGeom prst="triangle">
              <a:avLst>
                <a:gd name="adj" fmla="val 100000"/>
              </a:avLst>
            </a:prstGeom>
            <a:solidFill>
              <a:schemeClr val="accent2">
                <a:alpha val="72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9"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0"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 name="Isosceles Triangle 30"/>
            <p:cNvSpPr/>
            <p:nvPr/>
          </p:nvSpPr>
          <p:spPr>
            <a:xfrm>
              <a:off x="10371600" y="3589920"/>
              <a:ext cx="1815840" cy="3266640"/>
            </a:xfrm>
            <a:prstGeom prst="triangle">
              <a:avLst>
                <a:gd name="adj" fmla="val 100000"/>
              </a:avLst>
            </a:prstGeom>
            <a:solidFill>
              <a:schemeClr val="accent1">
                <a:alpha val="8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3" name="Isosceles Triangle 18"/>
            <p:cNvSpPr/>
            <p:nvPr/>
          </p:nvSpPr>
          <p:spPr>
            <a:xfrm rot="10800000">
              <a:off x="1440" y="1440"/>
              <a:ext cx="841320" cy="5664600"/>
            </a:xfrm>
            <a:prstGeom prst="triangle">
              <a:avLst>
                <a:gd name="adj" fmla="val 100000"/>
              </a:avLst>
            </a:prstGeom>
            <a:solidFill>
              <a:schemeClr val="accent1">
                <a:alpha val="8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grpSp>
      <p:sp>
        <p:nvSpPr>
          <p:cNvPr id="24" name="PlaceHolder 1"/>
          <p:cNvSpPr>
            <a:spLocks noGrp="1"/>
          </p:cNvSpPr>
          <p:nvPr>
            <p:ph type="title"/>
          </p:nvPr>
        </p:nvSpPr>
        <p:spPr>
          <a:xfrm>
            <a:off x="677160" y="934200"/>
            <a:ext cx="8595360" cy="670680"/>
          </a:xfrm>
          <a:prstGeom prst="rect">
            <a:avLst/>
          </a:prstGeom>
          <a:noFill/>
          <a:ln w="0">
            <a:noFill/>
          </a:ln>
        </p:spPr>
        <p:txBody>
          <a:bodyPr lIns="0" tIns="0" rIns="0" bIns="0" anchor="ctr">
            <a:spAutoFit/>
          </a:bodyPr>
          <a:lstStyle>
            <a:lvl1pPr indent="0" algn="l">
              <a:buNone/>
              <a:defRPr lang="en-US" sz="4400" b="0" u="none" strike="noStrike">
                <a:solidFill>
                  <a:srgbClr val="000000"/>
                </a:solidFill>
                <a:effectLst/>
                <a:uFillTx/>
                <a:latin typeface="Arial"/>
              </a:defRPr>
            </a:lvl1pPr>
          </a:lstStyle>
          <a:p>
            <a:pPr indent="0" algn="l">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25" name="PlaceHolder 2"/>
          <p:cNvSpPr>
            <a:spLocks noGrp="1"/>
          </p:cNvSpPr>
          <p:nvPr>
            <p:ph type="body"/>
          </p:nvPr>
        </p:nvSpPr>
        <p:spPr>
          <a:xfrm>
            <a:off x="677160" y="2160720"/>
            <a:ext cx="8595360" cy="387936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18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1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18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18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18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18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18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26" name="PlaceHolder 3"/>
          <p:cNvSpPr>
            <a:spLocks noGrp="1"/>
          </p:cNvSpPr>
          <p:nvPr>
            <p:ph type="ftr" idx="1"/>
          </p:nvPr>
        </p:nvSpPr>
        <p:spPr>
          <a:xfrm>
            <a:off x="677160" y="6041520"/>
            <a:ext cx="629604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7" name="PlaceHolder 4"/>
          <p:cNvSpPr>
            <a:spLocks noGrp="1"/>
          </p:cNvSpPr>
          <p:nvPr>
            <p:ph type="sldNum" idx="2"/>
          </p:nvPr>
        </p:nvSpPr>
        <p:spPr>
          <a:xfrm>
            <a:off x="8590680" y="6041520"/>
            <a:ext cx="681840" cy="3636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27AC0FDA-23EB-45B1-B68D-7D99E83B4935}"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28" name="PlaceHolder 5"/>
          <p:cNvSpPr>
            <a:spLocks noGrp="1"/>
          </p:cNvSpPr>
          <p:nvPr>
            <p:ph type="dt" idx="3"/>
          </p:nvPr>
        </p:nvSpPr>
        <p:spPr>
          <a:xfrm>
            <a:off x="7205040" y="6041520"/>
            <a:ext cx="910440" cy="36360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31" name="Group 6"/>
          <p:cNvGrpSpPr/>
          <p:nvPr/>
        </p:nvGrpSpPr>
        <p:grpSpPr>
          <a:xfrm>
            <a:off x="0" y="-8640"/>
            <a:ext cx="12190680" cy="6867720"/>
            <a:chOff x="0" y="-8640"/>
            <a:chExt cx="12190680" cy="6867720"/>
          </a:xfrm>
        </p:grpSpPr>
        <p:cxnSp>
          <p:nvCxnSpPr>
            <p:cNvPr id="32" name="Straight Connector 19"/>
            <p:cNvCxnSpPr/>
            <p:nvPr/>
          </p:nvCxnSpPr>
          <p:spPr>
            <a:xfrm>
              <a:off x="9370800" y="0"/>
              <a:ext cx="1220760" cy="6859440"/>
            </a:xfrm>
            <a:prstGeom prst="straightConnector1">
              <a:avLst/>
            </a:prstGeom>
            <a:ln cap="rnd" w="9360">
              <a:solidFill>
                <a:srgbClr val="BFBFBF"/>
              </a:solidFill>
              <a:round/>
            </a:ln>
          </p:spPr>
        </p:cxnSp>
        <p:cxnSp>
          <p:nvCxnSpPr>
            <p:cNvPr id="33" name="Straight Connector 20"/>
            <p:cNvCxnSpPr/>
            <p:nvPr/>
          </p:nvCxnSpPr>
          <p:spPr>
            <a:xfrm flipH="1">
              <a:off x="7425000" y="3681360"/>
              <a:ext cx="4764960" cy="3178080"/>
            </a:xfrm>
            <a:prstGeom prst="straightConnector1">
              <a:avLst/>
            </a:prstGeom>
            <a:ln cap="rnd" w="9360">
              <a:solidFill>
                <a:srgbClr val="D9D9D9"/>
              </a:solidFill>
              <a:round/>
            </a:ln>
          </p:spPr>
        </p:cxnSp>
        <p:sp>
          <p:nvSpPr>
            <p:cNvPr id="34"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5"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6" name="Isosceles Triangle 23"/>
            <p:cNvSpPr/>
            <p:nvPr/>
          </p:nvSpPr>
          <p:spPr>
            <a:xfrm>
              <a:off x="8932320" y="3048120"/>
              <a:ext cx="3258360" cy="3808440"/>
            </a:xfrm>
            <a:prstGeom prst="triangle">
              <a:avLst>
                <a:gd name="adj" fmla="val 100000"/>
              </a:avLst>
            </a:prstGeom>
            <a:solidFill>
              <a:schemeClr val="accent2">
                <a:alpha val="72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7"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8"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9"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0" name="Isosceles Triangle 27"/>
            <p:cNvSpPr/>
            <p:nvPr/>
          </p:nvSpPr>
          <p:spPr>
            <a:xfrm>
              <a:off x="10371600" y="3589920"/>
              <a:ext cx="1815840" cy="3266640"/>
            </a:xfrm>
            <a:prstGeom prst="triangle">
              <a:avLst>
                <a:gd name="adj" fmla="val 100000"/>
              </a:avLst>
            </a:prstGeom>
            <a:solidFill>
              <a:schemeClr val="accent1">
                <a:alpha val="8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1" name="Isosceles Triangle 28"/>
            <p:cNvSpPr/>
            <p:nvPr/>
          </p:nvSpPr>
          <p:spPr>
            <a:xfrm>
              <a:off x="0" y="4013280"/>
              <a:ext cx="447120" cy="2843280"/>
            </a:xfrm>
            <a:prstGeom prst="triangle">
              <a:avLst>
                <a:gd name="adj" fmla="val 0"/>
              </a:avLst>
            </a:prstGeom>
            <a:solidFill>
              <a:schemeClr val="accent1">
                <a:alpha val="8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grpSp>
      <p:grpSp>
        <p:nvGrpSpPr>
          <p:cNvPr id="42" name="Group 6"/>
          <p:cNvGrpSpPr/>
          <p:nvPr/>
        </p:nvGrpSpPr>
        <p:grpSpPr>
          <a:xfrm>
            <a:off x="1440" y="-8640"/>
            <a:ext cx="12189240" cy="6867720"/>
            <a:chOff x="1440" y="-8640"/>
            <a:chExt cx="12189240" cy="6867720"/>
          </a:xfrm>
        </p:grpSpPr>
        <p:cxnSp>
          <p:nvCxnSpPr>
            <p:cNvPr id="43" name="Straight Connector 31"/>
            <p:cNvCxnSpPr/>
            <p:nvPr/>
          </p:nvCxnSpPr>
          <p:spPr>
            <a:xfrm>
              <a:off x="9370800" y="0"/>
              <a:ext cx="1220760" cy="6859440"/>
            </a:xfrm>
            <a:prstGeom prst="straightConnector1">
              <a:avLst/>
            </a:prstGeom>
            <a:ln cap="rnd" w="9360">
              <a:solidFill>
                <a:srgbClr val="BFBFBF"/>
              </a:solidFill>
              <a:round/>
            </a:ln>
          </p:spPr>
        </p:cxnSp>
        <p:cxnSp>
          <p:nvCxnSpPr>
            <p:cNvPr id="44" name="Straight Connector 20"/>
            <p:cNvCxnSpPr/>
            <p:nvPr/>
          </p:nvCxnSpPr>
          <p:spPr>
            <a:xfrm flipH="1">
              <a:off x="7425000" y="3681360"/>
              <a:ext cx="4764960" cy="3178080"/>
            </a:xfrm>
            <a:prstGeom prst="straightConnector1">
              <a:avLst/>
            </a:prstGeom>
            <a:ln cap="rnd" w="9360">
              <a:solidFill>
                <a:srgbClr val="D9D9D9"/>
              </a:solidFill>
              <a:round/>
            </a:ln>
          </p:spPr>
        </p:cxnSp>
        <p:sp>
          <p:nvSpPr>
            <p:cNvPr id="45"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6"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7" name="Isosceles Triangle 26"/>
            <p:cNvSpPr/>
            <p:nvPr/>
          </p:nvSpPr>
          <p:spPr>
            <a:xfrm>
              <a:off x="8932320" y="3048120"/>
              <a:ext cx="3258360" cy="3808440"/>
            </a:xfrm>
            <a:prstGeom prst="triangle">
              <a:avLst>
                <a:gd name="adj" fmla="val 100000"/>
              </a:avLst>
            </a:prstGeom>
            <a:solidFill>
              <a:schemeClr val="accent2">
                <a:alpha val="72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8"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9"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0"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1" name="Isosceles Triangle 30"/>
            <p:cNvSpPr/>
            <p:nvPr/>
          </p:nvSpPr>
          <p:spPr>
            <a:xfrm>
              <a:off x="10371600" y="3589920"/>
              <a:ext cx="1815840" cy="3266640"/>
            </a:xfrm>
            <a:prstGeom prst="triangle">
              <a:avLst>
                <a:gd name="adj" fmla="val 100000"/>
              </a:avLst>
            </a:prstGeom>
            <a:solidFill>
              <a:schemeClr val="accent1">
                <a:alpha val="8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2" name="Isosceles Triangle 18"/>
            <p:cNvSpPr/>
            <p:nvPr/>
          </p:nvSpPr>
          <p:spPr>
            <a:xfrm rot="10800000">
              <a:off x="1440" y="1440"/>
              <a:ext cx="841320" cy="5664600"/>
            </a:xfrm>
            <a:prstGeom prst="triangle">
              <a:avLst>
                <a:gd name="adj" fmla="val 100000"/>
              </a:avLst>
            </a:prstGeom>
            <a:solidFill>
              <a:schemeClr val="accent1">
                <a:alpha val="8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grpSp>
      <p:sp>
        <p:nvSpPr>
          <p:cNvPr id="53" name="PlaceHolder 1"/>
          <p:cNvSpPr>
            <a:spLocks noGrp="1"/>
          </p:cNvSpPr>
          <p:nvPr>
            <p:ph type="title"/>
          </p:nvPr>
        </p:nvSpPr>
        <p:spPr>
          <a:xfrm>
            <a:off x="677160" y="934200"/>
            <a:ext cx="8595360" cy="670680"/>
          </a:xfrm>
          <a:prstGeom prst="rect">
            <a:avLst/>
          </a:prstGeom>
          <a:noFill/>
          <a:ln w="0">
            <a:noFill/>
          </a:ln>
        </p:spPr>
        <p:txBody>
          <a:bodyPr lIns="0" tIns="0" rIns="0" bIns="0" anchor="ctr">
            <a:spAutoFit/>
          </a:bodyPr>
          <a:lstStyle>
            <a:lvl1pPr indent="0" algn="l">
              <a:buNone/>
              <a:defRPr lang="en-US" sz="4400" b="0" u="none" strike="noStrike">
                <a:solidFill>
                  <a:srgbClr val="000000"/>
                </a:solidFill>
                <a:effectLst/>
                <a:uFillTx/>
                <a:latin typeface="Arial"/>
              </a:defRPr>
            </a:lvl1pPr>
          </a:lstStyle>
          <a:p>
            <a:pPr indent="0" algn="l">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54" name="PlaceHolder 2"/>
          <p:cNvSpPr>
            <a:spLocks noGrp="1"/>
          </p:cNvSpPr>
          <p:nvPr>
            <p:ph type="body"/>
          </p:nvPr>
        </p:nvSpPr>
        <p:spPr>
          <a:xfrm>
            <a:off x="677160" y="2160720"/>
            <a:ext cx="8595360" cy="387936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32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32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32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32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32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32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3200" b="0" u="none" strike="noStrike">
                <a:solidFill>
                  <a:srgbClr val="000000"/>
                </a:solidFill>
                <a:effectLst/>
                <a:uFillTx/>
                <a:latin typeface="Arial"/>
              </a:rPr>
              <a:t>Second Outline Level</a:t>
            </a:r>
            <a:endParaRPr lang="en-US" sz="32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3200" b="0" u="none" strike="noStrike">
                <a:solidFill>
                  <a:srgbClr val="000000"/>
                </a:solidFill>
                <a:effectLst/>
                <a:uFillTx/>
                <a:latin typeface="Arial"/>
              </a:rPr>
              <a:t>Third Outline Level</a:t>
            </a:r>
            <a:endParaRPr lang="en-US" sz="32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3200" b="0" u="none" strike="noStrike">
                <a:solidFill>
                  <a:srgbClr val="000000"/>
                </a:solidFill>
                <a:effectLst/>
                <a:uFillTx/>
                <a:latin typeface="Arial"/>
              </a:rPr>
              <a:t>Fourth Outline Level</a:t>
            </a:r>
            <a:endParaRPr lang="en-US" sz="32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3200" b="0" u="none" strike="noStrike">
                <a:solidFill>
                  <a:srgbClr val="000000"/>
                </a:solidFill>
                <a:effectLst/>
                <a:uFillTx/>
                <a:latin typeface="Arial"/>
              </a:rPr>
              <a:t>Fifth Outline Level</a:t>
            </a:r>
            <a:endParaRPr lang="en-US" sz="32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3200" b="0" u="none" strike="noStrike">
                <a:solidFill>
                  <a:srgbClr val="000000"/>
                </a:solidFill>
                <a:effectLst/>
                <a:uFillTx/>
                <a:latin typeface="Arial"/>
              </a:rPr>
              <a:t>Sixth Outline Level</a:t>
            </a:r>
            <a:endParaRPr lang="en-US" sz="32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3200" b="0" u="none" strike="noStrike">
                <a:solidFill>
                  <a:srgbClr val="000000"/>
                </a:solidFill>
                <a:effectLst/>
                <a:uFillTx/>
                <a:latin typeface="Arial"/>
              </a:rPr>
              <a:t>Seventh Outline Level</a:t>
            </a:r>
            <a:endParaRPr lang="en-US" sz="3200" b="0" u="none" strike="noStrike">
              <a:solidFill>
                <a:srgbClr val="000000"/>
              </a:solidFill>
              <a:effectLst/>
              <a:uFillTx/>
              <a:latin typeface="Arial"/>
            </a:endParaRPr>
          </a:p>
        </p:txBody>
      </p:sp>
      <p:sp>
        <p:nvSpPr>
          <p:cNvPr id="55" name="PlaceHolder 3"/>
          <p:cNvSpPr>
            <a:spLocks noGrp="1"/>
          </p:cNvSpPr>
          <p:nvPr>
            <p:ph type="ftr" idx="4"/>
          </p:nvPr>
        </p:nvSpPr>
        <p:spPr>
          <a:xfrm>
            <a:off x="677160" y="6041520"/>
            <a:ext cx="629604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6" name="PlaceHolder 4"/>
          <p:cNvSpPr>
            <a:spLocks noGrp="1"/>
          </p:cNvSpPr>
          <p:nvPr>
            <p:ph type="sldNum" idx="5"/>
          </p:nvPr>
        </p:nvSpPr>
        <p:spPr>
          <a:xfrm>
            <a:off x="8590680" y="6041520"/>
            <a:ext cx="681840" cy="3636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E406F4ED-DF8D-400D-8033-74A2D19E7281}"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57" name="PlaceHolder 5"/>
          <p:cNvSpPr>
            <a:spLocks noGrp="1"/>
          </p:cNvSpPr>
          <p:nvPr>
            <p:ph type="dt" idx="6"/>
          </p:nvPr>
        </p:nvSpPr>
        <p:spPr>
          <a:xfrm>
            <a:off x="7205040" y="6041520"/>
            <a:ext cx="910440" cy="36360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60" name="Group 6"/>
          <p:cNvGrpSpPr/>
          <p:nvPr/>
        </p:nvGrpSpPr>
        <p:grpSpPr>
          <a:xfrm>
            <a:off x="0" y="-8640"/>
            <a:ext cx="12190680" cy="6867720"/>
            <a:chOff x="0" y="-8640"/>
            <a:chExt cx="12190680" cy="6867720"/>
          </a:xfrm>
        </p:grpSpPr>
        <p:cxnSp>
          <p:nvCxnSpPr>
            <p:cNvPr id="61" name="Straight Connector 19"/>
            <p:cNvCxnSpPr/>
            <p:nvPr/>
          </p:nvCxnSpPr>
          <p:spPr>
            <a:xfrm>
              <a:off x="9370800" y="0"/>
              <a:ext cx="1220760" cy="6859440"/>
            </a:xfrm>
            <a:prstGeom prst="straightConnector1">
              <a:avLst/>
            </a:prstGeom>
            <a:ln cap="rnd" w="9360">
              <a:solidFill>
                <a:srgbClr val="BFBFBF"/>
              </a:solidFill>
              <a:round/>
            </a:ln>
          </p:spPr>
        </p:cxnSp>
        <p:cxnSp>
          <p:nvCxnSpPr>
            <p:cNvPr id="62" name="Straight Connector 20"/>
            <p:cNvCxnSpPr/>
            <p:nvPr/>
          </p:nvCxnSpPr>
          <p:spPr>
            <a:xfrm flipH="1">
              <a:off x="7425000" y="3681360"/>
              <a:ext cx="4764960" cy="3178080"/>
            </a:xfrm>
            <a:prstGeom prst="straightConnector1">
              <a:avLst/>
            </a:prstGeom>
            <a:ln cap="rnd" w="9360">
              <a:solidFill>
                <a:srgbClr val="D9D9D9"/>
              </a:solidFill>
              <a:round/>
            </a:ln>
          </p:spPr>
        </p:cxnSp>
        <p:sp>
          <p:nvSpPr>
            <p:cNvPr id="63"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4"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5" name="Isosceles Triangle 23"/>
            <p:cNvSpPr/>
            <p:nvPr/>
          </p:nvSpPr>
          <p:spPr>
            <a:xfrm>
              <a:off x="8932320" y="3048120"/>
              <a:ext cx="3258360" cy="3808440"/>
            </a:xfrm>
            <a:prstGeom prst="triangle">
              <a:avLst>
                <a:gd name="adj" fmla="val 100000"/>
              </a:avLst>
            </a:prstGeom>
            <a:solidFill>
              <a:schemeClr val="accent2">
                <a:alpha val="72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6"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7"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8"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9" name="Isosceles Triangle 27"/>
            <p:cNvSpPr/>
            <p:nvPr/>
          </p:nvSpPr>
          <p:spPr>
            <a:xfrm>
              <a:off x="10371600" y="3589920"/>
              <a:ext cx="1815840" cy="3266640"/>
            </a:xfrm>
            <a:prstGeom prst="triangle">
              <a:avLst>
                <a:gd name="adj" fmla="val 100000"/>
              </a:avLst>
            </a:prstGeom>
            <a:solidFill>
              <a:schemeClr val="accent1">
                <a:alpha val="8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0" name="Isosceles Triangle 28"/>
            <p:cNvSpPr/>
            <p:nvPr/>
          </p:nvSpPr>
          <p:spPr>
            <a:xfrm>
              <a:off x="0" y="4013280"/>
              <a:ext cx="447120" cy="2843280"/>
            </a:xfrm>
            <a:prstGeom prst="triangle">
              <a:avLst>
                <a:gd name="adj" fmla="val 0"/>
              </a:avLst>
            </a:prstGeom>
            <a:solidFill>
              <a:schemeClr val="accent1">
                <a:alpha val="8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grpSp>
      <p:grpSp>
        <p:nvGrpSpPr>
          <p:cNvPr id="71" name="Group 6"/>
          <p:cNvGrpSpPr/>
          <p:nvPr/>
        </p:nvGrpSpPr>
        <p:grpSpPr>
          <a:xfrm>
            <a:off x="1440" y="-8640"/>
            <a:ext cx="12189240" cy="6867720"/>
            <a:chOff x="1440" y="-8640"/>
            <a:chExt cx="12189240" cy="6867720"/>
          </a:xfrm>
        </p:grpSpPr>
        <p:cxnSp>
          <p:nvCxnSpPr>
            <p:cNvPr id="72" name="Straight Connector 31"/>
            <p:cNvCxnSpPr/>
            <p:nvPr/>
          </p:nvCxnSpPr>
          <p:spPr>
            <a:xfrm>
              <a:off x="9370800" y="0"/>
              <a:ext cx="1220760" cy="6859440"/>
            </a:xfrm>
            <a:prstGeom prst="straightConnector1">
              <a:avLst/>
            </a:prstGeom>
            <a:ln cap="rnd" w="9360">
              <a:solidFill>
                <a:srgbClr val="BFBFBF"/>
              </a:solidFill>
              <a:round/>
            </a:ln>
          </p:spPr>
        </p:cxnSp>
        <p:cxnSp>
          <p:nvCxnSpPr>
            <p:cNvPr id="73" name="Straight Connector 20"/>
            <p:cNvCxnSpPr/>
            <p:nvPr/>
          </p:nvCxnSpPr>
          <p:spPr>
            <a:xfrm flipH="1">
              <a:off x="7425000" y="3681360"/>
              <a:ext cx="4764960" cy="3178080"/>
            </a:xfrm>
            <a:prstGeom prst="straightConnector1">
              <a:avLst/>
            </a:prstGeom>
            <a:ln cap="rnd" w="9360">
              <a:solidFill>
                <a:srgbClr val="D9D9D9"/>
              </a:solidFill>
              <a:round/>
            </a:ln>
          </p:spPr>
        </p:cxnSp>
        <p:sp>
          <p:nvSpPr>
            <p:cNvPr id="74"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5"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6" name="Isosceles Triangle 26"/>
            <p:cNvSpPr/>
            <p:nvPr/>
          </p:nvSpPr>
          <p:spPr>
            <a:xfrm>
              <a:off x="8932320" y="3048120"/>
              <a:ext cx="3258360" cy="3808440"/>
            </a:xfrm>
            <a:prstGeom prst="triangle">
              <a:avLst>
                <a:gd name="adj" fmla="val 100000"/>
              </a:avLst>
            </a:prstGeom>
            <a:solidFill>
              <a:schemeClr val="accent2">
                <a:alpha val="72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7"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8"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79"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0" name="Isosceles Triangle 30"/>
            <p:cNvSpPr/>
            <p:nvPr/>
          </p:nvSpPr>
          <p:spPr>
            <a:xfrm>
              <a:off x="10371600" y="3589920"/>
              <a:ext cx="1815840" cy="3266640"/>
            </a:xfrm>
            <a:prstGeom prst="triangle">
              <a:avLst>
                <a:gd name="adj" fmla="val 100000"/>
              </a:avLst>
            </a:prstGeom>
            <a:solidFill>
              <a:schemeClr val="accent1">
                <a:alpha val="8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1" name="Isosceles Triangle 18"/>
            <p:cNvSpPr/>
            <p:nvPr/>
          </p:nvSpPr>
          <p:spPr>
            <a:xfrm rot="10800000">
              <a:off x="1440" y="1440"/>
              <a:ext cx="841320" cy="5664600"/>
            </a:xfrm>
            <a:prstGeom prst="triangle">
              <a:avLst>
                <a:gd name="adj" fmla="val 100000"/>
              </a:avLst>
            </a:prstGeom>
            <a:solidFill>
              <a:schemeClr val="accent1">
                <a:alpha val="8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grpSp>
      <p:sp>
        <p:nvSpPr>
          <p:cNvPr id="82" name="PlaceHolder 1"/>
          <p:cNvSpPr>
            <a:spLocks noGrp="1"/>
          </p:cNvSpPr>
          <p:nvPr>
            <p:ph type="title"/>
          </p:nvPr>
        </p:nvSpPr>
        <p:spPr>
          <a:xfrm>
            <a:off x="677160" y="934200"/>
            <a:ext cx="8595360" cy="670680"/>
          </a:xfrm>
          <a:prstGeom prst="rect">
            <a:avLst/>
          </a:prstGeom>
          <a:noFill/>
          <a:ln w="0">
            <a:noFill/>
          </a:ln>
        </p:spPr>
        <p:txBody>
          <a:bodyPr lIns="0" tIns="0" rIns="0" bIns="0" anchor="ctr">
            <a:spAutoFit/>
          </a:bodyPr>
          <a:lstStyle>
            <a:lvl1pPr indent="0" algn="l">
              <a:buNone/>
              <a:defRPr lang="en-US" sz="4400" b="0" u="none" strike="noStrike">
                <a:solidFill>
                  <a:srgbClr val="000000"/>
                </a:solidFill>
                <a:effectLst/>
                <a:uFillTx/>
                <a:latin typeface="Arial"/>
              </a:defRPr>
            </a:lvl1pPr>
          </a:lstStyle>
          <a:p>
            <a:pPr indent="0" algn="l">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83" name="PlaceHolder 2"/>
          <p:cNvSpPr>
            <a:spLocks noGrp="1"/>
          </p:cNvSpPr>
          <p:nvPr>
            <p:ph type="ftr" idx="7"/>
          </p:nvPr>
        </p:nvSpPr>
        <p:spPr>
          <a:xfrm>
            <a:off x="677160" y="6041520"/>
            <a:ext cx="629604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84" name="PlaceHolder 3"/>
          <p:cNvSpPr>
            <a:spLocks noGrp="1"/>
          </p:cNvSpPr>
          <p:nvPr>
            <p:ph type="sldNum" idx="8"/>
          </p:nvPr>
        </p:nvSpPr>
        <p:spPr>
          <a:xfrm>
            <a:off x="8590680" y="6041520"/>
            <a:ext cx="681840" cy="3636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CC8E5135-BDB2-4E0A-8EC2-3F75B8B6A979}" type="slidenum">
              <a:rPr lang="en-IN" sz="900" b="0" u="none" strike="noStrike">
                <a:solidFill>
                  <a:schemeClr val="accent1"/>
                </a:solidFill>
                <a:effectLst/>
                <a:uFillTx/>
                <a:latin typeface="Trebuchet MS"/>
              </a:rPr>
              <a:t>1</a:t>
            </a:fld>
            <a:endParaRPr lang="en-US" sz="900" b="0" u="none" strike="noStrike">
              <a:solidFill>
                <a:srgbClr val="000000"/>
              </a:solidFill>
              <a:effectLst/>
              <a:uFillTx/>
              <a:latin typeface="Times New Roman"/>
            </a:endParaRPr>
          </a:p>
        </p:txBody>
      </p:sp>
      <p:sp>
        <p:nvSpPr>
          <p:cNvPr id="85" name="PlaceHolder 4"/>
          <p:cNvSpPr>
            <a:spLocks noGrp="1"/>
          </p:cNvSpPr>
          <p:nvPr>
            <p:ph type="dt" idx="9"/>
          </p:nvPr>
        </p:nvSpPr>
        <p:spPr>
          <a:xfrm>
            <a:off x="7205040" y="6041520"/>
            <a:ext cx="910440" cy="36360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86"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89" name="Group 6"/>
          <p:cNvGrpSpPr/>
          <p:nvPr/>
        </p:nvGrpSpPr>
        <p:grpSpPr>
          <a:xfrm>
            <a:off x="0" y="-8640"/>
            <a:ext cx="12190680" cy="6867720"/>
            <a:chOff x="0" y="-8640"/>
            <a:chExt cx="12190680" cy="6867720"/>
          </a:xfrm>
        </p:grpSpPr>
        <p:cxnSp>
          <p:nvCxnSpPr>
            <p:cNvPr id="90" name="Straight Connector 19"/>
            <p:cNvCxnSpPr/>
            <p:nvPr/>
          </p:nvCxnSpPr>
          <p:spPr>
            <a:xfrm>
              <a:off x="9370800" y="0"/>
              <a:ext cx="1220760" cy="6859440"/>
            </a:xfrm>
            <a:prstGeom prst="straightConnector1">
              <a:avLst/>
            </a:prstGeom>
            <a:ln cap="rnd" w="9360">
              <a:solidFill>
                <a:srgbClr val="BFBFBF"/>
              </a:solidFill>
              <a:round/>
            </a:ln>
          </p:spPr>
        </p:cxnSp>
        <p:cxnSp>
          <p:nvCxnSpPr>
            <p:cNvPr id="91" name="Straight Connector 20"/>
            <p:cNvCxnSpPr/>
            <p:nvPr/>
          </p:nvCxnSpPr>
          <p:spPr>
            <a:xfrm flipH="1">
              <a:off x="7425000" y="3681360"/>
              <a:ext cx="4764960" cy="3178080"/>
            </a:xfrm>
            <a:prstGeom prst="straightConnector1">
              <a:avLst/>
            </a:prstGeom>
            <a:ln cap="rnd" w="9360">
              <a:solidFill>
                <a:srgbClr val="D9D9D9"/>
              </a:solidFill>
              <a:round/>
            </a:ln>
          </p:spPr>
        </p:cxnSp>
        <p:sp>
          <p:nvSpPr>
            <p:cNvPr id="92"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3"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4" name="Isosceles Triangle 23"/>
            <p:cNvSpPr/>
            <p:nvPr/>
          </p:nvSpPr>
          <p:spPr>
            <a:xfrm>
              <a:off x="8932320" y="3048120"/>
              <a:ext cx="3258360" cy="3808440"/>
            </a:xfrm>
            <a:prstGeom prst="triangle">
              <a:avLst>
                <a:gd name="adj" fmla="val 100000"/>
              </a:avLst>
            </a:prstGeom>
            <a:solidFill>
              <a:schemeClr val="accent2">
                <a:alpha val="72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5"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6"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7"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8" name="Isosceles Triangle 27"/>
            <p:cNvSpPr/>
            <p:nvPr/>
          </p:nvSpPr>
          <p:spPr>
            <a:xfrm>
              <a:off x="10371600" y="3589920"/>
              <a:ext cx="1815840" cy="3266640"/>
            </a:xfrm>
            <a:prstGeom prst="triangle">
              <a:avLst>
                <a:gd name="adj" fmla="val 100000"/>
              </a:avLst>
            </a:prstGeom>
            <a:solidFill>
              <a:schemeClr val="accent1">
                <a:alpha val="8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9" name="Isosceles Triangle 28"/>
            <p:cNvSpPr/>
            <p:nvPr/>
          </p:nvSpPr>
          <p:spPr>
            <a:xfrm>
              <a:off x="0" y="4013280"/>
              <a:ext cx="447120" cy="2843280"/>
            </a:xfrm>
            <a:prstGeom prst="triangle">
              <a:avLst>
                <a:gd name="adj" fmla="val 0"/>
              </a:avLst>
            </a:prstGeom>
            <a:solidFill>
              <a:schemeClr val="accent1">
                <a:alpha val="8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grpSp>
      <p:sp>
        <p:nvSpPr>
          <p:cNvPr id="100" name="PlaceHolder 1"/>
          <p:cNvSpPr>
            <a:spLocks noGrp="1"/>
          </p:cNvSpPr>
          <p:nvPr>
            <p:ph type="title"/>
          </p:nvPr>
        </p:nvSpPr>
        <p:spPr>
          <a:xfrm>
            <a:off x="677160" y="934200"/>
            <a:ext cx="8595360" cy="670680"/>
          </a:xfrm>
          <a:prstGeom prst="rect">
            <a:avLst/>
          </a:prstGeom>
          <a:noFill/>
          <a:ln w="0">
            <a:noFill/>
          </a:ln>
        </p:spPr>
        <p:txBody>
          <a:bodyPr lIns="0" tIns="0" rIns="0" bIns="0" anchor="ctr">
            <a:spAutoFit/>
          </a:bodyPr>
          <a:lstStyle>
            <a:lvl1pPr indent="0" algn="l">
              <a:buNone/>
              <a:defRPr lang="en-US" sz="4400" b="0" u="none" strike="noStrike">
                <a:solidFill>
                  <a:srgbClr val="000000"/>
                </a:solidFill>
                <a:effectLst/>
                <a:uFillTx/>
                <a:latin typeface="Arial"/>
              </a:defRPr>
            </a:lvl1pPr>
          </a:lstStyle>
          <a:p>
            <a:pPr indent="0" algn="l">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101" name="PlaceHolder 2"/>
          <p:cNvSpPr>
            <a:spLocks noGrp="1"/>
          </p:cNvSpPr>
          <p:nvPr>
            <p:ph type="body"/>
          </p:nvPr>
        </p:nvSpPr>
        <p:spPr>
          <a:xfrm>
            <a:off x="677160" y="2160720"/>
            <a:ext cx="8595360" cy="387936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18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1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18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18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18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18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18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102" name="PlaceHolder 3"/>
          <p:cNvSpPr>
            <a:spLocks noGrp="1"/>
          </p:cNvSpPr>
          <p:nvPr>
            <p:ph type="ftr" idx="10"/>
          </p:nvPr>
        </p:nvSpPr>
        <p:spPr>
          <a:xfrm>
            <a:off x="677160" y="6041520"/>
            <a:ext cx="629604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03" name="PlaceHolder 4"/>
          <p:cNvSpPr>
            <a:spLocks noGrp="1"/>
          </p:cNvSpPr>
          <p:nvPr>
            <p:ph type="sldNum" idx="11"/>
          </p:nvPr>
        </p:nvSpPr>
        <p:spPr>
          <a:xfrm>
            <a:off x="8590680" y="6041520"/>
            <a:ext cx="681840" cy="3636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B527E5E0-6621-4B59-BA46-07BB590E4603}"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104" name="PlaceHolder 5"/>
          <p:cNvSpPr>
            <a:spLocks noGrp="1"/>
          </p:cNvSpPr>
          <p:nvPr>
            <p:ph type="dt" idx="12"/>
          </p:nvPr>
        </p:nvSpPr>
        <p:spPr>
          <a:xfrm>
            <a:off x="7205040" y="6041520"/>
            <a:ext cx="910440" cy="36360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107" name="Group 6"/>
          <p:cNvGrpSpPr/>
          <p:nvPr/>
        </p:nvGrpSpPr>
        <p:grpSpPr>
          <a:xfrm>
            <a:off x="0" y="-8640"/>
            <a:ext cx="12190680" cy="6867720"/>
            <a:chOff x="0" y="-8640"/>
            <a:chExt cx="12190680" cy="6867720"/>
          </a:xfrm>
        </p:grpSpPr>
        <p:cxnSp>
          <p:nvCxnSpPr>
            <p:cNvPr id="108" name="Straight Connector 19"/>
            <p:cNvCxnSpPr/>
            <p:nvPr/>
          </p:nvCxnSpPr>
          <p:spPr>
            <a:xfrm>
              <a:off x="9370800" y="0"/>
              <a:ext cx="1220760" cy="6859440"/>
            </a:xfrm>
            <a:prstGeom prst="straightConnector1">
              <a:avLst/>
            </a:prstGeom>
            <a:ln cap="rnd" w="9360">
              <a:solidFill>
                <a:srgbClr val="BFBFBF"/>
              </a:solidFill>
              <a:round/>
            </a:ln>
          </p:spPr>
        </p:cxnSp>
        <p:cxnSp>
          <p:nvCxnSpPr>
            <p:cNvPr id="109" name="Straight Connector 20"/>
            <p:cNvCxnSpPr/>
            <p:nvPr/>
          </p:nvCxnSpPr>
          <p:spPr>
            <a:xfrm flipH="1">
              <a:off x="7425000" y="3681360"/>
              <a:ext cx="4764960" cy="3178080"/>
            </a:xfrm>
            <a:prstGeom prst="straightConnector1">
              <a:avLst/>
            </a:prstGeom>
            <a:ln cap="rnd" w="9360">
              <a:solidFill>
                <a:srgbClr val="D9D9D9"/>
              </a:solidFill>
              <a:round/>
            </a:ln>
          </p:spPr>
        </p:cxnSp>
        <p:sp>
          <p:nvSpPr>
            <p:cNvPr id="110"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1"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2" name="Isosceles Triangle 23"/>
            <p:cNvSpPr/>
            <p:nvPr/>
          </p:nvSpPr>
          <p:spPr>
            <a:xfrm>
              <a:off x="8932320" y="3048120"/>
              <a:ext cx="3258360" cy="3808440"/>
            </a:xfrm>
            <a:prstGeom prst="triangle">
              <a:avLst>
                <a:gd name="adj" fmla="val 100000"/>
              </a:avLst>
            </a:prstGeom>
            <a:solidFill>
              <a:schemeClr val="accent2">
                <a:alpha val="72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3"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4"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5"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6" name="Isosceles Triangle 27"/>
            <p:cNvSpPr/>
            <p:nvPr/>
          </p:nvSpPr>
          <p:spPr>
            <a:xfrm>
              <a:off x="10371600" y="3589920"/>
              <a:ext cx="1815840" cy="3266640"/>
            </a:xfrm>
            <a:prstGeom prst="triangle">
              <a:avLst>
                <a:gd name="adj" fmla="val 100000"/>
              </a:avLst>
            </a:prstGeom>
            <a:solidFill>
              <a:schemeClr val="accent1">
                <a:alpha val="8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7" name="Isosceles Triangle 28"/>
            <p:cNvSpPr/>
            <p:nvPr/>
          </p:nvSpPr>
          <p:spPr>
            <a:xfrm>
              <a:off x="0" y="4013280"/>
              <a:ext cx="447120" cy="2843280"/>
            </a:xfrm>
            <a:prstGeom prst="triangle">
              <a:avLst>
                <a:gd name="adj" fmla="val 0"/>
              </a:avLst>
            </a:prstGeom>
            <a:solidFill>
              <a:schemeClr val="accent1">
                <a:alpha val="8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grpSp>
      <p:sp>
        <p:nvSpPr>
          <p:cNvPr id="118" name="TextBox 19"/>
          <p:cNvSpPr/>
          <p:nvPr/>
        </p:nvSpPr>
        <p:spPr>
          <a:xfrm>
            <a:off x="541800" y="790200"/>
            <a:ext cx="608040" cy="583200"/>
          </a:xfrm>
          <a:prstGeom prst="rect">
            <a:avLst/>
          </a:prstGeom>
          <a:noFill/>
          <a:ln w="0">
            <a:noFill/>
          </a:ln>
        </p:spPr>
        <p:style>
          <a:lnRef idx="0"/>
          <a:fillRef idx="0"/>
          <a:effectRef idx="0"/>
          <a:fontRef idx="minor"/>
        </p:style>
        <p:txBody>
          <a:bodyPr lIns="90000" tIns="45000" rIns="90000" bIns="45000" anchor="ctr">
            <a:noAutofit/>
          </a:bodyPr>
          <a:p>
            <a:pPr defTabSz="457200">
              <a:lnSpc>
                <a:spcPct val="100000"/>
              </a:lnSpc>
            </a:pPr>
            <a:r>
              <a:rPr lang="en-US" sz="8000" b="0" u="none" strike="noStrike">
                <a:solidFill>
                  <a:schemeClr val="accent1">
                    <a:lumMod val="60000"/>
                    <a:lumOff val="40000"/>
                  </a:schemeClr>
                </a:solidFill>
                <a:effectLst/>
                <a:uFillTx/>
                <a:latin typeface="Arial"/>
                <a:ea typeface="DejaVu Sans"/>
              </a:rPr>
              <a:t>“</a:t>
            </a:r>
            <a:endParaRPr lang="en-US" sz="8000" b="0" u="none" strike="noStrike">
              <a:solidFill>
                <a:srgbClr val="000000"/>
              </a:solidFill>
              <a:effectLst/>
              <a:uFillTx/>
              <a:latin typeface="Arial"/>
            </a:endParaRPr>
          </a:p>
        </p:txBody>
      </p:sp>
      <p:sp>
        <p:nvSpPr>
          <p:cNvPr id="119" name="TextBox 21"/>
          <p:cNvSpPr/>
          <p:nvPr/>
        </p:nvSpPr>
        <p:spPr>
          <a:xfrm>
            <a:off x="8893080" y="2886480"/>
            <a:ext cx="608040" cy="583200"/>
          </a:xfrm>
          <a:prstGeom prst="rect">
            <a:avLst/>
          </a:prstGeom>
          <a:noFill/>
          <a:ln w="0">
            <a:noFill/>
          </a:ln>
        </p:spPr>
        <p:style>
          <a:lnRef idx="0"/>
          <a:fillRef idx="0"/>
          <a:effectRef idx="0"/>
          <a:fontRef idx="minor"/>
        </p:style>
        <p:txBody>
          <a:bodyPr lIns="90000" tIns="45000" rIns="90000" bIns="45000" anchor="ctr">
            <a:noAutofit/>
          </a:bodyPr>
          <a:p>
            <a:pPr defTabSz="457200">
              <a:lnSpc>
                <a:spcPct val="100000"/>
              </a:lnSpc>
            </a:pPr>
            <a:r>
              <a:rPr lang="en-US" sz="8000" b="0" u="none" strike="noStrike">
                <a:solidFill>
                  <a:schemeClr val="accent1">
                    <a:lumMod val="60000"/>
                    <a:lumOff val="40000"/>
                  </a:schemeClr>
                </a:solidFill>
                <a:effectLst/>
                <a:uFillTx/>
                <a:latin typeface="Arial"/>
                <a:ea typeface="DejaVu Sans"/>
              </a:rPr>
              <a:t>”</a:t>
            </a:r>
            <a:endParaRPr lang="en-US" sz="8000" b="0" u="none" strike="noStrike">
              <a:solidFill>
                <a:srgbClr val="000000"/>
              </a:solidFill>
              <a:effectLst/>
              <a:uFillTx/>
              <a:latin typeface="Arial"/>
            </a:endParaRPr>
          </a:p>
        </p:txBody>
      </p:sp>
      <p:sp>
        <p:nvSpPr>
          <p:cNvPr id="120" name="PlaceHolder 1"/>
          <p:cNvSpPr>
            <a:spLocks noGrp="1"/>
          </p:cNvSpPr>
          <p:nvPr>
            <p:ph type="title"/>
          </p:nvPr>
        </p:nvSpPr>
        <p:spPr>
          <a:xfrm>
            <a:off x="677160" y="934200"/>
            <a:ext cx="8595360" cy="670680"/>
          </a:xfrm>
          <a:prstGeom prst="rect">
            <a:avLst/>
          </a:prstGeom>
          <a:noFill/>
          <a:ln w="0">
            <a:noFill/>
          </a:ln>
        </p:spPr>
        <p:txBody>
          <a:bodyPr lIns="0" tIns="0" rIns="0" bIns="0" anchor="ctr">
            <a:spAutoFit/>
          </a:bodyPr>
          <a:lstStyle>
            <a:lvl1pPr indent="0" algn="l">
              <a:buNone/>
              <a:defRPr lang="en-US" sz="4400" b="0" u="none" strike="noStrike">
                <a:solidFill>
                  <a:srgbClr val="000000"/>
                </a:solidFill>
                <a:effectLst/>
                <a:uFillTx/>
                <a:latin typeface="Arial"/>
              </a:defRPr>
            </a:lvl1pPr>
          </a:lstStyle>
          <a:p>
            <a:pPr indent="0" algn="l">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121" name="PlaceHolder 2"/>
          <p:cNvSpPr>
            <a:spLocks noGrp="1"/>
          </p:cNvSpPr>
          <p:nvPr>
            <p:ph type="body"/>
          </p:nvPr>
        </p:nvSpPr>
        <p:spPr>
          <a:xfrm>
            <a:off x="677160" y="2160720"/>
            <a:ext cx="8595360" cy="387936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18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1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18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18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18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18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18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122" name="PlaceHolder 3"/>
          <p:cNvSpPr>
            <a:spLocks noGrp="1"/>
          </p:cNvSpPr>
          <p:nvPr>
            <p:ph type="ftr" idx="13"/>
          </p:nvPr>
        </p:nvSpPr>
        <p:spPr>
          <a:xfrm>
            <a:off x="677160" y="6041520"/>
            <a:ext cx="629604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23" name="PlaceHolder 4"/>
          <p:cNvSpPr>
            <a:spLocks noGrp="1"/>
          </p:cNvSpPr>
          <p:nvPr>
            <p:ph type="sldNum" idx="14"/>
          </p:nvPr>
        </p:nvSpPr>
        <p:spPr>
          <a:xfrm>
            <a:off x="8590680" y="6041520"/>
            <a:ext cx="681840" cy="3636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E3E64728-8A05-4CED-8DC9-432E8EAF300B}"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124" name="PlaceHolder 5"/>
          <p:cNvSpPr>
            <a:spLocks noGrp="1"/>
          </p:cNvSpPr>
          <p:nvPr>
            <p:ph type="dt" idx="15"/>
          </p:nvPr>
        </p:nvSpPr>
        <p:spPr>
          <a:xfrm>
            <a:off x="7205040" y="6041520"/>
            <a:ext cx="910440" cy="36360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127" name="Group 6"/>
          <p:cNvGrpSpPr/>
          <p:nvPr/>
        </p:nvGrpSpPr>
        <p:grpSpPr>
          <a:xfrm>
            <a:off x="0" y="-8640"/>
            <a:ext cx="12190680" cy="6867720"/>
            <a:chOff x="0" y="-8640"/>
            <a:chExt cx="12190680" cy="6867720"/>
          </a:xfrm>
        </p:grpSpPr>
        <p:cxnSp>
          <p:nvCxnSpPr>
            <p:cNvPr id="128" name="Straight Connector 19"/>
            <p:cNvCxnSpPr/>
            <p:nvPr/>
          </p:nvCxnSpPr>
          <p:spPr>
            <a:xfrm>
              <a:off x="9370800" y="0"/>
              <a:ext cx="1220760" cy="6859440"/>
            </a:xfrm>
            <a:prstGeom prst="straightConnector1">
              <a:avLst/>
            </a:prstGeom>
            <a:ln cap="rnd" w="9360">
              <a:solidFill>
                <a:srgbClr val="BFBFBF"/>
              </a:solidFill>
              <a:round/>
            </a:ln>
          </p:spPr>
        </p:cxnSp>
        <p:cxnSp>
          <p:nvCxnSpPr>
            <p:cNvPr id="129" name="Straight Connector 20"/>
            <p:cNvCxnSpPr/>
            <p:nvPr/>
          </p:nvCxnSpPr>
          <p:spPr>
            <a:xfrm flipH="1">
              <a:off x="7425000" y="3681360"/>
              <a:ext cx="4764960" cy="3178080"/>
            </a:xfrm>
            <a:prstGeom prst="straightConnector1">
              <a:avLst/>
            </a:prstGeom>
            <a:ln cap="rnd" w="9360">
              <a:solidFill>
                <a:srgbClr val="D9D9D9"/>
              </a:solidFill>
              <a:round/>
            </a:ln>
          </p:spPr>
        </p:cxnSp>
        <p:sp>
          <p:nvSpPr>
            <p:cNvPr id="130"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1"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2" name="Isosceles Triangle 23"/>
            <p:cNvSpPr/>
            <p:nvPr/>
          </p:nvSpPr>
          <p:spPr>
            <a:xfrm>
              <a:off x="8932320" y="3048120"/>
              <a:ext cx="3258360" cy="3808440"/>
            </a:xfrm>
            <a:prstGeom prst="triangle">
              <a:avLst>
                <a:gd name="adj" fmla="val 100000"/>
              </a:avLst>
            </a:prstGeom>
            <a:solidFill>
              <a:schemeClr val="accent2">
                <a:alpha val="72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3"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4"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5"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6" name="Isosceles Triangle 27"/>
            <p:cNvSpPr/>
            <p:nvPr/>
          </p:nvSpPr>
          <p:spPr>
            <a:xfrm>
              <a:off x="10371600" y="3589920"/>
              <a:ext cx="1815840" cy="3266640"/>
            </a:xfrm>
            <a:prstGeom prst="triangle">
              <a:avLst>
                <a:gd name="adj" fmla="val 100000"/>
              </a:avLst>
            </a:prstGeom>
            <a:solidFill>
              <a:schemeClr val="accent1">
                <a:alpha val="8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7" name="Isosceles Triangle 28"/>
            <p:cNvSpPr/>
            <p:nvPr/>
          </p:nvSpPr>
          <p:spPr>
            <a:xfrm>
              <a:off x="0" y="4013280"/>
              <a:ext cx="447120" cy="2843280"/>
            </a:xfrm>
            <a:prstGeom prst="triangle">
              <a:avLst>
                <a:gd name="adj" fmla="val 0"/>
              </a:avLst>
            </a:prstGeom>
            <a:solidFill>
              <a:schemeClr val="accent1">
                <a:alpha val="8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grpSp>
      <p:sp>
        <p:nvSpPr>
          <p:cNvPr id="138" name="PlaceHolder 1"/>
          <p:cNvSpPr>
            <a:spLocks noGrp="1"/>
          </p:cNvSpPr>
          <p:nvPr>
            <p:ph type="title"/>
          </p:nvPr>
        </p:nvSpPr>
        <p:spPr>
          <a:xfrm>
            <a:off x="677160" y="934200"/>
            <a:ext cx="8595360" cy="670680"/>
          </a:xfrm>
          <a:prstGeom prst="rect">
            <a:avLst/>
          </a:prstGeom>
          <a:noFill/>
          <a:ln w="0">
            <a:noFill/>
          </a:ln>
        </p:spPr>
        <p:txBody>
          <a:bodyPr lIns="0" tIns="0" rIns="0" bIns="0" anchor="ctr">
            <a:spAutoFit/>
          </a:bodyPr>
          <a:lstStyle>
            <a:lvl1pPr indent="0" algn="l">
              <a:buNone/>
              <a:defRPr lang="en-US" sz="4400" b="0" u="none" strike="noStrike">
                <a:solidFill>
                  <a:srgbClr val="000000"/>
                </a:solidFill>
                <a:effectLst/>
                <a:uFillTx/>
                <a:latin typeface="Arial"/>
              </a:defRPr>
            </a:lvl1pPr>
          </a:lstStyle>
          <a:p>
            <a:pPr indent="0" algn="l">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139" name="PlaceHolder 2"/>
          <p:cNvSpPr>
            <a:spLocks noGrp="1"/>
          </p:cNvSpPr>
          <p:nvPr>
            <p:ph type="body"/>
          </p:nvPr>
        </p:nvSpPr>
        <p:spPr>
          <a:xfrm>
            <a:off x="677160" y="2160720"/>
            <a:ext cx="8595360" cy="387936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18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1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18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18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18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18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18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140" name="PlaceHolder 3"/>
          <p:cNvSpPr>
            <a:spLocks noGrp="1"/>
          </p:cNvSpPr>
          <p:nvPr>
            <p:ph type="ftr" idx="16"/>
          </p:nvPr>
        </p:nvSpPr>
        <p:spPr>
          <a:xfrm>
            <a:off x="677160" y="6041520"/>
            <a:ext cx="629604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41" name="PlaceHolder 4"/>
          <p:cNvSpPr>
            <a:spLocks noGrp="1"/>
          </p:cNvSpPr>
          <p:nvPr>
            <p:ph type="sldNum" idx="17"/>
          </p:nvPr>
        </p:nvSpPr>
        <p:spPr>
          <a:xfrm>
            <a:off x="8590680" y="6041520"/>
            <a:ext cx="681840" cy="3636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A1347E4F-30EA-4D43-8687-2CA5B9C0B3AF}"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142" name="PlaceHolder 5"/>
          <p:cNvSpPr>
            <a:spLocks noGrp="1"/>
          </p:cNvSpPr>
          <p:nvPr>
            <p:ph type="dt" idx="18"/>
          </p:nvPr>
        </p:nvSpPr>
        <p:spPr>
          <a:xfrm>
            <a:off x="7205040" y="6041520"/>
            <a:ext cx="910440" cy="36360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145" name="Group 6"/>
          <p:cNvGrpSpPr/>
          <p:nvPr/>
        </p:nvGrpSpPr>
        <p:grpSpPr>
          <a:xfrm>
            <a:off x="0" y="-8640"/>
            <a:ext cx="12190680" cy="6867720"/>
            <a:chOff x="0" y="-8640"/>
            <a:chExt cx="12190680" cy="6867720"/>
          </a:xfrm>
        </p:grpSpPr>
        <p:cxnSp>
          <p:nvCxnSpPr>
            <p:cNvPr id="146" name="Straight Connector 19"/>
            <p:cNvCxnSpPr/>
            <p:nvPr/>
          </p:nvCxnSpPr>
          <p:spPr>
            <a:xfrm>
              <a:off x="9370800" y="0"/>
              <a:ext cx="1220760" cy="6859440"/>
            </a:xfrm>
            <a:prstGeom prst="straightConnector1">
              <a:avLst/>
            </a:prstGeom>
            <a:ln cap="rnd" w="9360">
              <a:solidFill>
                <a:srgbClr val="BFBFBF"/>
              </a:solidFill>
              <a:round/>
            </a:ln>
          </p:spPr>
        </p:cxnSp>
        <p:cxnSp>
          <p:nvCxnSpPr>
            <p:cNvPr id="147" name="Straight Connector 20"/>
            <p:cNvCxnSpPr/>
            <p:nvPr/>
          </p:nvCxnSpPr>
          <p:spPr>
            <a:xfrm flipH="1">
              <a:off x="7425000" y="3681360"/>
              <a:ext cx="4764960" cy="3178080"/>
            </a:xfrm>
            <a:prstGeom prst="straightConnector1">
              <a:avLst/>
            </a:prstGeom>
            <a:ln cap="rnd" w="9360">
              <a:solidFill>
                <a:srgbClr val="D9D9D9"/>
              </a:solidFill>
              <a:round/>
            </a:ln>
          </p:spPr>
        </p:cxnSp>
        <p:sp>
          <p:nvSpPr>
            <p:cNvPr id="148"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9"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50" name="Isosceles Triangle 23"/>
            <p:cNvSpPr/>
            <p:nvPr/>
          </p:nvSpPr>
          <p:spPr>
            <a:xfrm>
              <a:off x="8932320" y="3048120"/>
              <a:ext cx="3258360" cy="3808440"/>
            </a:xfrm>
            <a:prstGeom prst="triangle">
              <a:avLst>
                <a:gd name="adj" fmla="val 100000"/>
              </a:avLst>
            </a:prstGeom>
            <a:solidFill>
              <a:schemeClr val="accent2">
                <a:alpha val="72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51"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52"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53"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54" name="Isosceles Triangle 27"/>
            <p:cNvSpPr/>
            <p:nvPr/>
          </p:nvSpPr>
          <p:spPr>
            <a:xfrm>
              <a:off x="10371600" y="3589920"/>
              <a:ext cx="1815840" cy="3266640"/>
            </a:xfrm>
            <a:prstGeom prst="triangle">
              <a:avLst>
                <a:gd name="adj" fmla="val 100000"/>
              </a:avLst>
            </a:prstGeom>
            <a:solidFill>
              <a:schemeClr val="accent1">
                <a:alpha val="8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55" name="Isosceles Triangle 28"/>
            <p:cNvSpPr/>
            <p:nvPr/>
          </p:nvSpPr>
          <p:spPr>
            <a:xfrm>
              <a:off x="0" y="4013280"/>
              <a:ext cx="447120" cy="2843280"/>
            </a:xfrm>
            <a:prstGeom prst="triangle">
              <a:avLst>
                <a:gd name="adj" fmla="val 0"/>
              </a:avLst>
            </a:prstGeom>
            <a:solidFill>
              <a:schemeClr val="accent1">
                <a:alpha val="8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grpSp>
      <p:sp>
        <p:nvSpPr>
          <p:cNvPr id="156" name="TextBox 23"/>
          <p:cNvSpPr/>
          <p:nvPr/>
        </p:nvSpPr>
        <p:spPr>
          <a:xfrm>
            <a:off x="541800" y="790200"/>
            <a:ext cx="608040" cy="583200"/>
          </a:xfrm>
          <a:prstGeom prst="rect">
            <a:avLst/>
          </a:prstGeom>
          <a:noFill/>
          <a:ln w="0">
            <a:noFill/>
          </a:ln>
        </p:spPr>
        <p:style>
          <a:lnRef idx="0"/>
          <a:fillRef idx="0"/>
          <a:effectRef idx="0"/>
          <a:fontRef idx="minor"/>
        </p:style>
        <p:txBody>
          <a:bodyPr lIns="90000" tIns="45000" rIns="90000" bIns="45000" anchor="ctr">
            <a:noAutofit/>
          </a:bodyPr>
          <a:p>
            <a:pPr defTabSz="457200">
              <a:lnSpc>
                <a:spcPct val="100000"/>
              </a:lnSpc>
            </a:pPr>
            <a:r>
              <a:rPr lang="en-US" sz="8000" b="0" u="none" strike="noStrike">
                <a:solidFill>
                  <a:schemeClr val="accent1">
                    <a:lumMod val="60000"/>
                    <a:lumOff val="40000"/>
                  </a:schemeClr>
                </a:solidFill>
                <a:effectLst/>
                <a:uFillTx/>
                <a:latin typeface="Arial"/>
                <a:ea typeface="DejaVu Sans"/>
              </a:rPr>
              <a:t>“</a:t>
            </a:r>
            <a:endParaRPr lang="en-US" sz="8000" b="0" u="none" strike="noStrike">
              <a:solidFill>
                <a:srgbClr val="000000"/>
              </a:solidFill>
              <a:effectLst/>
              <a:uFillTx/>
              <a:latin typeface="Arial"/>
            </a:endParaRPr>
          </a:p>
        </p:txBody>
      </p:sp>
      <p:sp>
        <p:nvSpPr>
          <p:cNvPr id="157" name="TextBox 24"/>
          <p:cNvSpPr/>
          <p:nvPr/>
        </p:nvSpPr>
        <p:spPr>
          <a:xfrm>
            <a:off x="8893080" y="2886480"/>
            <a:ext cx="608040" cy="583200"/>
          </a:xfrm>
          <a:prstGeom prst="rect">
            <a:avLst/>
          </a:prstGeom>
          <a:noFill/>
          <a:ln w="0">
            <a:noFill/>
          </a:ln>
        </p:spPr>
        <p:style>
          <a:lnRef idx="0"/>
          <a:fillRef idx="0"/>
          <a:effectRef idx="0"/>
          <a:fontRef idx="minor"/>
        </p:style>
        <p:txBody>
          <a:bodyPr lIns="90000" tIns="45000" rIns="90000" bIns="45000" anchor="ctr">
            <a:noAutofit/>
          </a:bodyPr>
          <a:p>
            <a:pPr defTabSz="457200">
              <a:lnSpc>
                <a:spcPct val="100000"/>
              </a:lnSpc>
            </a:pPr>
            <a:r>
              <a:rPr lang="en-US" sz="8000" b="0" u="none" strike="noStrike">
                <a:solidFill>
                  <a:schemeClr val="accent1">
                    <a:lumMod val="60000"/>
                    <a:lumOff val="40000"/>
                  </a:schemeClr>
                </a:solidFill>
                <a:effectLst/>
                <a:uFillTx/>
                <a:latin typeface="Arial"/>
                <a:ea typeface="DejaVu Sans"/>
              </a:rPr>
              <a:t>”</a:t>
            </a:r>
            <a:endParaRPr lang="en-US" sz="8000" b="0" u="none" strike="noStrike">
              <a:solidFill>
                <a:srgbClr val="000000"/>
              </a:solidFill>
              <a:effectLst/>
              <a:uFillTx/>
              <a:latin typeface="Arial"/>
            </a:endParaRPr>
          </a:p>
        </p:txBody>
      </p:sp>
      <p:sp>
        <p:nvSpPr>
          <p:cNvPr id="158" name="PlaceHolder 1"/>
          <p:cNvSpPr>
            <a:spLocks noGrp="1"/>
          </p:cNvSpPr>
          <p:nvPr>
            <p:ph type="title"/>
          </p:nvPr>
        </p:nvSpPr>
        <p:spPr>
          <a:xfrm>
            <a:off x="677160" y="934200"/>
            <a:ext cx="8595360" cy="670680"/>
          </a:xfrm>
          <a:prstGeom prst="rect">
            <a:avLst/>
          </a:prstGeom>
          <a:noFill/>
          <a:ln w="0">
            <a:noFill/>
          </a:ln>
        </p:spPr>
        <p:txBody>
          <a:bodyPr lIns="0" tIns="0" rIns="0" bIns="0" anchor="ctr">
            <a:spAutoFit/>
          </a:bodyPr>
          <a:lstStyle>
            <a:lvl1pPr indent="0" algn="l">
              <a:buNone/>
              <a:defRPr lang="en-US" sz="4400" b="0" u="none" strike="noStrike">
                <a:solidFill>
                  <a:srgbClr val="000000"/>
                </a:solidFill>
                <a:effectLst/>
                <a:uFillTx/>
                <a:latin typeface="Arial"/>
              </a:defRPr>
            </a:lvl1pPr>
          </a:lstStyle>
          <a:p>
            <a:pPr indent="0" algn="l">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159" name="PlaceHolder 2"/>
          <p:cNvSpPr>
            <a:spLocks noGrp="1"/>
          </p:cNvSpPr>
          <p:nvPr>
            <p:ph type="body"/>
          </p:nvPr>
        </p:nvSpPr>
        <p:spPr>
          <a:xfrm>
            <a:off x="677160" y="2160720"/>
            <a:ext cx="8595360" cy="387936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18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1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18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18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18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18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18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160" name="PlaceHolder 3"/>
          <p:cNvSpPr>
            <a:spLocks noGrp="1"/>
          </p:cNvSpPr>
          <p:nvPr>
            <p:ph type="ftr" idx="19"/>
          </p:nvPr>
        </p:nvSpPr>
        <p:spPr>
          <a:xfrm>
            <a:off x="677160" y="6041520"/>
            <a:ext cx="629604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61" name="PlaceHolder 4"/>
          <p:cNvSpPr>
            <a:spLocks noGrp="1"/>
          </p:cNvSpPr>
          <p:nvPr>
            <p:ph type="sldNum" idx="20"/>
          </p:nvPr>
        </p:nvSpPr>
        <p:spPr>
          <a:xfrm>
            <a:off x="8590680" y="6041520"/>
            <a:ext cx="681840" cy="3636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512A2C95-1896-4FD6-AD7F-3F91F55DB1B1}"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162" name="PlaceHolder 5"/>
          <p:cNvSpPr>
            <a:spLocks noGrp="1"/>
          </p:cNvSpPr>
          <p:nvPr>
            <p:ph type="dt" idx="21"/>
          </p:nvPr>
        </p:nvSpPr>
        <p:spPr>
          <a:xfrm>
            <a:off x="7205040" y="6041520"/>
            <a:ext cx="910440" cy="36360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165" name="Group 6"/>
          <p:cNvGrpSpPr/>
          <p:nvPr/>
        </p:nvGrpSpPr>
        <p:grpSpPr>
          <a:xfrm>
            <a:off x="0" y="-8640"/>
            <a:ext cx="12190680" cy="6867720"/>
            <a:chOff x="0" y="-8640"/>
            <a:chExt cx="12190680" cy="6867720"/>
          </a:xfrm>
        </p:grpSpPr>
        <p:cxnSp>
          <p:nvCxnSpPr>
            <p:cNvPr id="166" name="Straight Connector 19"/>
            <p:cNvCxnSpPr/>
            <p:nvPr/>
          </p:nvCxnSpPr>
          <p:spPr>
            <a:xfrm>
              <a:off x="9370800" y="0"/>
              <a:ext cx="1220760" cy="6859440"/>
            </a:xfrm>
            <a:prstGeom prst="straightConnector1">
              <a:avLst/>
            </a:prstGeom>
            <a:ln cap="rnd" w="9360">
              <a:solidFill>
                <a:srgbClr val="BFBFBF"/>
              </a:solidFill>
              <a:round/>
            </a:ln>
          </p:spPr>
        </p:cxnSp>
        <p:cxnSp>
          <p:nvCxnSpPr>
            <p:cNvPr id="167" name="Straight Connector 20"/>
            <p:cNvCxnSpPr/>
            <p:nvPr/>
          </p:nvCxnSpPr>
          <p:spPr>
            <a:xfrm flipH="1">
              <a:off x="7425000" y="3681360"/>
              <a:ext cx="4764960" cy="3178080"/>
            </a:xfrm>
            <a:prstGeom prst="straightConnector1">
              <a:avLst/>
            </a:prstGeom>
            <a:ln cap="rnd" w="9360">
              <a:solidFill>
                <a:srgbClr val="D9D9D9"/>
              </a:solidFill>
              <a:round/>
            </a:ln>
          </p:spPr>
        </p:cxnSp>
        <p:sp>
          <p:nvSpPr>
            <p:cNvPr id="168"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9"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0" name="Isosceles Triangle 23"/>
            <p:cNvSpPr/>
            <p:nvPr/>
          </p:nvSpPr>
          <p:spPr>
            <a:xfrm>
              <a:off x="8932320" y="3048120"/>
              <a:ext cx="3258360" cy="3808440"/>
            </a:xfrm>
            <a:prstGeom prst="triangle">
              <a:avLst>
                <a:gd name="adj" fmla="val 100000"/>
              </a:avLst>
            </a:prstGeom>
            <a:solidFill>
              <a:schemeClr val="accent2">
                <a:alpha val="72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71"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72"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3"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4" name="Isosceles Triangle 27"/>
            <p:cNvSpPr/>
            <p:nvPr/>
          </p:nvSpPr>
          <p:spPr>
            <a:xfrm>
              <a:off x="10371600" y="3589920"/>
              <a:ext cx="1815840" cy="3266640"/>
            </a:xfrm>
            <a:prstGeom prst="triangle">
              <a:avLst>
                <a:gd name="adj" fmla="val 100000"/>
              </a:avLst>
            </a:prstGeom>
            <a:solidFill>
              <a:schemeClr val="accent1">
                <a:alpha val="8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5" name="Isosceles Triangle 28"/>
            <p:cNvSpPr/>
            <p:nvPr/>
          </p:nvSpPr>
          <p:spPr>
            <a:xfrm>
              <a:off x="0" y="4013280"/>
              <a:ext cx="447120" cy="2843280"/>
            </a:xfrm>
            <a:prstGeom prst="triangle">
              <a:avLst>
                <a:gd name="adj" fmla="val 0"/>
              </a:avLst>
            </a:prstGeom>
            <a:solidFill>
              <a:schemeClr val="accent1">
                <a:alpha val="8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grpSp>
      <p:sp>
        <p:nvSpPr>
          <p:cNvPr id="176" name="PlaceHolder 1"/>
          <p:cNvSpPr>
            <a:spLocks noGrp="1"/>
          </p:cNvSpPr>
          <p:nvPr>
            <p:ph type="title"/>
          </p:nvPr>
        </p:nvSpPr>
        <p:spPr>
          <a:xfrm>
            <a:off x="677160" y="934200"/>
            <a:ext cx="8595360" cy="670680"/>
          </a:xfrm>
          <a:prstGeom prst="rect">
            <a:avLst/>
          </a:prstGeom>
          <a:noFill/>
          <a:ln w="0">
            <a:noFill/>
          </a:ln>
        </p:spPr>
        <p:txBody>
          <a:bodyPr lIns="0" tIns="0" rIns="0" bIns="0" anchor="ctr">
            <a:spAutoFit/>
          </a:bodyPr>
          <a:lstStyle>
            <a:lvl1pPr indent="0" algn="l">
              <a:buNone/>
              <a:defRPr lang="en-US" sz="4400" b="0" u="none" strike="noStrike">
                <a:solidFill>
                  <a:srgbClr val="000000"/>
                </a:solidFill>
                <a:effectLst/>
                <a:uFillTx/>
                <a:latin typeface="Arial"/>
              </a:defRPr>
            </a:lvl1pPr>
          </a:lstStyle>
          <a:p>
            <a:pPr indent="0" algn="l">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177" name="PlaceHolder 2"/>
          <p:cNvSpPr>
            <a:spLocks noGrp="1"/>
          </p:cNvSpPr>
          <p:nvPr>
            <p:ph type="body"/>
          </p:nvPr>
        </p:nvSpPr>
        <p:spPr>
          <a:xfrm>
            <a:off x="677160" y="2160720"/>
            <a:ext cx="8595360" cy="387936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18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1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18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18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18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18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18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178" name="PlaceHolder 3"/>
          <p:cNvSpPr>
            <a:spLocks noGrp="1"/>
          </p:cNvSpPr>
          <p:nvPr>
            <p:ph type="ftr" idx="22"/>
          </p:nvPr>
        </p:nvSpPr>
        <p:spPr>
          <a:xfrm>
            <a:off x="677160" y="6041520"/>
            <a:ext cx="629604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79" name="PlaceHolder 4"/>
          <p:cNvSpPr>
            <a:spLocks noGrp="1"/>
          </p:cNvSpPr>
          <p:nvPr>
            <p:ph type="sldNum" idx="23"/>
          </p:nvPr>
        </p:nvSpPr>
        <p:spPr>
          <a:xfrm>
            <a:off x="8590680" y="6041520"/>
            <a:ext cx="681840" cy="3636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F69B285C-2694-4FC8-A237-3D47C993AB99}"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180" name="PlaceHolder 5"/>
          <p:cNvSpPr>
            <a:spLocks noGrp="1"/>
          </p:cNvSpPr>
          <p:nvPr>
            <p:ph type="dt" idx="24"/>
          </p:nvPr>
        </p:nvSpPr>
        <p:spPr>
          <a:xfrm>
            <a:off x="7205040" y="6041520"/>
            <a:ext cx="910440" cy="36360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183" name="Group 6"/>
          <p:cNvGrpSpPr/>
          <p:nvPr/>
        </p:nvGrpSpPr>
        <p:grpSpPr>
          <a:xfrm>
            <a:off x="0" y="-8640"/>
            <a:ext cx="12190680" cy="6867720"/>
            <a:chOff x="0" y="-8640"/>
            <a:chExt cx="12190680" cy="6867720"/>
          </a:xfrm>
        </p:grpSpPr>
        <p:cxnSp>
          <p:nvCxnSpPr>
            <p:cNvPr id="184" name="Straight Connector 19"/>
            <p:cNvCxnSpPr/>
            <p:nvPr/>
          </p:nvCxnSpPr>
          <p:spPr>
            <a:xfrm>
              <a:off x="9370800" y="0"/>
              <a:ext cx="1220760" cy="6859440"/>
            </a:xfrm>
            <a:prstGeom prst="straightConnector1">
              <a:avLst/>
            </a:prstGeom>
            <a:ln cap="rnd" w="9360">
              <a:solidFill>
                <a:srgbClr val="BFBFBF"/>
              </a:solidFill>
              <a:round/>
            </a:ln>
          </p:spPr>
        </p:cxnSp>
        <p:cxnSp>
          <p:nvCxnSpPr>
            <p:cNvPr id="185" name="Straight Connector 20"/>
            <p:cNvCxnSpPr/>
            <p:nvPr/>
          </p:nvCxnSpPr>
          <p:spPr>
            <a:xfrm flipH="1">
              <a:off x="7425000" y="3681360"/>
              <a:ext cx="4764960" cy="3178080"/>
            </a:xfrm>
            <a:prstGeom prst="straightConnector1">
              <a:avLst/>
            </a:prstGeom>
            <a:ln cap="rnd" w="9360">
              <a:solidFill>
                <a:srgbClr val="D9D9D9"/>
              </a:solidFill>
              <a:round/>
            </a:ln>
          </p:spPr>
        </p:cxnSp>
        <p:sp>
          <p:nvSpPr>
            <p:cNvPr id="186"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7"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88" name="Isosceles Triangle 23"/>
            <p:cNvSpPr/>
            <p:nvPr/>
          </p:nvSpPr>
          <p:spPr>
            <a:xfrm>
              <a:off x="8932320" y="3048120"/>
              <a:ext cx="3258360" cy="3808440"/>
            </a:xfrm>
            <a:prstGeom prst="triangle">
              <a:avLst>
                <a:gd name="adj" fmla="val 100000"/>
              </a:avLst>
            </a:prstGeom>
            <a:solidFill>
              <a:schemeClr val="accent2">
                <a:alpha val="72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9"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90"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1"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2" name="Isosceles Triangle 27"/>
            <p:cNvSpPr/>
            <p:nvPr/>
          </p:nvSpPr>
          <p:spPr>
            <a:xfrm>
              <a:off x="10371600" y="3589920"/>
              <a:ext cx="1815840" cy="3266640"/>
            </a:xfrm>
            <a:prstGeom prst="triangle">
              <a:avLst>
                <a:gd name="adj" fmla="val 100000"/>
              </a:avLst>
            </a:prstGeom>
            <a:solidFill>
              <a:schemeClr val="accent1">
                <a:alpha val="8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93" name="Isosceles Triangle 28"/>
            <p:cNvSpPr/>
            <p:nvPr/>
          </p:nvSpPr>
          <p:spPr>
            <a:xfrm>
              <a:off x="0" y="4013280"/>
              <a:ext cx="447120" cy="2843280"/>
            </a:xfrm>
            <a:prstGeom prst="triangle">
              <a:avLst>
                <a:gd name="adj" fmla="val 0"/>
              </a:avLst>
            </a:prstGeom>
            <a:solidFill>
              <a:schemeClr val="accent1">
                <a:alpha val="8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grpSp>
      <p:sp>
        <p:nvSpPr>
          <p:cNvPr id="194" name="PlaceHolder 1"/>
          <p:cNvSpPr>
            <a:spLocks noGrp="1"/>
          </p:cNvSpPr>
          <p:nvPr>
            <p:ph type="title"/>
          </p:nvPr>
        </p:nvSpPr>
        <p:spPr>
          <a:xfrm>
            <a:off x="677160" y="934200"/>
            <a:ext cx="8595360" cy="670680"/>
          </a:xfrm>
          <a:prstGeom prst="rect">
            <a:avLst/>
          </a:prstGeom>
          <a:noFill/>
          <a:ln w="0">
            <a:noFill/>
          </a:ln>
        </p:spPr>
        <p:txBody>
          <a:bodyPr lIns="0" tIns="0" rIns="0" bIns="0" anchor="ctr">
            <a:spAutoFit/>
          </a:bodyPr>
          <a:lstStyle>
            <a:lvl1pPr indent="0" algn="l">
              <a:buNone/>
              <a:defRPr lang="en-US" sz="4400" b="0" u="none" strike="noStrike">
                <a:solidFill>
                  <a:srgbClr val="000000"/>
                </a:solidFill>
                <a:effectLst/>
                <a:uFillTx/>
                <a:latin typeface="Arial"/>
              </a:defRPr>
            </a:lvl1pPr>
          </a:lstStyle>
          <a:p>
            <a:pPr indent="0" algn="l">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195" name="PlaceHolder 2"/>
          <p:cNvSpPr>
            <a:spLocks noGrp="1"/>
          </p:cNvSpPr>
          <p:nvPr>
            <p:ph type="body"/>
          </p:nvPr>
        </p:nvSpPr>
        <p:spPr>
          <a:xfrm>
            <a:off x="677160" y="2160720"/>
            <a:ext cx="8595360" cy="3879360"/>
          </a:xfrm>
          <a:prstGeom prst="rect">
            <a:avLst/>
          </a:prstGeom>
          <a:noFill/>
          <a:ln w="0">
            <a:noFill/>
          </a:ln>
        </p:spPr>
        <p:txBody>
          <a:bodyPr lIns="0" tIns="0" rIns="0" bIns="0" anchor="t" vert="eaVert">
            <a:normAutofit/>
          </a:bodyPr>
          <a:lstStyle>
            <a:lvl1pPr algn="l">
              <a:spcBef>
                <a:spcPts val="1417"/>
              </a:spcBef>
              <a:buClr>
                <a:srgbClr val="000000"/>
              </a:buClr>
              <a:buSzPct val="45000"/>
              <a:buFont typeface="Wingdings" charset="2"/>
              <a:buChar char=""/>
              <a:defRPr lang="en-US" sz="18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1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18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18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18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18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18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196" name="PlaceHolder 3"/>
          <p:cNvSpPr>
            <a:spLocks noGrp="1"/>
          </p:cNvSpPr>
          <p:nvPr>
            <p:ph type="ftr" idx="25"/>
          </p:nvPr>
        </p:nvSpPr>
        <p:spPr>
          <a:xfrm>
            <a:off x="677160" y="6041520"/>
            <a:ext cx="629604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97" name="PlaceHolder 4"/>
          <p:cNvSpPr>
            <a:spLocks noGrp="1"/>
          </p:cNvSpPr>
          <p:nvPr>
            <p:ph type="sldNum" idx="26"/>
          </p:nvPr>
        </p:nvSpPr>
        <p:spPr>
          <a:xfrm>
            <a:off x="8590680" y="6041520"/>
            <a:ext cx="681840" cy="3636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938A8A5C-7A61-431D-86F9-01126826EF5D}"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198" name="PlaceHolder 5"/>
          <p:cNvSpPr>
            <a:spLocks noGrp="1"/>
          </p:cNvSpPr>
          <p:nvPr>
            <p:ph type="dt" idx="27"/>
          </p:nvPr>
        </p:nvSpPr>
        <p:spPr>
          <a:xfrm>
            <a:off x="7205040" y="6041520"/>
            <a:ext cx="910440" cy="36360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201" name="Group 6"/>
          <p:cNvGrpSpPr/>
          <p:nvPr/>
        </p:nvGrpSpPr>
        <p:grpSpPr>
          <a:xfrm>
            <a:off x="0" y="-8640"/>
            <a:ext cx="12190680" cy="6867720"/>
            <a:chOff x="0" y="-8640"/>
            <a:chExt cx="12190680" cy="6867720"/>
          </a:xfrm>
        </p:grpSpPr>
        <p:cxnSp>
          <p:nvCxnSpPr>
            <p:cNvPr id="202" name="Straight Connector 19"/>
            <p:cNvCxnSpPr/>
            <p:nvPr/>
          </p:nvCxnSpPr>
          <p:spPr>
            <a:xfrm>
              <a:off x="9370800" y="0"/>
              <a:ext cx="1220760" cy="6859440"/>
            </a:xfrm>
            <a:prstGeom prst="straightConnector1">
              <a:avLst/>
            </a:prstGeom>
            <a:ln cap="rnd" w="9360">
              <a:solidFill>
                <a:srgbClr val="BFBFBF"/>
              </a:solidFill>
              <a:round/>
            </a:ln>
          </p:spPr>
        </p:cxnSp>
        <p:cxnSp>
          <p:nvCxnSpPr>
            <p:cNvPr id="203" name="Straight Connector 20"/>
            <p:cNvCxnSpPr/>
            <p:nvPr/>
          </p:nvCxnSpPr>
          <p:spPr>
            <a:xfrm flipH="1">
              <a:off x="7425000" y="3681360"/>
              <a:ext cx="4764960" cy="3178080"/>
            </a:xfrm>
            <a:prstGeom prst="straightConnector1">
              <a:avLst/>
            </a:prstGeom>
            <a:ln cap="rnd" w="9360">
              <a:solidFill>
                <a:srgbClr val="D9D9D9"/>
              </a:solidFill>
              <a:round/>
            </a:ln>
          </p:spPr>
        </p:cxnSp>
        <p:sp>
          <p:nvSpPr>
            <p:cNvPr id="204"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5"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6" name="Isosceles Triangle 23"/>
            <p:cNvSpPr/>
            <p:nvPr/>
          </p:nvSpPr>
          <p:spPr>
            <a:xfrm>
              <a:off x="8932320" y="3048120"/>
              <a:ext cx="3258360" cy="3808440"/>
            </a:xfrm>
            <a:prstGeom prst="triangle">
              <a:avLst>
                <a:gd name="adj" fmla="val 100000"/>
              </a:avLst>
            </a:prstGeom>
            <a:solidFill>
              <a:schemeClr val="accent2">
                <a:alpha val="72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07"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08"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9"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0" name="Isosceles Triangle 27"/>
            <p:cNvSpPr/>
            <p:nvPr/>
          </p:nvSpPr>
          <p:spPr>
            <a:xfrm>
              <a:off x="10371600" y="3589920"/>
              <a:ext cx="1815840" cy="3266640"/>
            </a:xfrm>
            <a:prstGeom prst="triangle">
              <a:avLst>
                <a:gd name="adj" fmla="val 100000"/>
              </a:avLst>
            </a:prstGeom>
            <a:solidFill>
              <a:schemeClr val="accent1">
                <a:alpha val="8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11" name="Isosceles Triangle 28"/>
            <p:cNvSpPr/>
            <p:nvPr/>
          </p:nvSpPr>
          <p:spPr>
            <a:xfrm>
              <a:off x="0" y="4013280"/>
              <a:ext cx="447120" cy="2843280"/>
            </a:xfrm>
            <a:prstGeom prst="triangle">
              <a:avLst>
                <a:gd name="adj" fmla="val 0"/>
              </a:avLst>
            </a:prstGeom>
            <a:solidFill>
              <a:schemeClr val="accent1">
                <a:alpha val="8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grpSp>
      <p:sp>
        <p:nvSpPr>
          <p:cNvPr id="212" name="PlaceHolder 1"/>
          <p:cNvSpPr>
            <a:spLocks noGrp="1"/>
          </p:cNvSpPr>
          <p:nvPr>
            <p:ph type="title"/>
          </p:nvPr>
        </p:nvSpPr>
        <p:spPr>
          <a:xfrm>
            <a:off x="677160" y="934200"/>
            <a:ext cx="8595360" cy="670680"/>
          </a:xfrm>
          <a:prstGeom prst="rect">
            <a:avLst/>
          </a:prstGeom>
          <a:noFill/>
          <a:ln w="0">
            <a:noFill/>
          </a:ln>
        </p:spPr>
        <p:txBody>
          <a:bodyPr lIns="0" tIns="0" rIns="0" bIns="0" anchor="ctr">
            <a:spAutoFit/>
          </a:bodyPr>
          <a:lstStyle>
            <a:lvl1pPr indent="0" algn="l">
              <a:buNone/>
              <a:defRPr lang="en-US" sz="4400" b="0" u="none" strike="noStrike">
                <a:solidFill>
                  <a:srgbClr val="000000"/>
                </a:solidFill>
                <a:effectLst/>
                <a:uFillTx/>
                <a:latin typeface="Arial"/>
              </a:defRPr>
            </a:lvl1pPr>
          </a:lstStyle>
          <a:p>
            <a:pPr indent="0" algn="l">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213" name="PlaceHolder 2"/>
          <p:cNvSpPr>
            <a:spLocks noGrp="1"/>
          </p:cNvSpPr>
          <p:nvPr>
            <p:ph type="body"/>
          </p:nvPr>
        </p:nvSpPr>
        <p:spPr>
          <a:xfrm>
            <a:off x="677160" y="2160720"/>
            <a:ext cx="8595360" cy="3879360"/>
          </a:xfrm>
          <a:prstGeom prst="rect">
            <a:avLst/>
          </a:prstGeom>
          <a:noFill/>
          <a:ln w="0">
            <a:noFill/>
          </a:ln>
        </p:spPr>
        <p:txBody>
          <a:bodyPr lIns="0" tIns="0" rIns="0" bIns="0" anchor="t" vert="eaVert">
            <a:normAutofit/>
          </a:bodyPr>
          <a:lstStyle>
            <a:lvl1pPr algn="l">
              <a:spcBef>
                <a:spcPts val="1417"/>
              </a:spcBef>
              <a:buClr>
                <a:srgbClr val="000000"/>
              </a:buClr>
              <a:buSzPct val="45000"/>
              <a:buFont typeface="Wingdings" charset="2"/>
              <a:buChar char=""/>
              <a:defRPr lang="en-US" sz="18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1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18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18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18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18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18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214" name="PlaceHolder 3"/>
          <p:cNvSpPr>
            <a:spLocks noGrp="1"/>
          </p:cNvSpPr>
          <p:nvPr>
            <p:ph type="ftr" idx="28"/>
          </p:nvPr>
        </p:nvSpPr>
        <p:spPr>
          <a:xfrm>
            <a:off x="677160" y="6041520"/>
            <a:ext cx="629604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15" name="PlaceHolder 4"/>
          <p:cNvSpPr>
            <a:spLocks noGrp="1"/>
          </p:cNvSpPr>
          <p:nvPr>
            <p:ph type="sldNum" idx="29"/>
          </p:nvPr>
        </p:nvSpPr>
        <p:spPr>
          <a:xfrm>
            <a:off x="8590680" y="6041520"/>
            <a:ext cx="681840" cy="3636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94F57AF2-BBBB-4819-BC4E-E58CEAC04AE7}"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216" name="PlaceHolder 5"/>
          <p:cNvSpPr>
            <a:spLocks noGrp="1"/>
          </p:cNvSpPr>
          <p:nvPr>
            <p:ph type="dt" idx="30"/>
          </p:nvPr>
        </p:nvSpPr>
        <p:spPr>
          <a:xfrm>
            <a:off x="7205040" y="6041520"/>
            <a:ext cx="910440" cy="36360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9" r:id="rId2"/>
    <p:sldLayoutId id="2147483670" r:id="rId3"/>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grpSp>
        <p:nvGrpSpPr>
          <p:cNvPr id="250" name="Group 6"/>
          <p:cNvGrpSpPr/>
          <p:nvPr/>
        </p:nvGrpSpPr>
        <p:grpSpPr>
          <a:xfrm>
            <a:off x="0" y="-8640"/>
            <a:ext cx="12190680" cy="6867720"/>
            <a:chOff x="0" y="-8640"/>
            <a:chExt cx="12190680" cy="6867720"/>
          </a:xfrm>
        </p:grpSpPr>
        <p:cxnSp>
          <p:nvCxnSpPr>
            <p:cNvPr id="251" name="Straight Connector 19"/>
            <p:cNvCxnSpPr/>
            <p:nvPr/>
          </p:nvCxnSpPr>
          <p:spPr>
            <a:xfrm>
              <a:off x="9370800" y="0"/>
              <a:ext cx="1220760" cy="6859440"/>
            </a:xfrm>
            <a:prstGeom prst="straightConnector1">
              <a:avLst/>
            </a:prstGeom>
            <a:ln cap="rnd" w="9360">
              <a:solidFill>
                <a:srgbClr val="BFBFBF"/>
              </a:solidFill>
              <a:round/>
            </a:ln>
          </p:spPr>
        </p:cxnSp>
        <p:cxnSp>
          <p:nvCxnSpPr>
            <p:cNvPr id="252" name="Straight Connector 20"/>
            <p:cNvCxnSpPr/>
            <p:nvPr/>
          </p:nvCxnSpPr>
          <p:spPr>
            <a:xfrm flipH="1">
              <a:off x="7425000" y="3681360"/>
              <a:ext cx="4764960" cy="3178080"/>
            </a:xfrm>
            <a:prstGeom prst="straightConnector1">
              <a:avLst/>
            </a:prstGeom>
            <a:ln cap="rnd" w="9360">
              <a:solidFill>
                <a:srgbClr val="D9D9D9"/>
              </a:solidFill>
              <a:round/>
            </a:ln>
          </p:spPr>
        </p:cxnSp>
        <p:sp>
          <p:nvSpPr>
            <p:cNvPr id="253" name="Rectangle 23"/>
            <p:cNvSpPr/>
            <p:nvPr/>
          </p:nvSpPr>
          <p:spPr>
            <a:xfrm>
              <a:off x="9181440" y="-8640"/>
              <a:ext cx="3006000" cy="6865200"/>
            </a:xfrm>
            <a:custGeom>
              <a:avLst/>
              <a:gdLst>
                <a:gd name="textAreaLeft" fmla="*/ 0 w 3006000"/>
                <a:gd name="textAreaRight" fmla="*/ 3007440 w 3006000"/>
                <a:gd name="textAreaTop" fmla="*/ 0 h 6865200"/>
                <a:gd name="textAreaBottom" fmla="*/ 6866640 h 686520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54" name="Rectangle 25"/>
            <p:cNvSpPr/>
            <p:nvPr/>
          </p:nvSpPr>
          <p:spPr>
            <a:xfrm>
              <a:off x="9603360" y="-8640"/>
              <a:ext cx="2586960" cy="6865200"/>
            </a:xfrm>
            <a:custGeom>
              <a:avLst/>
              <a:gdLst>
                <a:gd name="textAreaLeft" fmla="*/ 0 w 2586960"/>
                <a:gd name="textAreaRight" fmla="*/ 2588400 w 2586960"/>
                <a:gd name="textAreaTop" fmla="*/ 0 h 6865200"/>
                <a:gd name="textAreaBottom" fmla="*/ 6866640 h 686520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55" name="Isosceles Triangle 23"/>
            <p:cNvSpPr/>
            <p:nvPr/>
          </p:nvSpPr>
          <p:spPr>
            <a:xfrm>
              <a:off x="8932320" y="3048120"/>
              <a:ext cx="3258360" cy="3808440"/>
            </a:xfrm>
            <a:prstGeom prst="triangle">
              <a:avLst>
                <a:gd name="adj" fmla="val 100000"/>
              </a:avLst>
            </a:prstGeom>
            <a:solidFill>
              <a:schemeClr val="accent2">
                <a:alpha val="72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6" name="Rectangle 27"/>
            <p:cNvSpPr/>
            <p:nvPr/>
          </p:nvSpPr>
          <p:spPr>
            <a:xfrm>
              <a:off x="9334440" y="-8640"/>
              <a:ext cx="2853000" cy="6865200"/>
            </a:xfrm>
            <a:custGeom>
              <a:avLst/>
              <a:gdLst>
                <a:gd name="textAreaLeft" fmla="*/ 0 w 2853000"/>
                <a:gd name="textAreaRight" fmla="*/ 2854440 w 2853000"/>
                <a:gd name="textAreaTop" fmla="*/ 0 h 6865200"/>
                <a:gd name="textAreaBottom" fmla="*/ 6866640 h 686520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7" name="Rectangle 28"/>
            <p:cNvSpPr/>
            <p:nvPr/>
          </p:nvSpPr>
          <p:spPr>
            <a:xfrm>
              <a:off x="10898640" y="-8640"/>
              <a:ext cx="1288800" cy="6865200"/>
            </a:xfrm>
            <a:custGeom>
              <a:avLst/>
              <a:gdLst>
                <a:gd name="textAreaLeft" fmla="*/ 0 w 1288800"/>
                <a:gd name="textAreaRight" fmla="*/ 1290240 w 1288800"/>
                <a:gd name="textAreaTop" fmla="*/ 0 h 6865200"/>
                <a:gd name="textAreaBottom" fmla="*/ 6866640 h 686520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58" name="Rectangle 29"/>
            <p:cNvSpPr/>
            <p:nvPr/>
          </p:nvSpPr>
          <p:spPr>
            <a:xfrm>
              <a:off x="10938960" y="-8640"/>
              <a:ext cx="1248480" cy="6865200"/>
            </a:xfrm>
            <a:custGeom>
              <a:avLst/>
              <a:gdLst>
                <a:gd name="textAreaLeft" fmla="*/ 0 w 1248480"/>
                <a:gd name="textAreaRight" fmla="*/ 1249920 w 1248480"/>
                <a:gd name="textAreaTop" fmla="*/ 0 h 6865200"/>
                <a:gd name="textAreaBottom" fmla="*/ 6866640 h 686520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59" name="Isosceles Triangle 27"/>
            <p:cNvSpPr/>
            <p:nvPr/>
          </p:nvSpPr>
          <p:spPr>
            <a:xfrm>
              <a:off x="10371600" y="3589920"/>
              <a:ext cx="1815840" cy="3266640"/>
            </a:xfrm>
            <a:prstGeom prst="triangle">
              <a:avLst>
                <a:gd name="adj" fmla="val 100000"/>
              </a:avLst>
            </a:prstGeom>
            <a:solidFill>
              <a:schemeClr val="accent1">
                <a:alpha val="80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60" name="Isosceles Triangle 28"/>
            <p:cNvSpPr/>
            <p:nvPr/>
          </p:nvSpPr>
          <p:spPr>
            <a:xfrm>
              <a:off x="0" y="4013280"/>
              <a:ext cx="447120" cy="2843280"/>
            </a:xfrm>
            <a:prstGeom prst="triangle">
              <a:avLst>
                <a:gd name="adj" fmla="val 0"/>
              </a:avLst>
            </a:prstGeom>
            <a:solidFill>
              <a:schemeClr val="accent1">
                <a:alpha val="85000"/>
              </a:schemeClr>
            </a:solidFill>
            <a:ln w="12600">
              <a:noFill/>
            </a:ln>
            <a:effectLst>
              <a:outerShdw blurRad="38160" dir="5400000" dist="25560" rotWithShape="0">
                <a:srgbClr val="000000">
                  <a:alpha val="35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grpSp>
      <p:sp>
        <p:nvSpPr>
          <p:cNvPr id="261" name="PlaceHolder 1"/>
          <p:cNvSpPr>
            <a:spLocks noGrp="1"/>
          </p:cNvSpPr>
          <p:nvPr>
            <p:ph type="title"/>
          </p:nvPr>
        </p:nvSpPr>
        <p:spPr>
          <a:xfrm>
            <a:off x="677160" y="934200"/>
            <a:ext cx="8595360" cy="670680"/>
          </a:xfrm>
          <a:prstGeom prst="rect">
            <a:avLst/>
          </a:prstGeom>
          <a:noFill/>
          <a:ln w="0">
            <a:noFill/>
          </a:ln>
        </p:spPr>
        <p:txBody>
          <a:bodyPr lIns="0" tIns="0" rIns="0" bIns="0" anchor="ctr">
            <a:spAutoFit/>
          </a:bodyPr>
          <a:lstStyle>
            <a:lvl1pPr indent="0" algn="l">
              <a:buNone/>
              <a:defRPr lang="en-US" sz="4400" b="0" u="none" strike="noStrike">
                <a:solidFill>
                  <a:srgbClr val="000000"/>
                </a:solidFill>
                <a:effectLst/>
                <a:uFillTx/>
                <a:latin typeface="Arial"/>
              </a:defRPr>
            </a:lvl1pPr>
          </a:lstStyle>
          <a:p>
            <a:pPr indent="0" algn="l">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262" name="PlaceHolder 2"/>
          <p:cNvSpPr>
            <a:spLocks noGrp="1"/>
          </p:cNvSpPr>
          <p:nvPr>
            <p:ph type="body"/>
          </p:nvPr>
        </p:nvSpPr>
        <p:spPr>
          <a:xfrm>
            <a:off x="677160" y="2160720"/>
            <a:ext cx="8595360" cy="387936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18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1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18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18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18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18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18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1800" b="0" u="none" strike="noStrike">
                <a:solidFill>
                  <a:srgbClr val="000000"/>
                </a:solidFill>
                <a:effectLst/>
                <a:uFillTx/>
                <a:latin typeface="Arial"/>
              </a:rPr>
              <a:t>Click to edit the outline text format</a:t>
            </a:r>
            <a:endParaRPr lang="en-US" sz="18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1800" b="0" u="none" strike="noStrike">
                <a:solidFill>
                  <a:srgbClr val="000000"/>
                </a:solidFill>
                <a:effectLst/>
                <a:uFillTx/>
                <a:latin typeface="Arial"/>
              </a:rPr>
              <a:t>Second Outline Level</a:t>
            </a:r>
            <a:endParaRPr lang="en-US" sz="1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1800" b="0" u="none" strike="noStrike">
                <a:solidFill>
                  <a:srgbClr val="000000"/>
                </a:solidFill>
                <a:effectLst/>
                <a:uFillTx/>
                <a:latin typeface="Arial"/>
              </a:rPr>
              <a:t>Fourth Outline Level</a:t>
            </a:r>
            <a:endParaRPr lang="en-US" sz="18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Fifth Outline Level</a:t>
            </a:r>
            <a:endParaRPr lang="en-US" sz="18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Sixth Outline Level</a:t>
            </a:r>
            <a:endParaRPr lang="en-US" sz="18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1800" b="0" u="none" strike="noStrike">
                <a:solidFill>
                  <a:srgbClr val="000000"/>
                </a:solidFill>
                <a:effectLst/>
                <a:uFillTx/>
                <a:latin typeface="Arial"/>
              </a:rPr>
              <a:t>Seventh Outline Level</a:t>
            </a:r>
            <a:endParaRPr lang="en-US" sz="1800" b="0" u="none" strike="noStrike">
              <a:solidFill>
                <a:srgbClr val="000000"/>
              </a:solidFill>
              <a:effectLst/>
              <a:uFillTx/>
              <a:latin typeface="Arial"/>
            </a:endParaRPr>
          </a:p>
        </p:txBody>
      </p:sp>
      <p:sp>
        <p:nvSpPr>
          <p:cNvPr id="263" name="PlaceHolder 3"/>
          <p:cNvSpPr>
            <a:spLocks noGrp="1"/>
          </p:cNvSpPr>
          <p:nvPr>
            <p:ph type="ftr" idx="37"/>
          </p:nvPr>
        </p:nvSpPr>
        <p:spPr>
          <a:xfrm>
            <a:off x="677160" y="6041520"/>
            <a:ext cx="629604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64" name="PlaceHolder 4"/>
          <p:cNvSpPr>
            <a:spLocks noGrp="1"/>
          </p:cNvSpPr>
          <p:nvPr>
            <p:ph type="sldNum" idx="38"/>
          </p:nvPr>
        </p:nvSpPr>
        <p:spPr>
          <a:xfrm>
            <a:off x="8590680" y="6041520"/>
            <a:ext cx="681840" cy="36360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E6EA97B9-A955-4827-8220-DF4D9FAC4A36}"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265" name="PlaceHolder 5"/>
          <p:cNvSpPr>
            <a:spLocks noGrp="1"/>
          </p:cNvSpPr>
          <p:nvPr>
            <p:ph type="dt" idx="39"/>
          </p:nvPr>
        </p:nvSpPr>
        <p:spPr>
          <a:xfrm>
            <a:off x="7205040" y="6041520"/>
            <a:ext cx="910440" cy="36360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72" r:id="rId2"/>
    <p:sldLayoutId id="2147483673" r:id="rId3"/>
    <p:sldLayoutId id="2147483674" r:id="rId4"/>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5.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5.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5.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5.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5.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5.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5.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5.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5.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5.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5.xml"/>
</Relationships>
</file>

<file path=ppt/slides/_rels/slide1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slideLayout" Target="../slideLayouts/slideLayout15.xml"/>
</Relationships>
</file>

<file path=ppt/slides/_rels/slide15.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slideLayout" Target="../slideLayouts/slideLayout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6.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8" name="PlaceHolder 1"/>
          <p:cNvSpPr>
            <a:spLocks noGrp="1"/>
          </p:cNvSpPr>
          <p:nvPr>
            <p:ph type="title"/>
          </p:nvPr>
        </p:nvSpPr>
        <p:spPr>
          <a:xfrm>
            <a:off x="1449720" y="457200"/>
            <a:ext cx="7693200" cy="1024920"/>
          </a:xfrm>
          <a:prstGeom prst="rect">
            <a:avLst/>
          </a:prstGeom>
          <a:noFill/>
          <a:ln w="0">
            <a:noFill/>
          </a:ln>
        </p:spPr>
        <p:txBody>
          <a:bodyPr lIns="91440" tIns="45720" rIns="91440" bIns="45720" anchor="b">
            <a:normAutofit lnSpcReduction="9999"/>
          </a:bodyPr>
          <a:p>
            <a:pPr indent="0" algn="ctr" defTabSz="457200">
              <a:lnSpc>
                <a:spcPct val="100000"/>
              </a:lnSpc>
              <a:buNone/>
              <a:tabLst>
                <a:tab pos="0" algn="l"/>
              </a:tabLst>
            </a:pPr>
            <a:r>
              <a:rPr lang="en-IN" sz="3200" b="1" u="none" strike="noStrike">
                <a:solidFill>
                  <a:schemeClr val="dk1">
                    <a:lumMod val="85000"/>
                    <a:lumOff val="15000"/>
                  </a:schemeClr>
                </a:solidFill>
                <a:effectLst/>
                <a:uFillTx/>
                <a:latin typeface="Trebuchet MS"/>
              </a:rPr>
              <a:t>SmartDRM: Blockchain based Digital Rights Management System</a:t>
            </a:r>
            <a:endParaRPr lang="en-US" sz="3200" b="0" u="none" strike="noStrike">
              <a:solidFill>
                <a:srgbClr val="000000"/>
              </a:solidFill>
              <a:effectLst/>
              <a:uFillTx/>
              <a:latin typeface="Arial"/>
            </a:endParaRPr>
          </a:p>
        </p:txBody>
      </p:sp>
      <p:sp>
        <p:nvSpPr>
          <p:cNvPr id="279" name="PlaceHolder 2"/>
          <p:cNvSpPr>
            <a:spLocks noGrp="1"/>
          </p:cNvSpPr>
          <p:nvPr>
            <p:ph type="subTitle"/>
          </p:nvPr>
        </p:nvSpPr>
        <p:spPr>
          <a:xfrm>
            <a:off x="2539080" y="2286000"/>
            <a:ext cx="5689440" cy="2829240"/>
          </a:xfrm>
          <a:prstGeom prst="rect">
            <a:avLst/>
          </a:prstGeom>
          <a:noFill/>
          <a:ln w="0">
            <a:noFill/>
          </a:ln>
        </p:spPr>
        <p:txBody>
          <a:bodyPr lIns="91440" tIns="45720" rIns="91440" bIns="45720" anchor="t">
            <a:normAutofit fontScale="85000" lnSpcReduction="9999"/>
          </a:bodyPr>
          <a:p>
            <a:pPr indent="0" algn="l" defTabSz="457200">
              <a:lnSpc>
                <a:spcPct val="100000"/>
              </a:lnSpc>
              <a:spcBef>
                <a:spcPts val="1001"/>
              </a:spcBef>
              <a:buNone/>
              <a:tabLst>
                <a:tab pos="0" algn="l"/>
              </a:tabLst>
            </a:pPr>
            <a:r>
              <a:rPr lang="en-US" sz="1800" b="0" u="none" strike="noStrike">
                <a:solidFill>
                  <a:schemeClr val="dk1"/>
                </a:solidFill>
                <a:effectLst/>
                <a:uFillTx/>
                <a:latin typeface="Trebuchet MS"/>
              </a:rPr>
              <a:t> TEAM MEMBERS :</a:t>
            </a:r>
            <a:endParaRPr lang="en-US" sz="1800" b="0" u="none" strike="noStrike">
              <a:solidFill>
                <a:srgbClr val="000000"/>
              </a:solidFill>
              <a:effectLst/>
              <a:uFillTx/>
              <a:latin typeface="Arial"/>
            </a:endParaRPr>
          </a:p>
          <a:p>
            <a:pPr indent="0" algn="l" defTabSz="457200">
              <a:lnSpc>
                <a:spcPct val="100000"/>
              </a:lnSpc>
              <a:spcBef>
                <a:spcPts val="1001"/>
              </a:spcBef>
              <a:buNone/>
              <a:tabLst>
                <a:tab pos="0" algn="l"/>
              </a:tabLst>
            </a:pP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Silambarasan. B</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( 620822205102 )</a:t>
            </a:r>
            <a:endParaRPr lang="en-US" sz="1800" b="0" u="none" strike="noStrike">
              <a:solidFill>
                <a:srgbClr val="000000"/>
              </a:solidFill>
              <a:effectLst/>
              <a:uFillTx/>
              <a:latin typeface="Arial"/>
            </a:endParaRPr>
          </a:p>
          <a:p>
            <a:pPr indent="0" algn="l" defTabSz="457200">
              <a:lnSpc>
                <a:spcPct val="100000"/>
              </a:lnSpc>
              <a:spcBef>
                <a:spcPts val="1001"/>
              </a:spcBef>
              <a:buNone/>
              <a:tabLst>
                <a:tab pos="0" algn="l"/>
              </a:tabLst>
            </a:pP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Muralidharan. C</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( 620822205064 )</a:t>
            </a:r>
            <a:endParaRPr lang="en-US" sz="1800" b="0" u="none" strike="noStrike">
              <a:solidFill>
                <a:srgbClr val="000000"/>
              </a:solidFill>
              <a:effectLst/>
              <a:uFillTx/>
              <a:latin typeface="Arial"/>
            </a:endParaRPr>
          </a:p>
          <a:p>
            <a:pPr indent="0" algn="l" defTabSz="457200">
              <a:lnSpc>
                <a:spcPct val="100000"/>
              </a:lnSpc>
              <a:spcBef>
                <a:spcPts val="1001"/>
              </a:spcBef>
              <a:buNone/>
              <a:tabLst>
                <a:tab pos="0" algn="l"/>
              </a:tabLst>
            </a:pP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Pradeep. M</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( 620822205075 )</a:t>
            </a:r>
            <a:endParaRPr lang="en-US" sz="1800" b="0" u="none" strike="noStrike">
              <a:solidFill>
                <a:srgbClr val="000000"/>
              </a:solidFill>
              <a:effectLst/>
              <a:uFillTx/>
              <a:latin typeface="Arial"/>
            </a:endParaRPr>
          </a:p>
          <a:p>
            <a:pPr indent="0" algn="l" defTabSz="457200">
              <a:lnSpc>
                <a:spcPct val="100000"/>
              </a:lnSpc>
              <a:spcBef>
                <a:spcPts val="1001"/>
              </a:spcBef>
              <a:buNone/>
              <a:tabLst>
                <a:tab pos="0" algn="l"/>
              </a:tabLst>
            </a:pP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Srinath. P</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( 620822205105 )</a:t>
            </a:r>
            <a:endParaRPr lang="en-US" sz="1800" b="0" u="none" strike="noStrike">
              <a:solidFill>
                <a:srgbClr val="000000"/>
              </a:solidFill>
              <a:effectLst/>
              <a:uFillTx/>
              <a:latin typeface="Arial"/>
            </a:endParaRPr>
          </a:p>
          <a:p>
            <a:pPr indent="0" algn="l" defTabSz="457200">
              <a:lnSpc>
                <a:spcPct val="100000"/>
              </a:lnSpc>
              <a:spcBef>
                <a:spcPts val="1001"/>
              </a:spcBef>
              <a:buNone/>
              <a:tabLst>
                <a:tab pos="0" algn="l"/>
              </a:tabLst>
            </a:pPr>
            <a:endParaRPr lang="en-US" sz="1800" b="0" u="none" strike="noStrike">
              <a:solidFill>
                <a:srgbClr val="000000"/>
              </a:solidFill>
              <a:effectLst/>
              <a:uFillTx/>
              <a:latin typeface="Arial"/>
            </a:endParaRPr>
          </a:p>
          <a:p>
            <a:pPr indent="0" algn="l" defTabSz="457200">
              <a:lnSpc>
                <a:spcPct val="100000"/>
              </a:lnSpc>
              <a:spcBef>
                <a:spcPts val="1001"/>
              </a:spcBef>
              <a:buNone/>
              <a:tabLst>
                <a:tab pos="0" algn="l"/>
              </a:tabLst>
            </a:pPr>
            <a:r>
              <a:rPr lang="en-US" sz="2000" b="0" u="none" strike="noStrike">
                <a:solidFill>
                  <a:schemeClr val="dk1"/>
                </a:solidFill>
                <a:effectLst/>
                <a:uFillTx/>
                <a:latin typeface="Trebuchet MS"/>
              </a:rPr>
              <a:t> GUIDE : Mrs. Sathiyapriya K, AP/IT</a:t>
            </a:r>
            <a:endParaRPr lang="en-US" sz="2000" b="0" u="none" strike="noStrike">
              <a:solidFill>
                <a:srgbClr val="000000"/>
              </a:solidFill>
              <a:effectLst/>
              <a:uFillTx/>
              <a:latin typeface="Arial"/>
            </a:endParaRPr>
          </a:p>
          <a:p>
            <a:pPr indent="0" algn="l" defTabSz="457200">
              <a:lnSpc>
                <a:spcPct val="100000"/>
              </a:lnSpc>
              <a:spcBef>
                <a:spcPts val="1001"/>
              </a:spcBef>
              <a:buNone/>
              <a:tabLst>
                <a:tab pos="0" algn="l"/>
              </a:tabLst>
            </a:pPr>
            <a:r>
              <a:rPr lang="en-US" sz="2000" b="0" u="none" strike="noStrike">
                <a:solidFill>
                  <a:schemeClr val="dk1"/>
                </a:solidFill>
                <a:effectLst/>
                <a:uFillTx/>
                <a:latin typeface="Trebuchet MS"/>
              </a:rPr>
              <a:t> </a:t>
            </a:r>
            <a:endParaRPr lang="en-US" sz="2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0" name="PlaceHolder 1"/>
          <p:cNvSpPr>
            <a:spLocks noGrp="1"/>
          </p:cNvSpPr>
          <p:nvPr>
            <p:ph type="title"/>
          </p:nvPr>
        </p:nvSpPr>
        <p:spPr>
          <a:xfrm>
            <a:off x="90360" y="228600"/>
            <a:ext cx="8595360" cy="68472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IN" sz="3600" b="1" u="none" strike="noStrike">
                <a:solidFill>
                  <a:schemeClr val="dk1"/>
                </a:solidFill>
                <a:effectLst/>
                <a:uFillTx/>
                <a:latin typeface="Trebuchet MS"/>
              </a:rPr>
              <a:t>Objective</a:t>
            </a:r>
            <a:endParaRPr lang="en-US" sz="3600" b="0" u="none" strike="noStrike">
              <a:solidFill>
                <a:srgbClr val="000000"/>
              </a:solidFill>
              <a:effectLst/>
              <a:uFillTx/>
              <a:latin typeface="Arial"/>
            </a:endParaRPr>
          </a:p>
        </p:txBody>
      </p:sp>
      <p:sp>
        <p:nvSpPr>
          <p:cNvPr id="281" name="PlaceHolder 2"/>
          <p:cNvSpPr>
            <a:spLocks noGrp="1"/>
          </p:cNvSpPr>
          <p:nvPr>
            <p:ph/>
          </p:nvPr>
        </p:nvSpPr>
        <p:spPr>
          <a:xfrm>
            <a:off x="547560" y="1017720"/>
            <a:ext cx="8595360" cy="5610600"/>
          </a:xfrm>
          <a:prstGeom prst="rect">
            <a:avLst/>
          </a:prstGeom>
          <a:noFill/>
          <a:ln w="0">
            <a:noFill/>
          </a:ln>
        </p:spPr>
        <p:txBody>
          <a:bodyPr lIns="91440" tIns="45720" rIns="91440" bIns="45720" anchor="t">
            <a:noAutofit/>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design a decentralized DRM framework using blockchain technology</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ensure immutable ownership and license records through smart contracts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provide controlled and flexible access mechanisms for digital assets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detect suspicious usage behavior using AI-based analysis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maintain an auditable and transparent activity log</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develop a modern, user-friendly interface for asset management</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2" name="PlaceHolder 1"/>
          <p:cNvSpPr>
            <a:spLocks noGrp="1"/>
          </p:cNvSpPr>
          <p:nvPr>
            <p:ph type="title"/>
          </p:nvPr>
        </p:nvSpPr>
        <p:spPr>
          <a:xfrm>
            <a:off x="202320" y="0"/>
            <a:ext cx="8254800" cy="131940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US" sz="3600" b="1" u="none" strike="noStrike">
                <a:solidFill>
                  <a:schemeClr val="dk1"/>
                </a:solidFill>
                <a:effectLst/>
                <a:uFillTx/>
                <a:latin typeface="Trebuchet MS"/>
              </a:rPr>
              <a:t>Existing System</a:t>
            </a:r>
            <a:endParaRPr lang="en-US" sz="3600" b="0" u="none" strike="noStrike">
              <a:solidFill>
                <a:srgbClr val="000000"/>
              </a:solidFill>
              <a:effectLst/>
              <a:uFillTx/>
              <a:latin typeface="Arial"/>
            </a:endParaRPr>
          </a:p>
        </p:txBody>
      </p:sp>
      <p:sp>
        <p:nvSpPr>
          <p:cNvPr id="283" name="PlaceHolder 2"/>
          <p:cNvSpPr>
            <a:spLocks noGrp="1"/>
          </p:cNvSpPr>
          <p:nvPr>
            <p:ph/>
          </p:nvPr>
        </p:nvSpPr>
        <p:spPr>
          <a:xfrm>
            <a:off x="604800" y="685800"/>
            <a:ext cx="8080920" cy="2742120"/>
          </a:xfrm>
          <a:prstGeom prst="rect">
            <a:avLst/>
          </a:prstGeom>
          <a:noFill/>
          <a:ln w="0">
            <a:noFill/>
          </a:ln>
        </p:spPr>
        <p:txBody>
          <a:bodyPr lIns="91440" tIns="45720" rIns="91440" bIns="45720" anchor="t">
            <a:noAutofit/>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Current DRM solutions primarily operate using centralized servers managed by content distributors or platform providers.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Characteristics:</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Central authority controls access and licenses</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User authentication and permissions stored centrally</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DRM policies enforced at application level</a:t>
            </a:r>
            <a:endParaRPr lang="en-US" sz="1800" b="0" u="none" strike="noStrike">
              <a:solidFill>
                <a:srgbClr val="000000"/>
              </a:solidFill>
              <a:effectLst/>
              <a:uFillTx/>
              <a:latin typeface="Arial"/>
            </a:endParaRPr>
          </a:p>
        </p:txBody>
      </p:sp>
      <p:sp>
        <p:nvSpPr>
          <p:cNvPr id="284" name="PlaceHolder 3"/>
          <p:cNvSpPr>
            <a:spLocks noGrp="1"/>
          </p:cNvSpPr>
          <p:nvPr>
            <p:ph/>
          </p:nvPr>
        </p:nvSpPr>
        <p:spPr>
          <a:xfrm>
            <a:off x="685800" y="4114800"/>
            <a:ext cx="8080920" cy="2412360"/>
          </a:xfrm>
          <a:prstGeom prst="rect">
            <a:avLst/>
          </a:prstGeom>
          <a:noFill/>
          <a:ln w="0">
            <a:noFill/>
          </a:ln>
        </p:spPr>
        <p:txBody>
          <a:bodyPr lIns="91440" tIns="45720" rIns="91440" bIns="45720" anchor="t">
            <a:noAutofit/>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Single-point failure and high vulnerability to attacks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Limited transparency in ownership verification</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Dependency on trusted third parties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Difficult to audit access and usage</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Poor scalability for large digital ecosystems</a:t>
            </a:r>
            <a:endParaRPr lang="en-US" sz="1800" b="0" u="none" strike="noStrike">
              <a:solidFill>
                <a:srgbClr val="000000"/>
              </a:solidFill>
              <a:effectLst/>
              <a:uFillTx/>
              <a:latin typeface="Arial"/>
            </a:endParaRPr>
          </a:p>
        </p:txBody>
      </p:sp>
      <p:sp>
        <p:nvSpPr>
          <p:cNvPr id="285" name="Rectangle 3"/>
          <p:cNvSpPr/>
          <p:nvPr/>
        </p:nvSpPr>
        <p:spPr>
          <a:xfrm>
            <a:off x="228600" y="3240360"/>
            <a:ext cx="3500640" cy="63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chemeClr val="dk1"/>
                </a:solidFill>
                <a:effectLst/>
                <a:uFillTx/>
                <a:latin typeface="Trebuchet MS"/>
                <a:ea typeface="DejaVu Sans"/>
              </a:rPr>
              <a:t>Disadvantage</a:t>
            </a:r>
            <a:endParaRPr lang="en-US" sz="3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6" name="PlaceHolder 1"/>
          <p:cNvSpPr>
            <a:spLocks noGrp="1"/>
          </p:cNvSpPr>
          <p:nvPr>
            <p:ph type="title"/>
          </p:nvPr>
        </p:nvSpPr>
        <p:spPr>
          <a:xfrm>
            <a:off x="43560" y="0"/>
            <a:ext cx="8595360" cy="131940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US" sz="3600" b="1" u="none" strike="noStrike">
                <a:solidFill>
                  <a:schemeClr val="dk1"/>
                </a:solidFill>
                <a:effectLst/>
                <a:uFillTx/>
                <a:latin typeface="Trebuchet MS"/>
              </a:rPr>
              <a:t> Proposed System :</a:t>
            </a:r>
            <a:endParaRPr lang="en-US" sz="3600" b="0" u="none" strike="noStrike">
              <a:solidFill>
                <a:srgbClr val="000000"/>
              </a:solidFill>
              <a:effectLst/>
              <a:uFillTx/>
              <a:latin typeface="Arial"/>
            </a:endParaRPr>
          </a:p>
        </p:txBody>
      </p:sp>
      <p:sp>
        <p:nvSpPr>
          <p:cNvPr id="287" name="Rectangle 4"/>
          <p:cNvSpPr/>
          <p:nvPr/>
        </p:nvSpPr>
        <p:spPr>
          <a:xfrm>
            <a:off x="184680" y="3429000"/>
            <a:ext cx="3121200" cy="63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chemeClr val="dk1"/>
                </a:solidFill>
                <a:effectLst/>
                <a:uFillTx/>
                <a:latin typeface="Trebuchet MS"/>
                <a:ea typeface="DejaVu Sans"/>
              </a:rPr>
              <a:t>Advantage </a:t>
            </a:r>
            <a:endParaRPr lang="en-US" sz="3600" b="0" u="none" strike="noStrike">
              <a:solidFill>
                <a:srgbClr val="000000"/>
              </a:solidFill>
              <a:effectLst/>
              <a:uFillTx/>
              <a:latin typeface="Arial"/>
            </a:endParaRPr>
          </a:p>
        </p:txBody>
      </p:sp>
      <p:sp>
        <p:nvSpPr>
          <p:cNvPr id="288" name="PlaceHolder 2"/>
          <p:cNvSpPr>
            <a:spLocks noGrp="1"/>
          </p:cNvSpPr>
          <p:nvPr>
            <p:ph/>
          </p:nvPr>
        </p:nvSpPr>
        <p:spPr>
          <a:xfrm>
            <a:off x="558000" y="857880"/>
            <a:ext cx="8080920" cy="2341440"/>
          </a:xfrm>
          <a:prstGeom prst="rect">
            <a:avLst/>
          </a:prstGeom>
          <a:noFill/>
          <a:ln w="0">
            <a:noFill/>
          </a:ln>
        </p:spPr>
        <p:txBody>
          <a:bodyPr lIns="91440" tIns="45720" rIns="91440" bIns="45720" anchor="t">
            <a:noAutofit/>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Blockchain-based asset registration and ownership proof</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Smart contract-driven license issuance and enforcement</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AI-powered behavioral risk analysis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Secure audit logging for all critical actions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Full-stack web interface for real-time interaction</a:t>
            </a:r>
            <a:endParaRPr lang="en-US" sz="1800" b="0" u="none" strike="noStrike">
              <a:solidFill>
                <a:srgbClr val="000000"/>
              </a:solidFill>
              <a:effectLst/>
              <a:uFillTx/>
              <a:latin typeface="Arial"/>
            </a:endParaRPr>
          </a:p>
        </p:txBody>
      </p:sp>
      <p:sp>
        <p:nvSpPr>
          <p:cNvPr id="289" name="PlaceHolder 3"/>
          <p:cNvSpPr>
            <a:spLocks noGrp="1"/>
          </p:cNvSpPr>
          <p:nvPr>
            <p:ph/>
          </p:nvPr>
        </p:nvSpPr>
        <p:spPr>
          <a:xfrm>
            <a:off x="604800" y="4114800"/>
            <a:ext cx="8080920" cy="2513520"/>
          </a:xfrm>
          <a:prstGeom prst="rect">
            <a:avLst/>
          </a:prstGeom>
          <a:noFill/>
          <a:ln w="0">
            <a:noFill/>
          </a:ln>
        </p:spPr>
        <p:txBody>
          <a:bodyPr lIns="91440" tIns="45720" rIns="91440" bIns="45720" anchor="t">
            <a:noAutofit/>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Immutable and tamper-proof ownership records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Transparent license enforcement</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Reduced piracy and unauthorized access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Automated royalty-ready transaction tracking</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0" name="PlaceHolder 1"/>
          <p:cNvSpPr>
            <a:spLocks noGrp="1"/>
          </p:cNvSpPr>
          <p:nvPr>
            <p:ph type="title"/>
          </p:nvPr>
        </p:nvSpPr>
        <p:spPr>
          <a:xfrm>
            <a:off x="-24840" y="0"/>
            <a:ext cx="10311120" cy="68508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IN" sz="3600" b="1" u="none" strike="noStrike">
                <a:solidFill>
                  <a:schemeClr val="dk1"/>
                </a:solidFill>
                <a:effectLst/>
                <a:uFillTx/>
                <a:latin typeface="Trebuchet MS"/>
              </a:rPr>
              <a:t>SYSTEM ARCHITECTURE/FLOW DIAGRAM</a:t>
            </a:r>
            <a:endParaRPr lang="en-US" sz="3600" b="0" u="none" strike="noStrike">
              <a:solidFill>
                <a:srgbClr val="000000"/>
              </a:solidFill>
              <a:effectLst/>
              <a:uFillTx/>
              <a:latin typeface="Arial"/>
            </a:endParaRPr>
          </a:p>
        </p:txBody>
      </p:sp>
      <p:sp>
        <p:nvSpPr>
          <p:cNvPr id="291" name=""/>
          <p:cNvSpPr/>
          <p:nvPr/>
        </p:nvSpPr>
        <p:spPr>
          <a:xfrm>
            <a:off x="2743200" y="2058840"/>
            <a:ext cx="3426840" cy="455040"/>
          </a:xfrm>
          <a:prstGeom prst="rect">
            <a:avLst/>
          </a:prstGeom>
          <a:solidFill>
            <a:srgbClr val="FFFF00"/>
          </a:solidFill>
          <a:ln w="0">
            <a:solidFill>
              <a:srgbClr val="3465A4"/>
            </a:solidFill>
          </a:ln>
        </p:spPr>
        <p:style>
          <a:lnRef idx="0"/>
          <a:fillRef idx="0"/>
          <a:effectRef idx="0"/>
          <a:fontRef idx="minor"/>
        </p:style>
        <p:txBody>
          <a:bodyPr lIns="90000" tIns="45000" rIns="90000" bIns="45000" anchor="ctr">
            <a:noAutofit/>
          </a:bodyPr>
          <a:p>
            <a:pPr algn="ctr">
              <a:lnSpc>
                <a:spcPct val="100000"/>
              </a:lnSpc>
            </a:pPr>
            <a:r>
              <a:rPr lang="en-US" sz="1800" b="0" u="none" strike="noStrike">
                <a:solidFill>
                  <a:srgbClr val="000000"/>
                </a:solidFill>
                <a:effectLst/>
                <a:uFillTx/>
                <a:latin typeface="Noto Serif"/>
                <a:ea typeface="DejaVu Sans"/>
              </a:rPr>
              <a:t>Frontend (React + Tailwind)</a:t>
            </a:r>
            <a:endParaRPr lang="en-US" sz="1800" b="0" u="none" strike="noStrike">
              <a:solidFill>
                <a:srgbClr val="000000"/>
              </a:solidFill>
              <a:effectLst/>
              <a:uFillTx/>
              <a:latin typeface="Arial"/>
            </a:endParaRPr>
          </a:p>
        </p:txBody>
      </p:sp>
      <p:sp>
        <p:nvSpPr>
          <p:cNvPr id="292" name=""/>
          <p:cNvSpPr/>
          <p:nvPr/>
        </p:nvSpPr>
        <p:spPr>
          <a:xfrm>
            <a:off x="2755800" y="2973240"/>
            <a:ext cx="3426840" cy="455040"/>
          </a:xfrm>
          <a:prstGeom prst="rect">
            <a:avLst/>
          </a:prstGeom>
          <a:solidFill>
            <a:srgbClr val="FF8000"/>
          </a:solidFill>
          <a:ln w="0">
            <a:solidFill>
              <a:srgbClr val="3465A4"/>
            </a:solidFill>
          </a:ln>
        </p:spPr>
        <p:style>
          <a:lnRef idx="0"/>
          <a:fillRef idx="0"/>
          <a:effectRef idx="0"/>
          <a:fontRef idx="minor"/>
        </p:style>
        <p:txBody>
          <a:bodyPr lIns="90000" tIns="45000" rIns="90000" bIns="45000" anchor="ctr">
            <a:noAutofit/>
          </a:bodyPr>
          <a:p>
            <a:pPr algn="ctr">
              <a:lnSpc>
                <a:spcPct val="100000"/>
              </a:lnSpc>
              <a:spcBef>
                <a:spcPts val="1191"/>
              </a:spcBef>
              <a:spcAft>
                <a:spcPts val="992"/>
              </a:spcAft>
            </a:pPr>
            <a:r>
              <a:rPr lang="en-US" sz="1600" b="0" u="none" strike="noStrike">
                <a:solidFill>
                  <a:srgbClr val="000000"/>
                </a:solidFill>
                <a:effectLst/>
                <a:uFillTx/>
                <a:latin typeface="Noto Serif"/>
                <a:ea typeface="DejaVu Sans"/>
              </a:rPr>
              <a:t>Backend (FastAPI)</a:t>
            </a:r>
            <a:endParaRPr lang="en-US" sz="1600" b="0" u="none" strike="noStrike">
              <a:solidFill>
                <a:srgbClr val="000000"/>
              </a:solidFill>
              <a:effectLst/>
              <a:uFillTx/>
              <a:latin typeface="Arial"/>
            </a:endParaRPr>
          </a:p>
        </p:txBody>
      </p:sp>
      <p:sp>
        <p:nvSpPr>
          <p:cNvPr id="293" name=""/>
          <p:cNvSpPr/>
          <p:nvPr/>
        </p:nvSpPr>
        <p:spPr>
          <a:xfrm>
            <a:off x="2755800" y="3887640"/>
            <a:ext cx="3426840" cy="455040"/>
          </a:xfrm>
          <a:prstGeom prst="rect">
            <a:avLst/>
          </a:prstGeom>
          <a:solidFill>
            <a:srgbClr val="FF4000"/>
          </a:solidFill>
          <a:ln w="0">
            <a:solidFill>
              <a:srgbClr val="FF0000"/>
            </a:solidFill>
          </a:ln>
        </p:spPr>
        <p:style>
          <a:lnRef idx="0"/>
          <a:fillRef idx="0"/>
          <a:effectRef idx="0"/>
          <a:fontRef idx="minor"/>
        </p:style>
        <p:txBody>
          <a:bodyPr lIns="90000" tIns="45000" rIns="90000" bIns="45000" anchor="ctr">
            <a:noAutofit/>
          </a:bodyPr>
          <a:p>
            <a:pPr algn="ctr">
              <a:lnSpc>
                <a:spcPct val="100000"/>
              </a:lnSpc>
              <a:spcBef>
                <a:spcPts val="1191"/>
              </a:spcBef>
              <a:spcAft>
                <a:spcPts val="992"/>
              </a:spcAft>
            </a:pPr>
            <a:r>
              <a:rPr lang="en-US" sz="1800" b="0" u="none" strike="noStrike">
                <a:solidFill>
                  <a:srgbClr val="000000"/>
                </a:solidFill>
                <a:effectLst/>
                <a:uFillTx/>
                <a:latin typeface="Noto Serif"/>
                <a:ea typeface="DejaVu Sans"/>
              </a:rPr>
              <a:t>AI Engine</a:t>
            </a:r>
            <a:endParaRPr lang="en-US" sz="1800" b="0" u="none" strike="noStrike">
              <a:solidFill>
                <a:srgbClr val="FFFFFF"/>
              </a:solidFill>
              <a:effectLst/>
              <a:uFillTx/>
              <a:latin typeface="Arial"/>
            </a:endParaRPr>
          </a:p>
        </p:txBody>
      </p:sp>
      <p:sp>
        <p:nvSpPr>
          <p:cNvPr id="294" name=""/>
          <p:cNvSpPr/>
          <p:nvPr/>
        </p:nvSpPr>
        <p:spPr>
          <a:xfrm>
            <a:off x="2755800" y="4802040"/>
            <a:ext cx="3426840" cy="455040"/>
          </a:xfrm>
          <a:prstGeom prst="rect">
            <a:avLst/>
          </a:prstGeom>
          <a:solidFill>
            <a:srgbClr val="F10D0C"/>
          </a:solidFill>
          <a:ln w="0">
            <a:solidFill>
              <a:srgbClr val="3465A4"/>
            </a:solidFill>
          </a:ln>
        </p:spPr>
        <p:style>
          <a:lnRef idx="0"/>
          <a:fillRef idx="0"/>
          <a:effectRef idx="0"/>
          <a:fontRef idx="minor"/>
        </p:style>
        <p:txBody>
          <a:bodyPr lIns="90000" tIns="45000" rIns="90000" bIns="45000" anchor="ctr">
            <a:noAutofit/>
          </a:bodyPr>
          <a:p>
            <a:pPr algn="ctr">
              <a:lnSpc>
                <a:spcPct val="100000"/>
              </a:lnSpc>
              <a:spcBef>
                <a:spcPts val="1191"/>
              </a:spcBef>
              <a:spcAft>
                <a:spcPts val="992"/>
              </a:spcAft>
            </a:pPr>
            <a:r>
              <a:rPr lang="en-US" sz="1800" b="0" u="none" strike="noStrike">
                <a:solidFill>
                  <a:srgbClr val="000000"/>
                </a:solidFill>
                <a:effectLst/>
                <a:uFillTx/>
                <a:latin typeface="Noto Serif"/>
                <a:ea typeface="DejaVu Sans"/>
              </a:rPr>
              <a:t>Blockchain Network</a:t>
            </a:r>
            <a:endParaRPr lang="en-US" sz="1800" b="0" u="none" strike="noStrike">
              <a:solidFill>
                <a:srgbClr val="FFFFFF"/>
              </a:solidFill>
              <a:effectLst/>
              <a:uFillTx/>
              <a:latin typeface="Arial"/>
            </a:endParaRPr>
          </a:p>
        </p:txBody>
      </p:sp>
      <p:sp>
        <p:nvSpPr>
          <p:cNvPr id="295" name=""/>
          <p:cNvSpPr/>
          <p:nvPr/>
        </p:nvSpPr>
        <p:spPr>
          <a:xfrm>
            <a:off x="2984400" y="1017000"/>
            <a:ext cx="3198240" cy="582480"/>
          </a:xfrm>
          <a:prstGeom prst="flowChartInputOutput">
            <a:avLst/>
          </a:prstGeom>
          <a:solidFill>
            <a:srgbClr val="729FCF"/>
          </a:solidFill>
          <a:ln w="0">
            <a:solidFill>
              <a:srgbClr val="3465A4"/>
            </a:solidFill>
          </a:ln>
        </p:spPr>
        <p:style>
          <a:lnRef idx="0"/>
          <a:fillRef idx="0"/>
          <a:effectRef idx="0"/>
          <a:fontRef idx="minor"/>
        </p:style>
        <p:txBody>
          <a:bodyPr lIns="90000" tIns="45000" rIns="90000" bIns="45000" anchor="ctr">
            <a:noAutofit/>
          </a:bodyPr>
          <a:p>
            <a:pPr algn="ctr">
              <a:lnSpc>
                <a:spcPct val="100000"/>
              </a:lnSpc>
            </a:pPr>
            <a:r>
              <a:rPr lang="en-US" sz="1800" b="0" u="none" strike="noStrike">
                <a:solidFill>
                  <a:srgbClr val="000000"/>
                </a:solidFill>
                <a:effectLst/>
                <a:uFillTx/>
                <a:latin typeface="Noto Serif"/>
                <a:ea typeface="DejaVu Sans"/>
              </a:rPr>
              <a:t>User Data / Files</a:t>
            </a:r>
            <a:endParaRPr lang="en-US" sz="1800" b="0" u="none" strike="noStrike">
              <a:solidFill>
                <a:srgbClr val="000000"/>
              </a:solidFill>
              <a:effectLst/>
              <a:uFillTx/>
              <a:latin typeface="Arial"/>
            </a:endParaRPr>
          </a:p>
        </p:txBody>
      </p:sp>
      <p:sp>
        <p:nvSpPr>
          <p:cNvPr id="296" name=""/>
          <p:cNvSpPr/>
          <p:nvPr/>
        </p:nvSpPr>
        <p:spPr>
          <a:xfrm>
            <a:off x="2755800" y="5716440"/>
            <a:ext cx="3198240" cy="683640"/>
          </a:xfrm>
          <a:prstGeom prst="flowChartMagneticDrum">
            <a:avLst/>
          </a:prstGeom>
          <a:solidFill>
            <a:srgbClr val="00A933"/>
          </a:solidFill>
          <a:ln w="0">
            <a:solidFill>
              <a:srgbClr val="3465A4"/>
            </a:solidFill>
          </a:ln>
        </p:spPr>
        <p:style>
          <a:lnRef idx="0"/>
          <a:fillRef idx="0"/>
          <a:effectRef idx="0"/>
          <a:fontRef idx="minor"/>
        </p:style>
        <p:txBody>
          <a:bodyPr lIns="90000" tIns="45000" rIns="90000" bIns="45000" anchor="ctr">
            <a:noAutofit/>
          </a:bodyPr>
          <a:p>
            <a:pPr algn="ctr">
              <a:lnSpc>
                <a:spcPct val="100000"/>
              </a:lnSpc>
              <a:spcBef>
                <a:spcPts val="1191"/>
              </a:spcBef>
              <a:spcAft>
                <a:spcPts val="992"/>
              </a:spcAft>
            </a:pPr>
            <a:r>
              <a:rPr lang="en-US" sz="1800" b="0" u="none" strike="noStrike">
                <a:solidFill>
                  <a:srgbClr val="000000"/>
                </a:solidFill>
                <a:effectLst/>
                <a:uFillTx/>
                <a:latin typeface="Noto Serif"/>
                <a:ea typeface="DejaVu Sans"/>
              </a:rPr>
              <a:t>Audit &amp; Storage</a:t>
            </a:r>
            <a:endParaRPr lang="en-US" sz="1800" b="0" u="none" strike="noStrike">
              <a:solidFill>
                <a:srgbClr val="FFFFFF"/>
              </a:solidFill>
              <a:effectLst/>
              <a:uFillTx/>
              <a:latin typeface="Arial"/>
            </a:endParaRPr>
          </a:p>
        </p:txBody>
      </p:sp>
      <p:sp>
        <p:nvSpPr>
          <p:cNvPr id="297" name=""/>
          <p:cNvSpPr/>
          <p:nvPr/>
        </p:nvSpPr>
        <p:spPr>
          <a:xfrm>
            <a:off x="4356000" y="5259240"/>
            <a:ext cx="226440" cy="455040"/>
          </a:xfrm>
          <a:prstGeom prst="downArrow">
            <a:avLst>
              <a:gd name="adj1" fmla="val 50000"/>
              <a:gd name="adj2" fmla="val 50000"/>
            </a:avLst>
          </a:prstGeom>
          <a:solidFill>
            <a:srgbClr val="729FCF"/>
          </a:solidFill>
          <a:ln w="0">
            <a:solidFill>
              <a:srgbClr val="3465A4"/>
            </a:solidFill>
          </a:ln>
        </p:spPr>
        <p:style>
          <a:lnRef idx="0"/>
          <a:fillRef idx="0"/>
          <a:effectRef idx="0"/>
          <a:fontRef idx="minor"/>
        </p:style>
        <p:txBody>
          <a:bodyPr lIns="90000" tIns="45000" rIns="90000" bIns="45000" anchor="ctr">
            <a:noAutofit/>
          </a:bodyPr>
          <a:p>
            <a:endParaRPr lang="en-US" sz="1800" b="0" u="none" strike="noStrike">
              <a:solidFill>
                <a:srgbClr val="000000"/>
              </a:solidFill>
              <a:effectLst/>
              <a:uFillTx/>
              <a:latin typeface="Noto Serif"/>
            </a:endParaRPr>
          </a:p>
        </p:txBody>
      </p:sp>
      <p:sp>
        <p:nvSpPr>
          <p:cNvPr id="298" name=""/>
          <p:cNvSpPr/>
          <p:nvPr/>
        </p:nvSpPr>
        <p:spPr>
          <a:xfrm>
            <a:off x="4356000" y="4344840"/>
            <a:ext cx="226440" cy="455040"/>
          </a:xfrm>
          <a:prstGeom prst="downArrow">
            <a:avLst>
              <a:gd name="adj1" fmla="val 50000"/>
              <a:gd name="adj2" fmla="val 50000"/>
            </a:avLst>
          </a:prstGeom>
          <a:solidFill>
            <a:srgbClr val="729FCF"/>
          </a:solidFill>
          <a:ln w="0">
            <a:solidFill>
              <a:srgbClr val="3465A4"/>
            </a:solidFill>
          </a:ln>
        </p:spPr>
        <p:style>
          <a:lnRef idx="0"/>
          <a:fillRef idx="0"/>
          <a:effectRef idx="0"/>
          <a:fontRef idx="minor"/>
        </p:style>
        <p:txBody>
          <a:bodyPr lIns="90000" tIns="45000" rIns="90000" bIns="45000" anchor="ctr">
            <a:noAutofit/>
          </a:bodyPr>
          <a:p>
            <a:endParaRPr lang="en-US" sz="1800" b="0" u="none" strike="noStrike">
              <a:solidFill>
                <a:srgbClr val="000000"/>
              </a:solidFill>
              <a:effectLst/>
              <a:uFillTx/>
              <a:latin typeface="Noto Serif"/>
            </a:endParaRPr>
          </a:p>
        </p:txBody>
      </p:sp>
      <p:sp>
        <p:nvSpPr>
          <p:cNvPr id="299" name=""/>
          <p:cNvSpPr/>
          <p:nvPr/>
        </p:nvSpPr>
        <p:spPr>
          <a:xfrm>
            <a:off x="4356000" y="2516040"/>
            <a:ext cx="226440" cy="455040"/>
          </a:xfrm>
          <a:prstGeom prst="downArrow">
            <a:avLst>
              <a:gd name="adj1" fmla="val 50000"/>
              <a:gd name="adj2" fmla="val 50000"/>
            </a:avLst>
          </a:prstGeom>
          <a:solidFill>
            <a:srgbClr val="729FCF"/>
          </a:solidFill>
          <a:ln w="0">
            <a:solidFill>
              <a:srgbClr val="3465A4"/>
            </a:solidFill>
          </a:ln>
        </p:spPr>
        <p:style>
          <a:lnRef idx="0"/>
          <a:fillRef idx="0"/>
          <a:effectRef idx="0"/>
          <a:fontRef idx="minor"/>
        </p:style>
        <p:txBody>
          <a:bodyPr lIns="90000" tIns="45000" rIns="90000" bIns="45000" anchor="ctr">
            <a:noAutofit/>
          </a:bodyPr>
          <a:p>
            <a:endParaRPr lang="en-US" sz="1800" b="0" u="none" strike="noStrike">
              <a:solidFill>
                <a:srgbClr val="000000"/>
              </a:solidFill>
              <a:effectLst/>
              <a:uFillTx/>
              <a:latin typeface="Noto Serif"/>
            </a:endParaRPr>
          </a:p>
        </p:txBody>
      </p:sp>
      <p:sp>
        <p:nvSpPr>
          <p:cNvPr id="300" name=""/>
          <p:cNvSpPr/>
          <p:nvPr/>
        </p:nvSpPr>
        <p:spPr>
          <a:xfrm>
            <a:off x="4356000" y="3430440"/>
            <a:ext cx="226440" cy="455040"/>
          </a:xfrm>
          <a:prstGeom prst="downArrow">
            <a:avLst>
              <a:gd name="adj1" fmla="val 50000"/>
              <a:gd name="adj2" fmla="val 50000"/>
            </a:avLst>
          </a:prstGeom>
          <a:solidFill>
            <a:srgbClr val="729FCF"/>
          </a:solidFill>
          <a:ln w="0">
            <a:solidFill>
              <a:srgbClr val="3465A4"/>
            </a:solidFill>
          </a:ln>
        </p:spPr>
        <p:style>
          <a:lnRef idx="0"/>
          <a:fillRef idx="0"/>
          <a:effectRef idx="0"/>
          <a:fontRef idx="minor"/>
        </p:style>
        <p:txBody>
          <a:bodyPr lIns="90000" tIns="45000" rIns="90000" bIns="45000" anchor="ctr">
            <a:noAutofit/>
          </a:bodyPr>
          <a:p>
            <a:endParaRPr lang="en-US" sz="1800" b="0" u="none" strike="noStrike">
              <a:solidFill>
                <a:srgbClr val="000000"/>
              </a:solidFill>
              <a:effectLst/>
              <a:uFillTx/>
              <a:latin typeface="Noto Serif"/>
            </a:endParaRPr>
          </a:p>
        </p:txBody>
      </p:sp>
      <p:sp>
        <p:nvSpPr>
          <p:cNvPr id="301" name=""/>
          <p:cNvSpPr/>
          <p:nvPr/>
        </p:nvSpPr>
        <p:spPr>
          <a:xfrm>
            <a:off x="4356000" y="1601640"/>
            <a:ext cx="226440" cy="455040"/>
          </a:xfrm>
          <a:prstGeom prst="downArrow">
            <a:avLst>
              <a:gd name="adj1" fmla="val 50000"/>
              <a:gd name="adj2" fmla="val 50000"/>
            </a:avLst>
          </a:prstGeom>
          <a:solidFill>
            <a:srgbClr val="729FCF"/>
          </a:solidFill>
          <a:ln w="0">
            <a:solidFill>
              <a:srgbClr val="3465A4"/>
            </a:solidFill>
          </a:ln>
        </p:spPr>
        <p:style>
          <a:lnRef idx="0"/>
          <a:fillRef idx="0"/>
          <a:effectRef idx="0"/>
          <a:fontRef idx="minor"/>
        </p:style>
        <p:txBody>
          <a:bodyPr lIns="90000" tIns="45000" rIns="90000" bIns="45000" anchor="ctr">
            <a:noAutofit/>
          </a:bodyPr>
          <a:p>
            <a:endParaRPr lang="en-US" sz="1800" b="0" u="none" strike="noStrike">
              <a:solidFill>
                <a:srgbClr val="000000"/>
              </a:solidFill>
              <a:effectLst/>
              <a:uFillTx/>
              <a:latin typeface="Noto Serif"/>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2" name="PlaceHolder 1"/>
          <p:cNvSpPr>
            <a:spLocks noGrp="1"/>
          </p:cNvSpPr>
          <p:nvPr>
            <p:ph type="title"/>
          </p:nvPr>
        </p:nvSpPr>
        <p:spPr>
          <a:xfrm>
            <a:off x="457200" y="0"/>
            <a:ext cx="7999920" cy="91332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US" sz="3600" b="1" u="none" strike="noStrike">
                <a:solidFill>
                  <a:schemeClr val="dk1"/>
                </a:solidFill>
                <a:effectLst/>
                <a:uFillTx/>
                <a:latin typeface="Trebuchet MS"/>
              </a:rPr>
              <a:t> </a:t>
            </a:r>
            <a:endParaRPr lang="en-US" sz="3600" b="0" u="none" strike="noStrike">
              <a:solidFill>
                <a:srgbClr val="000000"/>
              </a:solidFill>
              <a:effectLst/>
              <a:uFillTx/>
              <a:latin typeface="Arial"/>
            </a:endParaRPr>
          </a:p>
        </p:txBody>
      </p:sp>
      <p:sp>
        <p:nvSpPr>
          <p:cNvPr id="303" name="PlaceHolder 2"/>
          <p:cNvSpPr>
            <a:spLocks noGrp="1"/>
          </p:cNvSpPr>
          <p:nvPr>
            <p:ph/>
          </p:nvPr>
        </p:nvSpPr>
        <p:spPr>
          <a:xfrm>
            <a:off x="90360" y="64800"/>
            <a:ext cx="8595360" cy="619920"/>
          </a:xfrm>
          <a:prstGeom prst="rect">
            <a:avLst/>
          </a:prstGeom>
          <a:noFill/>
          <a:ln w="0">
            <a:noFill/>
          </a:ln>
        </p:spPr>
        <p:txBody>
          <a:bodyPr lIns="91440" tIns="45720" rIns="91440" bIns="45720" anchor="t">
            <a:normAutofit fontScale="25000" lnSpcReduction="19999"/>
          </a:bodyPr>
          <a:p>
            <a:pPr marL="343080" indent="-343080" algn="just" defTabSz="457200">
              <a:lnSpc>
                <a:spcPct val="150000"/>
              </a:lnSpc>
              <a:spcBef>
                <a:spcPts val="1001"/>
              </a:spcBef>
              <a:buNone/>
              <a:tabLst>
                <a:tab pos="0" algn="l"/>
              </a:tabLst>
            </a:pPr>
            <a:r>
              <a:rPr lang="en-IN" sz="14400" b="1" u="none" strike="noStrike">
                <a:solidFill>
                  <a:schemeClr val="dk1"/>
                </a:solidFill>
                <a:effectLst/>
                <a:uFillTx/>
                <a:latin typeface="Trebuchet MS"/>
              </a:rPr>
              <a:t> Modules :</a:t>
            </a:r>
            <a:endParaRPr lang="en-US" sz="14400" b="0" u="none" strike="noStrike">
              <a:solidFill>
                <a:srgbClr val="000000"/>
              </a:solidFill>
              <a:effectLst/>
              <a:uFillTx/>
              <a:latin typeface="Arial"/>
            </a:endParaRPr>
          </a:p>
          <a:p>
            <a:pPr indent="0" algn="just" defTabSz="457200">
              <a:lnSpc>
                <a:spcPct val="150000"/>
              </a:lnSpc>
              <a:spcBef>
                <a:spcPts val="1001"/>
              </a:spcBef>
              <a:buNone/>
              <a:tabLst>
                <a:tab pos="0" algn="l"/>
              </a:tabLst>
            </a:pPr>
            <a:endParaRPr lang="en-US" sz="1800" b="0" u="none" strike="noStrike">
              <a:solidFill>
                <a:srgbClr val="000000"/>
              </a:solidFill>
              <a:effectLst/>
              <a:uFillTx/>
              <a:latin typeface="Arial"/>
            </a:endParaRPr>
          </a:p>
        </p:txBody>
      </p:sp>
      <p:sp>
        <p:nvSpPr>
          <p:cNvPr id="304" name="Rectangle 4"/>
          <p:cNvSpPr/>
          <p:nvPr/>
        </p:nvSpPr>
        <p:spPr>
          <a:xfrm>
            <a:off x="275760" y="3599280"/>
            <a:ext cx="3030480" cy="63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chemeClr val="dk1"/>
                </a:solidFill>
                <a:effectLst/>
                <a:uFillTx/>
                <a:latin typeface="Trebuchet MS"/>
                <a:ea typeface="DejaVu Sans"/>
              </a:rPr>
              <a:t> </a:t>
            </a:r>
            <a:endParaRPr lang="en-US" sz="3600" b="0" u="none" strike="noStrike">
              <a:solidFill>
                <a:srgbClr val="000000"/>
              </a:solidFill>
              <a:effectLst/>
              <a:uFillTx/>
              <a:latin typeface="Arial"/>
            </a:endParaRPr>
          </a:p>
        </p:txBody>
      </p:sp>
      <p:sp>
        <p:nvSpPr>
          <p:cNvPr id="305" name="PlaceHolder 3"/>
          <p:cNvSpPr>
            <a:spLocks noGrp="1"/>
          </p:cNvSpPr>
          <p:nvPr>
            <p:ph/>
          </p:nvPr>
        </p:nvSpPr>
        <p:spPr>
          <a:xfrm>
            <a:off x="677520" y="1148760"/>
            <a:ext cx="8595360" cy="3879360"/>
          </a:xfrm>
          <a:prstGeom prst="rect">
            <a:avLst/>
          </a:prstGeom>
          <a:noFill/>
          <a:ln w="0">
            <a:noFill/>
          </a:ln>
        </p:spPr>
        <p:txBody>
          <a:bodyPr lIns="91440" tIns="45720" rIns="91440" bIns="45720" anchor="t">
            <a:noAutofit/>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Authentication Module</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Asset Management Module</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Blockchain &amp; Smart Contract Module</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AI-Based Risk Analysis Module</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Front-end Dashboard Module</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6" name="PlaceHolder 1"/>
          <p:cNvSpPr>
            <a:spLocks noGrp="1"/>
          </p:cNvSpPr>
          <p:nvPr>
            <p:ph type="title"/>
          </p:nvPr>
        </p:nvSpPr>
        <p:spPr>
          <a:xfrm>
            <a:off x="228600" y="156240"/>
            <a:ext cx="11146320" cy="528480"/>
          </a:xfrm>
          <a:prstGeom prst="rect">
            <a:avLst/>
          </a:prstGeom>
          <a:noFill/>
          <a:ln w="0">
            <a:noFill/>
          </a:ln>
        </p:spPr>
        <p:txBody>
          <a:bodyPr lIns="91440" tIns="45720" rIns="91440" bIns="45720" anchor="t">
            <a:noAutofit/>
          </a:bodyPr>
          <a:p>
            <a:pPr marL="343080" indent="0" algn="l" defTabSz="457200">
              <a:lnSpc>
                <a:spcPct val="100000"/>
              </a:lnSpc>
              <a:spcBef>
                <a:spcPts val="1191"/>
              </a:spcBef>
              <a:spcAft>
                <a:spcPts val="992"/>
              </a:spcAft>
              <a:buNone/>
            </a:pPr>
            <a:r>
              <a:rPr lang="en-US" sz="3600" b="1" u="none" strike="noStrike">
                <a:solidFill>
                  <a:srgbClr val="111111"/>
                </a:solidFill>
                <a:effectLst/>
                <a:uFillTx/>
                <a:latin typeface="Trebuchet MS"/>
                <a:ea typeface="Noto Sans"/>
              </a:rPr>
              <a:t>Module 1: </a:t>
            </a:r>
            <a:r>
              <a:rPr lang="en-US" sz="3200" b="1" u="none" strike="noStrike">
                <a:solidFill>
                  <a:srgbClr val="111111"/>
                </a:solidFill>
                <a:effectLst/>
                <a:uFillTx/>
                <a:latin typeface="Trebuchet MS"/>
                <a:ea typeface="Noto Sans"/>
              </a:rPr>
              <a:t>Authentication Module</a:t>
            </a:r>
            <a:endParaRPr lang="en-US" sz="3200" b="0" u="none" strike="noStrike">
              <a:solidFill>
                <a:srgbClr val="000000"/>
              </a:solidFill>
              <a:effectLst/>
              <a:uFillTx/>
              <a:latin typeface="Arial"/>
            </a:endParaRPr>
          </a:p>
        </p:txBody>
      </p:sp>
      <p:sp>
        <p:nvSpPr>
          <p:cNvPr id="307" name="PlaceHolder 2"/>
          <p:cNvSpPr>
            <a:spLocks noGrp="1"/>
          </p:cNvSpPr>
          <p:nvPr>
            <p:ph/>
          </p:nvPr>
        </p:nvSpPr>
        <p:spPr>
          <a:xfrm>
            <a:off x="750240" y="1194480"/>
            <a:ext cx="8595360" cy="4977720"/>
          </a:xfrm>
          <a:prstGeom prst="rect">
            <a:avLst/>
          </a:prstGeom>
          <a:noFill/>
          <a:ln w="0">
            <a:noFill/>
          </a:ln>
        </p:spPr>
        <p:txBody>
          <a:bodyPr lIns="91440" tIns="45720" rIns="91440" bIns="45720" anchor="t">
            <a:normAutofit/>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Purpose: Handles user registration, login, and identity verification for all protected APIs.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Key Features:</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User registration with BCrypt-hashed passwords stored in SQLite (/auth/register).</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Login endpoint that validates credentials and returns a lightweight token (user_id:username) (/auth/login).</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Reusable get_current_user dependency that extracts the user from the Bearer token on every protected request.</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Role field (admin / user) used by other modules (e.g., AI analytics, asset licensing) for authorization decisions.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Tech Stack: FastAPI, SQLAlchemy models, BCrypt hashing, HTTP Bearer auth.</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8" name="PlaceHolder 1"/>
          <p:cNvSpPr>
            <a:spLocks noGrp="1"/>
          </p:cNvSpPr>
          <p:nvPr>
            <p:ph type="title"/>
          </p:nvPr>
        </p:nvSpPr>
        <p:spPr>
          <a:xfrm>
            <a:off x="228600" y="156240"/>
            <a:ext cx="11200320" cy="528480"/>
          </a:xfrm>
          <a:prstGeom prst="rect">
            <a:avLst/>
          </a:prstGeom>
          <a:noFill/>
          <a:ln w="0">
            <a:noFill/>
          </a:ln>
        </p:spPr>
        <p:txBody>
          <a:bodyPr lIns="91440" tIns="45720" rIns="91440" bIns="45720" anchor="t">
            <a:noAutofit/>
          </a:bodyPr>
          <a:p>
            <a:pPr indent="0" algn="l" defTabSz="457200">
              <a:lnSpc>
                <a:spcPct val="100000"/>
              </a:lnSpc>
              <a:spcBef>
                <a:spcPts val="1191"/>
              </a:spcBef>
              <a:spcAft>
                <a:spcPts val="992"/>
              </a:spcAft>
              <a:buNone/>
              <a:tabLst>
                <a:tab pos="0" algn="l"/>
              </a:tabLst>
            </a:pPr>
            <a:r>
              <a:rPr lang="en-US" sz="3600" b="1" u="none" strike="noStrike">
                <a:solidFill>
                  <a:srgbClr val="111111"/>
                </a:solidFill>
                <a:effectLst/>
                <a:uFillTx/>
                <a:latin typeface="Trebuchet MS"/>
                <a:ea typeface="Noto Sans"/>
              </a:rPr>
              <a:t>Module 2: Asset Management Module</a:t>
            </a:r>
            <a:br>
              <a:rPr sz="3600"/>
            </a:br>
            <a:br>
              <a:rPr sz="3600"/>
            </a:br>
            <a:endParaRPr lang="en-US" sz="3600" b="0" u="none" strike="noStrike">
              <a:solidFill>
                <a:srgbClr val="000000"/>
              </a:solidFill>
              <a:effectLst/>
              <a:uFillTx/>
              <a:latin typeface="Arial"/>
            </a:endParaRPr>
          </a:p>
        </p:txBody>
      </p:sp>
      <p:sp>
        <p:nvSpPr>
          <p:cNvPr id="309" name="PlaceHolder 8"/>
          <p:cNvSpPr txBox="1"/>
          <p:nvPr/>
        </p:nvSpPr>
        <p:spPr>
          <a:xfrm>
            <a:off x="750240" y="1143000"/>
            <a:ext cx="8595360" cy="4800600"/>
          </a:xfrm>
          <a:prstGeom prst="rect">
            <a:avLst/>
          </a:prstGeom>
          <a:noFill/>
          <a:ln w="0">
            <a:noFill/>
          </a:ln>
        </p:spPr>
        <p:txBody>
          <a:bodyPr anchor="t">
            <a:normAutofit/>
          </a:bodyPr>
          <a:p>
            <a:pPr marL="343080" indent="-343080" defTabSz="457200">
              <a:lnSpc>
                <a:spcPct val="100000"/>
              </a:lnSpc>
              <a:buClr>
                <a:srgbClr val="90C226"/>
              </a:buClr>
              <a:buSzPct val="80000"/>
              <a:buFont typeface="Wingdings 3" charset="2"/>
              <a:buChar char=""/>
            </a:pPr>
            <a:r>
              <a:rPr lang="en-US" sz="1800" b="0" u="none" strike="noStrike">
                <a:solidFill>
                  <a:schemeClr val="dk1">
                    <a:lumMod val="75000"/>
                    <a:lumOff val="25000"/>
                  </a:schemeClr>
                </a:solidFill>
                <a:effectLst/>
                <a:uFillTx/>
                <a:latin typeface="Calibri"/>
              </a:rPr>
              <a:t> Encrypts files using AES-256-GCM before writing to disk — only encrypted blobs stored.</a:t>
            </a:r>
            <a:endParaRPr lang="en-US" sz="1800" b="0" u="none" strike="noStrike">
              <a:solidFill>
                <a:srgbClr val="000000"/>
              </a:solidFill>
              <a:effectLst/>
              <a:uFillTx/>
              <a:latin typeface="Arial"/>
            </a:endParaRPr>
          </a:p>
          <a:p>
            <a:pPr marL="343080" indent="-343080" defTabSz="457200">
              <a:lnSpc>
                <a:spcPct val="100000"/>
              </a:lnSpc>
              <a:buClr>
                <a:srgbClr val="90C226"/>
              </a:buClr>
              <a:buSzPct val="80000"/>
              <a:buFont typeface="Wingdings 3" charset="2"/>
              <a:buChar char=""/>
            </a:pPr>
            <a:endParaRPr lang="en-US" sz="1800" b="0" u="none" strike="noStrike">
              <a:solidFill>
                <a:srgbClr val="000000"/>
              </a:solidFill>
              <a:effectLst/>
              <a:uFillTx/>
              <a:latin typeface="Arial"/>
            </a:endParaRPr>
          </a:p>
          <a:p>
            <a:pPr marL="343080" indent="-343080" defTabSz="457200">
              <a:lnSpc>
                <a:spcPct val="100000"/>
              </a:lnSpc>
              <a:buClr>
                <a:srgbClr val="90C226"/>
              </a:buClr>
              <a:buSzPct val="80000"/>
              <a:buFont typeface="Wingdings 3" charset="2"/>
              <a:buChar char=""/>
            </a:pPr>
            <a:r>
              <a:rPr lang="en-US" sz="1800" b="0" u="none" strike="noStrike">
                <a:solidFill>
                  <a:schemeClr val="dk1">
                    <a:lumMod val="75000"/>
                    <a:lumOff val="25000"/>
                  </a:schemeClr>
                </a:solidFill>
                <a:effectLst/>
                <a:uFillTx/>
                <a:latin typeface="Calibri"/>
              </a:rPr>
              <a:t>Associates each asset with metadata: owner, filename, asset hash, blockchain tx hash.</a:t>
            </a:r>
            <a:endParaRPr lang="en-US" sz="1800" b="0" u="none" strike="noStrike">
              <a:solidFill>
                <a:srgbClr val="000000"/>
              </a:solidFill>
              <a:effectLst/>
              <a:uFillTx/>
              <a:latin typeface="Arial"/>
            </a:endParaRPr>
          </a:p>
          <a:p>
            <a:pPr marL="343080" indent="-343080" defTabSz="457200">
              <a:lnSpc>
                <a:spcPct val="100000"/>
              </a:lnSpc>
              <a:buClr>
                <a:srgbClr val="90C226"/>
              </a:buClr>
              <a:buSzPct val="80000"/>
              <a:buFont typeface="Wingdings 3" charset="2"/>
              <a:buChar char=""/>
            </a:pPr>
            <a:endParaRPr lang="en-US" sz="1800" b="0" u="none" strike="noStrike">
              <a:solidFill>
                <a:srgbClr val="000000"/>
              </a:solidFill>
              <a:effectLst/>
              <a:uFillTx/>
              <a:latin typeface="Arial"/>
            </a:endParaRPr>
          </a:p>
          <a:p>
            <a:pPr marL="343080" indent="-343080" defTabSz="457200">
              <a:lnSpc>
                <a:spcPct val="100000"/>
              </a:lnSpc>
              <a:buClr>
                <a:srgbClr val="90C226"/>
              </a:buClr>
              <a:buSzPct val="80000"/>
              <a:buFont typeface="Wingdings 3" charset="2"/>
              <a:buChar char=""/>
            </a:pPr>
            <a:r>
              <a:rPr lang="en-US" sz="1800" b="0" u="none" strike="noStrike">
                <a:solidFill>
                  <a:schemeClr val="dk1">
                    <a:lumMod val="75000"/>
                    <a:lumOff val="25000"/>
                  </a:schemeClr>
                </a:solidFill>
                <a:effectLst/>
                <a:uFillTx/>
                <a:latin typeface="Calibri"/>
              </a:rPr>
              <a:t>Upload: /asset/upload → encrypt → store .enc file → create asset DB row.</a:t>
            </a:r>
            <a:endParaRPr lang="en-US" sz="1800" b="0" u="none" strike="noStrike">
              <a:solidFill>
                <a:srgbClr val="000000"/>
              </a:solidFill>
              <a:effectLst/>
              <a:uFillTx/>
              <a:latin typeface="Arial"/>
            </a:endParaRPr>
          </a:p>
          <a:p>
            <a:pPr marL="343080" indent="-343080" defTabSz="457200">
              <a:lnSpc>
                <a:spcPct val="100000"/>
              </a:lnSpc>
              <a:buClr>
                <a:srgbClr val="90C226"/>
              </a:buClr>
              <a:buSzPct val="80000"/>
              <a:buFont typeface="Wingdings 3" charset="2"/>
              <a:buChar char=""/>
            </a:pPr>
            <a:endParaRPr lang="en-US" sz="1800" b="0" u="none" strike="noStrike">
              <a:solidFill>
                <a:srgbClr val="000000"/>
              </a:solidFill>
              <a:effectLst/>
              <a:uFillTx/>
              <a:latin typeface="Arial"/>
            </a:endParaRPr>
          </a:p>
          <a:p>
            <a:pPr marL="343080" indent="-343080" defTabSz="457200">
              <a:lnSpc>
                <a:spcPct val="100000"/>
              </a:lnSpc>
              <a:buClr>
                <a:srgbClr val="90C226"/>
              </a:buClr>
              <a:buSzPct val="80000"/>
              <a:buFont typeface="Wingdings 3" charset="2"/>
              <a:buChar char=""/>
            </a:pPr>
            <a:r>
              <a:rPr lang="en-US" sz="1800" b="0" u="none" strike="noStrike">
                <a:solidFill>
                  <a:schemeClr val="dk1">
                    <a:lumMod val="75000"/>
                    <a:lumOff val="25000"/>
                  </a:schemeClr>
                </a:solidFill>
                <a:effectLst/>
                <a:uFillTx/>
                <a:latin typeface="Calibri"/>
              </a:rPr>
              <a:t>List My Assets: /asset/list shows owned assets; /asset/list/shared shows licensed assets.</a:t>
            </a:r>
            <a:endParaRPr lang="en-US" sz="1800" b="0" u="none" strike="noStrike">
              <a:solidFill>
                <a:srgbClr val="000000"/>
              </a:solidFill>
              <a:effectLst/>
              <a:uFillTx/>
              <a:latin typeface="Arial"/>
            </a:endParaRPr>
          </a:p>
          <a:p>
            <a:pPr marL="343080" indent="-343080" defTabSz="457200">
              <a:lnSpc>
                <a:spcPct val="100000"/>
              </a:lnSpc>
              <a:buClr>
                <a:srgbClr val="90C226"/>
              </a:buClr>
              <a:buSzPct val="80000"/>
              <a:buFont typeface="Wingdings 3" charset="2"/>
              <a:buChar char=""/>
            </a:pPr>
            <a:endParaRPr lang="en-US" sz="1800" b="0" u="none" strike="noStrike">
              <a:solidFill>
                <a:srgbClr val="000000"/>
              </a:solidFill>
              <a:effectLst/>
              <a:uFillTx/>
              <a:latin typeface="Arial"/>
            </a:endParaRPr>
          </a:p>
          <a:p>
            <a:pPr marL="343080" indent="-343080" defTabSz="457200">
              <a:lnSpc>
                <a:spcPct val="100000"/>
              </a:lnSpc>
              <a:buClr>
                <a:srgbClr val="90C226"/>
              </a:buClr>
              <a:buSzPct val="80000"/>
              <a:buFont typeface="Wingdings 3" charset="2"/>
              <a:buChar char=""/>
            </a:pPr>
            <a:r>
              <a:rPr lang="en-US" sz="1800" b="0" u="none" strike="noStrike">
                <a:solidFill>
                  <a:schemeClr val="dk1">
                    <a:lumMod val="75000"/>
                    <a:lumOff val="25000"/>
                  </a:schemeClr>
                </a:solidFill>
                <a:effectLst/>
                <a:uFillTx/>
                <a:latin typeface="Calibri"/>
              </a:rPr>
              <a:t>Download: /asset/download/{hash} → license check → decrypt → stream file to user.</a:t>
            </a:r>
            <a:endParaRPr lang="en-US" sz="1800" b="0" u="none" strike="noStrike">
              <a:solidFill>
                <a:srgbClr val="000000"/>
              </a:solidFill>
              <a:effectLst/>
              <a:uFillTx/>
              <a:latin typeface="Arial"/>
            </a:endParaRPr>
          </a:p>
          <a:p>
            <a:pPr marL="343080" indent="-343080" defTabSz="457200">
              <a:lnSpc>
                <a:spcPct val="100000"/>
              </a:lnSpc>
              <a:buClr>
                <a:srgbClr val="90C226"/>
              </a:buClr>
              <a:buSzPct val="80000"/>
              <a:buFont typeface="Wingdings 3" charset="2"/>
              <a:buChar char=""/>
            </a:pPr>
            <a:endParaRPr lang="en-US" sz="1800" b="0" u="none" strike="noStrike">
              <a:solidFill>
                <a:srgbClr val="000000"/>
              </a:solidFill>
              <a:effectLst/>
              <a:uFillTx/>
              <a:latin typeface="Arial"/>
            </a:endParaRPr>
          </a:p>
          <a:p>
            <a:pPr marL="343080" indent="-343080" defTabSz="457200">
              <a:lnSpc>
                <a:spcPct val="100000"/>
              </a:lnSpc>
              <a:buClr>
                <a:srgbClr val="90C226"/>
              </a:buClr>
              <a:buSzPct val="80000"/>
              <a:buFont typeface="Wingdings 3" charset="2"/>
              <a:buChar char=""/>
            </a:pPr>
            <a:r>
              <a:rPr lang="en-US" sz="1800" b="0" u="none" strike="noStrike">
                <a:solidFill>
                  <a:schemeClr val="dk1">
                    <a:lumMod val="75000"/>
                    <a:lumOff val="25000"/>
                  </a:schemeClr>
                </a:solidFill>
                <a:effectLst/>
                <a:uFillTx/>
                <a:latin typeface="Calibri"/>
              </a:rPr>
              <a:t>SHA-256 hash of asset computed at upload and stored for integrity verification.</a:t>
            </a:r>
            <a:endParaRPr lang="en-US" sz="1800" b="0" u="none" strike="noStrike">
              <a:solidFill>
                <a:srgbClr val="000000"/>
              </a:solidFill>
              <a:effectLst/>
              <a:uFillTx/>
              <a:latin typeface="Arial"/>
            </a:endParaRPr>
          </a:p>
          <a:p>
            <a:pPr marL="343080" indent="-343080" defTabSz="457200">
              <a:lnSpc>
                <a:spcPct val="100000"/>
              </a:lnSpc>
              <a:buClr>
                <a:srgbClr val="90C226"/>
              </a:buClr>
              <a:buSzPct val="80000"/>
              <a:buFont typeface="Wingdings 3" charset="2"/>
              <a:buChar char=""/>
            </a:pPr>
            <a:endParaRPr lang="en-US" sz="1800" b="0" u="none" strike="noStrike">
              <a:solidFill>
                <a:srgbClr val="000000"/>
              </a:solidFill>
              <a:effectLst/>
              <a:uFillTx/>
              <a:latin typeface="Arial"/>
            </a:endParaRPr>
          </a:p>
          <a:p>
            <a:pPr marL="343080" indent="-343080" defTabSz="457200">
              <a:lnSpc>
                <a:spcPct val="100000"/>
              </a:lnSpc>
              <a:buClr>
                <a:srgbClr val="90C226"/>
              </a:buClr>
              <a:buSzPct val="80000"/>
              <a:buFont typeface="Wingdings 3" charset="2"/>
              <a:buChar char=""/>
            </a:pPr>
            <a:r>
              <a:rPr lang="en-US" sz="1800" b="0" u="none" strike="noStrike">
                <a:solidFill>
                  <a:schemeClr val="dk1">
                    <a:lumMod val="75000"/>
                    <a:lumOff val="25000"/>
                  </a:schemeClr>
                </a:solidFill>
                <a:effectLst/>
                <a:uFillTx/>
                <a:latin typeface="Calibri"/>
              </a:rPr>
              <a:t>Logs ASSET_UPLOADED and ASSET_ACCESSED events to audit trail automatically.</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0" name="PlaceHolder 1"/>
          <p:cNvSpPr>
            <a:spLocks noGrp="1"/>
          </p:cNvSpPr>
          <p:nvPr>
            <p:ph type="title"/>
          </p:nvPr>
        </p:nvSpPr>
        <p:spPr>
          <a:xfrm>
            <a:off x="228600" y="156240"/>
            <a:ext cx="10689120" cy="528480"/>
          </a:xfrm>
          <a:prstGeom prst="rect">
            <a:avLst/>
          </a:prstGeom>
          <a:noFill/>
          <a:ln w="0">
            <a:noFill/>
          </a:ln>
        </p:spPr>
        <p:txBody>
          <a:bodyPr lIns="91440" tIns="45720" rIns="91440" bIns="45720" anchor="t">
            <a:noAutofit/>
          </a:bodyPr>
          <a:p>
            <a:pPr indent="0" algn="l" defTabSz="457200">
              <a:lnSpc>
                <a:spcPct val="100000"/>
              </a:lnSpc>
              <a:spcBef>
                <a:spcPts val="1191"/>
              </a:spcBef>
              <a:spcAft>
                <a:spcPts val="992"/>
              </a:spcAft>
              <a:buNone/>
              <a:tabLst>
                <a:tab pos="0" algn="l"/>
              </a:tabLst>
            </a:pPr>
            <a:r>
              <a:rPr lang="en-US" sz="3600" b="1" u="none" strike="noStrike">
                <a:solidFill>
                  <a:srgbClr val="111111"/>
                </a:solidFill>
                <a:effectLst/>
                <a:uFillTx/>
                <a:latin typeface="Trebuchet MS"/>
                <a:ea typeface="Noto Sans"/>
              </a:rPr>
              <a:t>Module 3: Blockchain &amp; Smart Contract</a:t>
            </a:r>
            <a:br>
              <a:rPr sz="3600"/>
            </a:br>
            <a:br>
              <a:rPr sz="3600"/>
            </a:br>
            <a:br>
              <a:rPr sz="3600"/>
            </a:br>
            <a:endParaRPr lang="en-US" sz="3600" b="0" u="none" strike="noStrike">
              <a:solidFill>
                <a:srgbClr val="000000"/>
              </a:solidFill>
              <a:effectLst/>
              <a:uFillTx/>
              <a:latin typeface="Arial"/>
            </a:endParaRPr>
          </a:p>
        </p:txBody>
      </p:sp>
      <p:sp>
        <p:nvSpPr>
          <p:cNvPr id="311" name="PlaceHolder 2"/>
          <p:cNvSpPr>
            <a:spLocks noGrp="1"/>
          </p:cNvSpPr>
          <p:nvPr>
            <p:ph/>
          </p:nvPr>
        </p:nvSpPr>
        <p:spPr>
          <a:xfrm>
            <a:off x="750240" y="914400"/>
            <a:ext cx="8595360" cy="3200400"/>
          </a:xfrm>
          <a:prstGeom prst="rect">
            <a:avLst/>
          </a:prstGeom>
          <a:noFill/>
          <a:ln w="0">
            <a:noFill/>
          </a:ln>
        </p:spPr>
        <p:txBody>
          <a:bodyPr lIns="91440" tIns="45720" rIns="91440" bIns="45720" anchor="t">
            <a:normAutofit/>
          </a:bodyPr>
          <a:p>
            <a:pPr marL="343080" indent="-343080" algn="l" defTabSz="457200">
              <a:lnSpc>
                <a:spcPct val="100000"/>
              </a:lnSpc>
              <a:buClr>
                <a:srgbClr val="90C226"/>
              </a:buClr>
              <a:buSzPct val="80000"/>
              <a:buFont typeface="Wingdings 3" charset="2"/>
              <a:buChar char=""/>
            </a:pPr>
            <a:r>
              <a:rPr lang="en-US" sz="1800" b="0" u="none" strike="noStrike">
                <a:solidFill>
                  <a:schemeClr val="dk1">
                    <a:lumMod val="75000"/>
                    <a:lumOff val="25000"/>
                  </a:schemeClr>
                </a:solidFill>
                <a:effectLst/>
                <a:uFillTx/>
                <a:latin typeface="Calibri"/>
              </a:rPr>
              <a:t>LicenseManager Solidity contract stores mappings of asset hashes and license records.</a:t>
            </a:r>
            <a:endParaRPr lang="en-US" sz="1800" b="0" u="none" strike="noStrike">
              <a:solidFill>
                <a:srgbClr val="000000"/>
              </a:solidFill>
              <a:effectLst/>
              <a:uFillTx/>
              <a:latin typeface="Arial"/>
            </a:endParaRPr>
          </a:p>
          <a:p>
            <a:pPr marL="343080" indent="0" algn="l" defTabSz="457200">
              <a:lnSpc>
                <a:spcPct val="100000"/>
              </a:lnSpc>
              <a:buNone/>
            </a:pPr>
            <a:endParaRPr lang="en-US" sz="1800" b="0" u="none" strike="noStrike">
              <a:solidFill>
                <a:srgbClr val="000000"/>
              </a:solidFill>
              <a:effectLst/>
              <a:uFillTx/>
              <a:latin typeface="Arial"/>
            </a:endParaRPr>
          </a:p>
          <a:p>
            <a:pPr marL="343080" indent="-343080" algn="l" defTabSz="457200">
              <a:lnSpc>
                <a:spcPct val="100000"/>
              </a:lnSpc>
              <a:buClr>
                <a:srgbClr val="90C226"/>
              </a:buClr>
              <a:buSzPct val="80000"/>
              <a:buFont typeface="Wingdings 3" charset="2"/>
              <a:buChar char=""/>
            </a:pPr>
            <a:r>
              <a:rPr lang="en-US" sz="1800" b="0" u="none" strike="noStrike">
                <a:solidFill>
                  <a:schemeClr val="dk1">
                    <a:lumMod val="75000"/>
                    <a:lumOff val="25000"/>
                  </a:schemeClr>
                </a:solidFill>
                <a:effectLst/>
                <a:uFillTx/>
                <a:latin typeface="Calibri"/>
              </a:rPr>
              <a:t>register_asset_on_chain(asset_hash) called automatically after each successful upload.</a:t>
            </a:r>
            <a:endParaRPr lang="en-US" sz="1800" b="0" u="none" strike="noStrike">
              <a:solidFill>
                <a:srgbClr val="000000"/>
              </a:solidFill>
              <a:effectLst/>
              <a:uFillTx/>
              <a:latin typeface="Arial"/>
            </a:endParaRPr>
          </a:p>
          <a:p>
            <a:pPr marL="343080" indent="0" algn="l" defTabSz="457200">
              <a:lnSpc>
                <a:spcPct val="100000"/>
              </a:lnSpc>
              <a:buNone/>
            </a:pPr>
            <a:endParaRPr lang="en-US" sz="1800" b="0" u="none" strike="noStrike">
              <a:solidFill>
                <a:srgbClr val="000000"/>
              </a:solidFill>
              <a:effectLst/>
              <a:uFillTx/>
              <a:latin typeface="Arial"/>
            </a:endParaRPr>
          </a:p>
          <a:p>
            <a:pPr marL="343080" indent="-343080" algn="l" defTabSz="457200">
              <a:lnSpc>
                <a:spcPct val="100000"/>
              </a:lnSpc>
              <a:buClr>
                <a:srgbClr val="90C226"/>
              </a:buClr>
              <a:buSzPct val="80000"/>
              <a:buFont typeface="Wingdings 3" charset="2"/>
              <a:buChar char=""/>
            </a:pPr>
            <a:r>
              <a:rPr lang="en-US" sz="1800" b="0" u="none" strike="noStrike">
                <a:solidFill>
                  <a:schemeClr val="dk1">
                    <a:lumMod val="75000"/>
                    <a:lumOff val="25000"/>
                  </a:schemeClr>
                </a:solidFill>
                <a:effectLst/>
                <a:uFillTx/>
                <a:latin typeface="Calibri"/>
              </a:rPr>
              <a:t>issue_license_on_chain(asset_id, holder, expiry, limit) records license terms on-chain.</a:t>
            </a:r>
            <a:endParaRPr lang="en-US" sz="1800" b="0" u="none" strike="noStrike">
              <a:solidFill>
                <a:srgbClr val="000000"/>
              </a:solidFill>
              <a:effectLst/>
              <a:uFillTx/>
              <a:latin typeface="Arial"/>
            </a:endParaRPr>
          </a:p>
          <a:p>
            <a:pPr marL="343080" indent="0" algn="l" defTabSz="457200">
              <a:lnSpc>
                <a:spcPct val="100000"/>
              </a:lnSpc>
              <a:buNone/>
            </a:pPr>
            <a:endParaRPr lang="en-US" sz="1800" b="0" u="none" strike="noStrike">
              <a:solidFill>
                <a:srgbClr val="000000"/>
              </a:solidFill>
              <a:effectLst/>
              <a:uFillTx/>
              <a:latin typeface="Arial"/>
            </a:endParaRPr>
          </a:p>
          <a:p>
            <a:pPr marL="343080" indent="-343080" algn="l" defTabSz="457200">
              <a:lnSpc>
                <a:spcPct val="100000"/>
              </a:lnSpc>
              <a:buClr>
                <a:srgbClr val="90C226"/>
              </a:buClr>
              <a:buSzPct val="80000"/>
              <a:buFont typeface="Wingdings 3" charset="2"/>
              <a:buChar char=""/>
            </a:pPr>
            <a:r>
              <a:rPr lang="en-US" sz="1800" b="0" u="none" strike="noStrike">
                <a:solidFill>
                  <a:schemeClr val="dk1">
                    <a:lumMod val="75000"/>
                    <a:lumOff val="25000"/>
                  </a:schemeClr>
                </a:solidFill>
                <a:effectLst/>
                <a:uFillTx/>
                <a:latin typeface="Calibri"/>
              </a:rPr>
              <a:t>On-chain data serves as independent audit layer beyond local database records.</a:t>
            </a:r>
            <a:endParaRPr lang="en-US" sz="1800" b="0" u="none" strike="noStrike">
              <a:solidFill>
                <a:srgbClr val="000000"/>
              </a:solidFill>
              <a:effectLst/>
              <a:uFillTx/>
              <a:latin typeface="Arial"/>
            </a:endParaRPr>
          </a:p>
          <a:p>
            <a:pPr marL="343080" indent="0" algn="l" defTabSz="457200">
              <a:lnSpc>
                <a:spcPct val="100000"/>
              </a:lnSpc>
              <a:buNone/>
            </a:pPr>
            <a:endParaRPr lang="en-US" sz="1800" b="0" u="none" strike="noStrike">
              <a:solidFill>
                <a:srgbClr val="000000"/>
              </a:solidFill>
              <a:effectLst/>
              <a:uFillTx/>
              <a:latin typeface="Arial"/>
            </a:endParaRPr>
          </a:p>
          <a:p>
            <a:pPr marL="343080" indent="-343080" algn="l" defTabSz="457200">
              <a:lnSpc>
                <a:spcPct val="100000"/>
              </a:lnSpc>
              <a:buClr>
                <a:srgbClr val="90C226"/>
              </a:buClr>
              <a:buSzPct val="80000"/>
              <a:buFont typeface="Wingdings 3" charset="2"/>
              <a:buChar char=""/>
            </a:pPr>
            <a:r>
              <a:rPr lang="en-US" sz="1800" b="0" u="none" strike="noStrike">
                <a:solidFill>
                  <a:schemeClr val="dk1">
                    <a:lumMod val="75000"/>
                    <a:lumOff val="25000"/>
                  </a:schemeClr>
                </a:solidFill>
                <a:effectLst/>
                <a:uFillTx/>
                <a:latin typeface="Calibri"/>
              </a:rPr>
              <a:t>Backend uses web3.py to communicate with deployed contracts on Ganache node.</a:t>
            </a:r>
            <a:endParaRPr lang="en-US" sz="1800" b="0" u="none" strike="noStrike">
              <a:solidFill>
                <a:srgbClr val="000000"/>
              </a:solidFill>
              <a:effectLst/>
              <a:uFillTx/>
              <a:latin typeface="Arial"/>
            </a:endParaRPr>
          </a:p>
          <a:p>
            <a:pPr marL="343080" indent="0" algn="l" defTabSz="457200">
              <a:lnSpc>
                <a:spcPct val="100000"/>
              </a:lnSpc>
              <a:buNone/>
            </a:pPr>
            <a:endParaRPr lang="en-US" sz="1800" b="0" u="none" strike="noStrike">
              <a:solidFill>
                <a:srgbClr val="000000"/>
              </a:solidFill>
              <a:effectLst/>
              <a:uFillTx/>
              <a:latin typeface="Arial"/>
            </a:endParaRPr>
          </a:p>
          <a:p>
            <a:pPr marL="343080" indent="-343080" algn="l" defTabSz="457200">
              <a:lnSpc>
                <a:spcPct val="100000"/>
              </a:lnSpc>
              <a:buClr>
                <a:srgbClr val="90C226"/>
              </a:buClr>
              <a:buSzPct val="80000"/>
              <a:buFont typeface="Wingdings 3" charset="2"/>
              <a:buChar char=""/>
            </a:pPr>
            <a:r>
              <a:rPr lang="en-US" sz="1800" b="0" u="none" strike="noStrike">
                <a:solidFill>
                  <a:schemeClr val="dk1">
                    <a:lumMod val="75000"/>
                    <a:lumOff val="25000"/>
                  </a:schemeClr>
                </a:solidFill>
                <a:effectLst/>
                <a:uFillTx/>
                <a:latin typeface="Calibri"/>
              </a:rPr>
              <a:t>Falls back to mock transaction hashes in offline or testing mode gracefully.</a:t>
            </a:r>
            <a:endParaRPr lang="en-US" sz="1800" b="0" u="none" strike="noStrike">
              <a:solidFill>
                <a:srgbClr val="000000"/>
              </a:solidFill>
              <a:effectLst/>
              <a:uFillTx/>
              <a:latin typeface="Arial"/>
            </a:endParaRPr>
          </a:p>
        </p:txBody>
      </p:sp>
      <p:sp>
        <p:nvSpPr>
          <p:cNvPr id="312" name=""/>
          <p:cNvSpPr/>
          <p:nvPr/>
        </p:nvSpPr>
        <p:spPr>
          <a:xfrm>
            <a:off x="457560" y="4572360"/>
            <a:ext cx="2056680" cy="456480"/>
          </a:xfrm>
          <a:prstGeom prst="roundRect">
            <a:avLst>
              <a:gd name="adj" fmla="val 16667"/>
            </a:avLst>
          </a:prstGeom>
          <a:solidFill>
            <a:srgbClr val="729FCF"/>
          </a:solidFill>
          <a:ln w="0">
            <a:solidFill>
              <a:srgbClr val="3465A4"/>
            </a:solidFill>
          </a:ln>
        </p:spPr>
        <p:style>
          <a:lnRef idx="0"/>
          <a:fillRef idx="0"/>
          <a:effectRef idx="0"/>
          <a:fontRef idx="minor"/>
        </p:style>
        <p:txBody>
          <a:bodyPr lIns="90000" tIns="45000" rIns="90000" bIns="45000" anchor="ctr">
            <a:noAutofit/>
          </a:bodyPr>
          <a:p>
            <a:endParaRPr lang="en-US" sz="1800" b="0" u="none" strike="noStrike">
              <a:solidFill>
                <a:srgbClr val="000000"/>
              </a:solidFill>
              <a:effectLst/>
              <a:uFillTx/>
              <a:latin typeface="Arial"/>
            </a:endParaRPr>
          </a:p>
        </p:txBody>
      </p:sp>
      <p:sp>
        <p:nvSpPr>
          <p:cNvPr id="313" name=""/>
          <p:cNvSpPr/>
          <p:nvPr/>
        </p:nvSpPr>
        <p:spPr>
          <a:xfrm>
            <a:off x="457920" y="4572360"/>
            <a:ext cx="2056680" cy="456480"/>
          </a:xfrm>
          <a:prstGeom prst="roundRect">
            <a:avLst>
              <a:gd name="adj" fmla="val 16667"/>
            </a:avLst>
          </a:prstGeom>
          <a:solidFill>
            <a:srgbClr val="81D41A"/>
          </a:solidFill>
          <a:ln w="0">
            <a:solidFill>
              <a:srgbClr val="3465A4"/>
            </a:solidFill>
          </a:ln>
        </p:spPr>
        <p:style>
          <a:lnRef idx="0"/>
          <a:fillRef idx="0"/>
          <a:effectRef idx="0"/>
          <a:fontRef idx="minor"/>
        </p:style>
        <p:txBody>
          <a:bodyPr lIns="90000" tIns="45000" rIns="90000" bIns="45000" anchor="ctr">
            <a:noAutofit/>
          </a:bodyPr>
          <a:p>
            <a:pPr algn="ctr">
              <a:lnSpc>
                <a:spcPct val="100000"/>
              </a:lnSpc>
            </a:pPr>
            <a:r>
              <a:rPr lang="en-US" sz="1800" b="0" u="none" strike="noStrike">
                <a:solidFill>
                  <a:srgbClr val="000000"/>
                </a:solidFill>
                <a:effectLst/>
                <a:uFillTx/>
                <a:latin typeface="Arial"/>
                <a:ea typeface="DejaVu Sans"/>
              </a:rPr>
              <a:t>Browser (Frontend)</a:t>
            </a:r>
            <a:endParaRPr lang="en-US" sz="1800" b="0" u="none" strike="noStrike">
              <a:solidFill>
                <a:srgbClr val="000000"/>
              </a:solidFill>
              <a:effectLst/>
              <a:uFillTx/>
              <a:latin typeface="Arial"/>
            </a:endParaRPr>
          </a:p>
        </p:txBody>
      </p:sp>
      <p:sp>
        <p:nvSpPr>
          <p:cNvPr id="314" name=""/>
          <p:cNvSpPr/>
          <p:nvPr/>
        </p:nvSpPr>
        <p:spPr>
          <a:xfrm>
            <a:off x="7315560" y="4572360"/>
            <a:ext cx="2056680" cy="456480"/>
          </a:xfrm>
          <a:prstGeom prst="roundRect">
            <a:avLst>
              <a:gd name="adj" fmla="val 16667"/>
            </a:avLst>
          </a:prstGeom>
          <a:solidFill>
            <a:srgbClr val="2A6099"/>
          </a:solidFill>
          <a:ln w="0">
            <a:solidFill>
              <a:srgbClr val="3465A4"/>
            </a:solidFill>
          </a:ln>
        </p:spPr>
        <p:style>
          <a:lnRef idx="0"/>
          <a:fillRef idx="0"/>
          <a:effectRef idx="0"/>
          <a:fontRef idx="minor"/>
        </p:style>
        <p:txBody>
          <a:bodyPr lIns="90000" tIns="45000" rIns="90000" bIns="45000" anchor="ctr">
            <a:noAutofit/>
          </a:bodyPr>
          <a:p>
            <a:pPr algn="ctr">
              <a:lnSpc>
                <a:spcPct val="100000"/>
              </a:lnSpc>
            </a:pPr>
            <a:r>
              <a:rPr lang="en-US" sz="1800" b="0" u="none" strike="noStrike">
                <a:solidFill>
                  <a:srgbClr val="FFFFFF"/>
                </a:solidFill>
                <a:effectLst/>
                <a:uFillTx/>
                <a:latin typeface="Arial"/>
                <a:ea typeface="DejaVu Sans"/>
              </a:rPr>
              <a:t>Smart Contract</a:t>
            </a:r>
            <a:endParaRPr lang="en-US" sz="1800" b="0" u="none" strike="noStrike">
              <a:solidFill>
                <a:srgbClr val="FFFFFF"/>
              </a:solidFill>
              <a:effectLst/>
              <a:uFillTx/>
              <a:latin typeface="Arial"/>
            </a:endParaRPr>
          </a:p>
        </p:txBody>
      </p:sp>
      <p:sp>
        <p:nvSpPr>
          <p:cNvPr id="315" name=""/>
          <p:cNvSpPr/>
          <p:nvPr/>
        </p:nvSpPr>
        <p:spPr>
          <a:xfrm>
            <a:off x="5029560" y="4572360"/>
            <a:ext cx="2056680" cy="456480"/>
          </a:xfrm>
          <a:prstGeom prst="roundRect">
            <a:avLst>
              <a:gd name="adj" fmla="val 16667"/>
            </a:avLst>
          </a:prstGeom>
          <a:solidFill>
            <a:srgbClr val="158466"/>
          </a:solidFill>
          <a:ln w="0">
            <a:solidFill>
              <a:srgbClr val="3465A4"/>
            </a:solidFill>
          </a:ln>
        </p:spPr>
        <p:style>
          <a:lnRef idx="0"/>
          <a:fillRef idx="0"/>
          <a:effectRef idx="0"/>
          <a:fontRef idx="minor"/>
        </p:style>
        <p:txBody>
          <a:bodyPr lIns="90000" tIns="45000" rIns="90000" bIns="45000" anchor="ctr">
            <a:noAutofit/>
          </a:bodyPr>
          <a:p>
            <a:pPr algn="ctr">
              <a:lnSpc>
                <a:spcPct val="100000"/>
              </a:lnSpc>
            </a:pPr>
            <a:r>
              <a:rPr lang="en-US" sz="1800" b="0" u="none" strike="noStrike">
                <a:solidFill>
                  <a:srgbClr val="FFFFFF"/>
                </a:solidFill>
                <a:effectLst/>
                <a:uFillTx/>
                <a:latin typeface="Arial"/>
                <a:ea typeface="DejaVu Sans"/>
              </a:rPr>
              <a:t>Ganache Node</a:t>
            </a:r>
            <a:endParaRPr lang="en-US" sz="1800" b="0" u="none" strike="noStrike">
              <a:solidFill>
                <a:srgbClr val="FFFFFF"/>
              </a:solidFill>
              <a:effectLst/>
              <a:uFillTx/>
              <a:latin typeface="Arial"/>
            </a:endParaRPr>
          </a:p>
        </p:txBody>
      </p:sp>
      <p:sp>
        <p:nvSpPr>
          <p:cNvPr id="316" name=""/>
          <p:cNvSpPr/>
          <p:nvPr/>
        </p:nvSpPr>
        <p:spPr>
          <a:xfrm>
            <a:off x="2743560" y="4572360"/>
            <a:ext cx="2056680" cy="456480"/>
          </a:xfrm>
          <a:prstGeom prst="roundRect">
            <a:avLst>
              <a:gd name="adj" fmla="val 16667"/>
            </a:avLst>
          </a:prstGeom>
          <a:solidFill>
            <a:srgbClr val="00A933"/>
          </a:solidFill>
          <a:ln w="0">
            <a:solidFill>
              <a:srgbClr val="3465A4"/>
            </a:solidFill>
          </a:ln>
        </p:spPr>
        <p:style>
          <a:lnRef idx="0"/>
          <a:fillRef idx="0"/>
          <a:effectRef idx="0"/>
          <a:fontRef idx="minor"/>
        </p:style>
        <p:txBody>
          <a:bodyPr lIns="90000" tIns="45000" rIns="90000" bIns="45000" anchor="ctr">
            <a:noAutofit/>
          </a:bodyPr>
          <a:p>
            <a:pPr algn="ctr">
              <a:lnSpc>
                <a:spcPct val="100000"/>
              </a:lnSpc>
            </a:pPr>
            <a:r>
              <a:rPr lang="en-US" sz="1800" b="0" u="none" strike="noStrike">
                <a:solidFill>
                  <a:srgbClr val="FFFFFF"/>
                </a:solidFill>
                <a:effectLst/>
                <a:uFillTx/>
                <a:latin typeface="Arial"/>
                <a:ea typeface="DejaVu Sans"/>
              </a:rPr>
              <a:t>FastAPI Backend</a:t>
            </a:r>
            <a:endParaRPr lang="en-US" sz="1800" b="0" u="none" strike="noStrike">
              <a:solidFill>
                <a:srgbClr val="FFFFFF"/>
              </a:solidFill>
              <a:effectLst/>
              <a:uFillTx/>
              <a:latin typeface="Arial"/>
            </a:endParaRPr>
          </a:p>
        </p:txBody>
      </p:sp>
      <p:sp>
        <p:nvSpPr>
          <p:cNvPr id="317" name=""/>
          <p:cNvSpPr/>
          <p:nvPr/>
        </p:nvSpPr>
        <p:spPr>
          <a:xfrm>
            <a:off x="7315560" y="5258160"/>
            <a:ext cx="2056680" cy="456480"/>
          </a:xfrm>
          <a:prstGeom prst="roundRect">
            <a:avLst>
              <a:gd name="adj" fmla="val 16667"/>
            </a:avLst>
          </a:prstGeom>
          <a:solidFill>
            <a:srgbClr val="BF0041"/>
          </a:solidFill>
          <a:ln w="0">
            <a:solidFill>
              <a:srgbClr val="3465A4"/>
            </a:solidFill>
          </a:ln>
        </p:spPr>
        <p:style>
          <a:lnRef idx="0"/>
          <a:fillRef idx="0"/>
          <a:effectRef idx="0"/>
          <a:fontRef idx="minor"/>
        </p:style>
        <p:txBody>
          <a:bodyPr lIns="90000" tIns="45000" rIns="90000" bIns="45000" anchor="ctr">
            <a:noAutofit/>
          </a:bodyPr>
          <a:p>
            <a:pPr algn="ctr">
              <a:lnSpc>
                <a:spcPct val="100000"/>
              </a:lnSpc>
            </a:pPr>
            <a:r>
              <a:rPr lang="en-US" sz="1800" b="0" u="none" strike="noStrike">
                <a:solidFill>
                  <a:srgbClr val="FFFFFF"/>
                </a:solidFill>
                <a:effectLst/>
                <a:uFillTx/>
                <a:latin typeface="Arial"/>
                <a:ea typeface="DejaVu Sans"/>
              </a:rPr>
              <a:t>   SQLite DB</a:t>
            </a:r>
            <a:endParaRPr lang="en-US" sz="1800" b="0" u="none" strike="noStrike">
              <a:solidFill>
                <a:srgbClr val="FFFFFF"/>
              </a:solidFill>
              <a:effectLst/>
              <a:uFillTx/>
              <a:latin typeface="Arial"/>
            </a:endParaRPr>
          </a:p>
        </p:txBody>
      </p:sp>
      <p:sp>
        <p:nvSpPr>
          <p:cNvPr id="318" name=""/>
          <p:cNvSpPr/>
          <p:nvPr/>
        </p:nvSpPr>
        <p:spPr>
          <a:xfrm>
            <a:off x="8229960" y="5029560"/>
            <a:ext cx="360" cy="228600"/>
          </a:xfrm>
          <a:prstGeom prst="line">
            <a:avLst/>
          </a:prstGeom>
          <a:ln w="0">
            <a:solidFill>
              <a:srgbClr val="3465A4"/>
            </a:solidFill>
            <a:tailEnd len="med" type="triangle" w="med"/>
          </a:ln>
        </p:spPr>
        <p:style>
          <a:lnRef idx="0"/>
          <a:fillRef idx="0"/>
          <a:effectRef idx="0"/>
          <a:fontRef idx="minor"/>
        </p:style>
        <p:txBody>
          <a:bodyPr lIns="90000" tIns="45000" rIns="90000" bIns="45000" anchor="ctr">
            <a:noAutofit/>
          </a:bodyPr>
          <a:p>
            <a:endParaRPr lang="en-US" sz="1800" b="0" u="none" strike="noStrike">
              <a:solidFill>
                <a:srgbClr val="000000"/>
              </a:solidFill>
              <a:effectLst/>
              <a:uFillTx/>
              <a:latin typeface="Arial"/>
            </a:endParaRPr>
          </a:p>
        </p:txBody>
      </p:sp>
      <p:sp>
        <p:nvSpPr>
          <p:cNvPr id="319" name=""/>
          <p:cNvSpPr/>
          <p:nvPr/>
        </p:nvSpPr>
        <p:spPr>
          <a:xfrm>
            <a:off x="7086960" y="4800960"/>
            <a:ext cx="228600" cy="360"/>
          </a:xfrm>
          <a:prstGeom prst="line">
            <a:avLst/>
          </a:prstGeom>
          <a:ln w="0">
            <a:solidFill>
              <a:srgbClr val="3465A4"/>
            </a:solidFill>
            <a:tailEnd len="med" type="triangle" w="med"/>
          </a:ln>
        </p:spPr>
        <p:style>
          <a:lnRef idx="0"/>
          <a:fillRef idx="0"/>
          <a:effectRef idx="0"/>
          <a:fontRef idx="minor"/>
        </p:style>
        <p:txBody>
          <a:bodyPr lIns="90000" tIns="-45000" rIns="90000" bIns="-45000" anchor="ctr">
            <a:noAutofit/>
          </a:bodyPr>
          <a:p>
            <a:endParaRPr lang="en-US" sz="1800" b="0" u="none" strike="noStrike">
              <a:solidFill>
                <a:srgbClr val="000000"/>
              </a:solidFill>
              <a:effectLst/>
              <a:uFillTx/>
              <a:latin typeface="Arial"/>
            </a:endParaRPr>
          </a:p>
        </p:txBody>
      </p:sp>
      <p:sp>
        <p:nvSpPr>
          <p:cNvPr id="320" name=""/>
          <p:cNvSpPr/>
          <p:nvPr/>
        </p:nvSpPr>
        <p:spPr>
          <a:xfrm>
            <a:off x="4800960" y="4800960"/>
            <a:ext cx="228600" cy="360"/>
          </a:xfrm>
          <a:prstGeom prst="line">
            <a:avLst/>
          </a:prstGeom>
          <a:ln w="0">
            <a:solidFill>
              <a:srgbClr val="3465A4"/>
            </a:solidFill>
            <a:tailEnd len="med" type="triangle" w="med"/>
          </a:ln>
        </p:spPr>
        <p:style>
          <a:lnRef idx="0"/>
          <a:fillRef idx="0"/>
          <a:effectRef idx="0"/>
          <a:fontRef idx="minor"/>
        </p:style>
        <p:txBody>
          <a:bodyPr lIns="90000" tIns="-45000" rIns="90000" bIns="-45000" anchor="ctr">
            <a:noAutofit/>
          </a:bodyPr>
          <a:p>
            <a:endParaRPr lang="en-US" sz="1800" b="0" u="none" strike="noStrike">
              <a:solidFill>
                <a:srgbClr val="000000"/>
              </a:solidFill>
              <a:effectLst/>
              <a:uFillTx/>
              <a:latin typeface="Arial"/>
            </a:endParaRPr>
          </a:p>
        </p:txBody>
      </p:sp>
      <p:sp>
        <p:nvSpPr>
          <p:cNvPr id="321" name=""/>
          <p:cNvSpPr/>
          <p:nvPr/>
        </p:nvSpPr>
        <p:spPr>
          <a:xfrm>
            <a:off x="2515320" y="4800960"/>
            <a:ext cx="228600" cy="360"/>
          </a:xfrm>
          <a:prstGeom prst="line">
            <a:avLst/>
          </a:prstGeom>
          <a:ln w="0">
            <a:solidFill>
              <a:srgbClr val="3465A4"/>
            </a:solidFill>
            <a:tailEnd len="med" type="triangle" w="med"/>
          </a:ln>
        </p:spPr>
        <p:style>
          <a:lnRef idx="0"/>
          <a:fillRef idx="0"/>
          <a:effectRef idx="0"/>
          <a:fontRef idx="minor"/>
        </p:style>
        <p:txBody>
          <a:bodyPr lIns="90000" tIns="-45000" rIns="90000" bIns="-45000" anchor="ctr">
            <a:noAutofit/>
          </a:bodyPr>
          <a:p>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2" name="PlaceHolder 1"/>
          <p:cNvSpPr>
            <a:spLocks noGrp="1"/>
          </p:cNvSpPr>
          <p:nvPr>
            <p:ph type="title"/>
          </p:nvPr>
        </p:nvSpPr>
        <p:spPr>
          <a:xfrm>
            <a:off x="228600" y="156240"/>
            <a:ext cx="10689120" cy="528480"/>
          </a:xfrm>
          <a:prstGeom prst="rect">
            <a:avLst/>
          </a:prstGeom>
          <a:noFill/>
          <a:ln w="0">
            <a:noFill/>
          </a:ln>
        </p:spPr>
        <p:txBody>
          <a:bodyPr lIns="91440" tIns="45720" rIns="91440" bIns="45720" anchor="t">
            <a:noAutofit/>
          </a:bodyPr>
          <a:p>
            <a:pPr indent="0" algn="l" defTabSz="457200">
              <a:lnSpc>
                <a:spcPct val="100000"/>
              </a:lnSpc>
              <a:spcBef>
                <a:spcPts val="1191"/>
              </a:spcBef>
              <a:spcAft>
                <a:spcPts val="992"/>
              </a:spcAft>
              <a:buNone/>
              <a:tabLst>
                <a:tab pos="0" algn="l"/>
              </a:tabLst>
            </a:pPr>
            <a:r>
              <a:rPr lang="en-US" sz="3600" b="1" u="none" strike="noStrike">
                <a:solidFill>
                  <a:srgbClr val="111111"/>
                </a:solidFill>
                <a:effectLst/>
                <a:uFillTx/>
                <a:latin typeface="Trebuchet MS"/>
                <a:ea typeface="Noto Sans"/>
              </a:rPr>
              <a:t>Module 4: AI-Based Risk Analysis Module</a:t>
            </a:r>
            <a:br>
              <a:rPr sz="3600"/>
            </a:br>
            <a:br>
              <a:rPr sz="3600"/>
            </a:br>
            <a:br>
              <a:rPr sz="3600"/>
            </a:br>
            <a:endParaRPr lang="en-US" sz="3600" b="0" u="none" strike="noStrike">
              <a:solidFill>
                <a:srgbClr val="000000"/>
              </a:solidFill>
              <a:effectLst/>
              <a:uFillTx/>
              <a:latin typeface="Arial"/>
            </a:endParaRPr>
          </a:p>
        </p:txBody>
      </p:sp>
      <p:sp>
        <p:nvSpPr>
          <p:cNvPr id="323" name="PlaceHolder 2"/>
          <p:cNvSpPr>
            <a:spLocks noGrp="1"/>
          </p:cNvSpPr>
          <p:nvPr>
            <p:ph/>
          </p:nvPr>
        </p:nvSpPr>
        <p:spPr>
          <a:xfrm>
            <a:off x="750240" y="1143000"/>
            <a:ext cx="8595360" cy="4114800"/>
          </a:xfrm>
          <a:prstGeom prst="rect">
            <a:avLst/>
          </a:prstGeom>
          <a:noFill/>
          <a:ln w="0">
            <a:noFill/>
          </a:ln>
        </p:spPr>
        <p:txBody>
          <a:bodyPr lIns="91440" tIns="45720" rIns="91440" bIns="45720" anchor="t">
            <a:normAutofit lnSpcReduction="9999"/>
          </a:bodyPr>
          <a:p>
            <a:pPr marL="343080" indent="-343080" algn="l" defTabSz="457200">
              <a:lnSpc>
                <a:spcPct val="100000"/>
              </a:lnSpc>
              <a:buClr>
                <a:srgbClr val="90C226"/>
              </a:buClr>
              <a:buSzPct val="80000"/>
              <a:buFont typeface="Wingdings 3" charset="2"/>
              <a:buChar char=""/>
            </a:pPr>
            <a:r>
              <a:rPr lang="en-US" sz="1800" b="0" u="none" strike="noStrike">
                <a:solidFill>
                  <a:schemeClr val="dk1">
                    <a:lumMod val="75000"/>
                    <a:lumOff val="25000"/>
                  </a:schemeClr>
                </a:solidFill>
                <a:effectLst/>
                <a:uFillTx/>
                <a:latin typeface="Calibri"/>
              </a:rPr>
              <a:t>Monitors user behavior across all asset interactions and detects anomalous patterns.</a:t>
            </a:r>
            <a:endParaRPr lang="en-US" sz="1800" b="0" u="none" strike="noStrike">
              <a:solidFill>
                <a:srgbClr val="000000"/>
              </a:solidFill>
              <a:effectLst/>
              <a:uFillTx/>
              <a:latin typeface="Arial"/>
            </a:endParaRPr>
          </a:p>
          <a:p>
            <a:pPr marL="343080" indent="0" algn="l" defTabSz="457200">
              <a:lnSpc>
                <a:spcPct val="100000"/>
              </a:lnSpc>
              <a:buNone/>
            </a:pPr>
            <a:endParaRPr lang="en-US" sz="1800" b="0" u="none" strike="noStrike">
              <a:solidFill>
                <a:srgbClr val="000000"/>
              </a:solidFill>
              <a:effectLst/>
              <a:uFillTx/>
              <a:latin typeface="Arial"/>
            </a:endParaRPr>
          </a:p>
          <a:p>
            <a:pPr marL="343080" indent="-343080" algn="l" defTabSz="457200">
              <a:lnSpc>
                <a:spcPct val="100000"/>
              </a:lnSpc>
              <a:buClr>
                <a:srgbClr val="90C226"/>
              </a:buClr>
              <a:buSzPct val="80000"/>
              <a:buFont typeface="Wingdings 3" charset="2"/>
              <a:buChar char=""/>
            </a:pPr>
            <a:r>
              <a:rPr lang="en-US" sz="1800" b="0" u="none" strike="noStrike">
                <a:solidFill>
                  <a:schemeClr val="dk1">
                    <a:lumMod val="75000"/>
                    <a:lumOff val="25000"/>
                  </a:schemeClr>
                </a:solidFill>
                <a:effectLst/>
                <a:uFillTx/>
                <a:latin typeface="Calibri"/>
              </a:rPr>
              <a:t>Assigns quantitative risk scores to download, access, and license request events.</a:t>
            </a:r>
            <a:endParaRPr lang="en-US" sz="1800" b="0" u="none" strike="noStrike">
              <a:solidFill>
                <a:srgbClr val="000000"/>
              </a:solidFill>
              <a:effectLst/>
              <a:uFillTx/>
              <a:latin typeface="Arial"/>
            </a:endParaRPr>
          </a:p>
          <a:p>
            <a:pPr marL="343080" indent="0" algn="l" defTabSz="457200">
              <a:lnSpc>
                <a:spcPct val="100000"/>
              </a:lnSpc>
              <a:buNone/>
            </a:pPr>
            <a:endParaRPr lang="en-US" sz="1800" b="0" u="none" strike="noStrike">
              <a:solidFill>
                <a:srgbClr val="000000"/>
              </a:solidFill>
              <a:effectLst/>
              <a:uFillTx/>
              <a:latin typeface="Arial"/>
            </a:endParaRPr>
          </a:p>
          <a:p>
            <a:pPr marL="343080" indent="-343080" algn="l" defTabSz="457200">
              <a:lnSpc>
                <a:spcPct val="100000"/>
              </a:lnSpc>
              <a:buClr>
                <a:srgbClr val="90C226"/>
              </a:buClr>
              <a:buSzPct val="80000"/>
              <a:buFont typeface="Wingdings 3" charset="2"/>
              <a:buChar char=""/>
            </a:pPr>
            <a:r>
              <a:rPr lang="en-US" sz="1800" b="0" u="none" strike="noStrike">
                <a:solidFill>
                  <a:schemeClr val="dk1">
                    <a:lumMod val="75000"/>
                    <a:lumOff val="25000"/>
                  </a:schemeClr>
                </a:solidFill>
                <a:effectLst/>
                <a:uFillTx/>
                <a:latin typeface="Calibri"/>
              </a:rPr>
              <a:t>Flags high-risk users for admin review based on configurable thresholds.</a:t>
            </a:r>
            <a:endParaRPr lang="en-US" sz="1800" b="0" u="none" strike="noStrike">
              <a:solidFill>
                <a:srgbClr val="000000"/>
              </a:solidFill>
              <a:effectLst/>
              <a:uFillTx/>
              <a:latin typeface="Arial"/>
            </a:endParaRPr>
          </a:p>
          <a:p>
            <a:pPr marL="343080" indent="0" algn="l" defTabSz="457200">
              <a:lnSpc>
                <a:spcPct val="100000"/>
              </a:lnSpc>
              <a:buNone/>
            </a:pPr>
            <a:endParaRPr lang="en-US" sz="1800" b="0" u="none" strike="noStrike">
              <a:solidFill>
                <a:srgbClr val="000000"/>
              </a:solidFill>
              <a:effectLst/>
              <a:uFillTx/>
              <a:latin typeface="Arial"/>
            </a:endParaRPr>
          </a:p>
          <a:p>
            <a:pPr marL="343080" indent="-343080" algn="l" defTabSz="457200">
              <a:lnSpc>
                <a:spcPct val="100000"/>
              </a:lnSpc>
              <a:buClr>
                <a:srgbClr val="90C226"/>
              </a:buClr>
              <a:buSzPct val="80000"/>
              <a:buFont typeface="Wingdings 3" charset="2"/>
              <a:buChar char=""/>
            </a:pPr>
            <a:r>
              <a:rPr lang="en-US" sz="1800" b="0" u="none" strike="noStrike">
                <a:solidFill>
                  <a:schemeClr val="dk1">
                    <a:lumMod val="75000"/>
                    <a:lumOff val="25000"/>
                  </a:schemeClr>
                </a:solidFill>
                <a:effectLst/>
                <a:uFillTx/>
                <a:latin typeface="Calibri"/>
              </a:rPr>
              <a:t>Uses frequency analysis, time-of-day patterns, and unusual asset combinations.</a:t>
            </a:r>
            <a:endParaRPr lang="en-US" sz="1800" b="0" u="none" strike="noStrike">
              <a:solidFill>
                <a:srgbClr val="000000"/>
              </a:solidFill>
              <a:effectLst/>
              <a:uFillTx/>
              <a:latin typeface="Arial"/>
            </a:endParaRPr>
          </a:p>
          <a:p>
            <a:pPr marL="343080" indent="0" algn="l" defTabSz="457200">
              <a:lnSpc>
                <a:spcPct val="100000"/>
              </a:lnSpc>
              <a:buNone/>
            </a:pPr>
            <a:endParaRPr lang="en-US" sz="1800" b="0" u="none" strike="noStrike">
              <a:solidFill>
                <a:srgbClr val="000000"/>
              </a:solidFill>
              <a:effectLst/>
              <a:uFillTx/>
              <a:latin typeface="Arial"/>
            </a:endParaRPr>
          </a:p>
          <a:p>
            <a:pPr marL="343080" indent="-343080" algn="l" defTabSz="457200">
              <a:lnSpc>
                <a:spcPct val="100000"/>
              </a:lnSpc>
              <a:buClr>
                <a:srgbClr val="90C226"/>
              </a:buClr>
              <a:buSzPct val="80000"/>
              <a:buFont typeface="Wingdings 3" charset="2"/>
              <a:buChar char=""/>
            </a:pPr>
            <a:r>
              <a:rPr lang="en-US" sz="1800" b="0" u="none" strike="noStrike">
                <a:solidFill>
                  <a:schemeClr val="dk1">
                    <a:lumMod val="75000"/>
                    <a:lumOff val="25000"/>
                  </a:schemeClr>
                </a:solidFill>
                <a:effectLst/>
                <a:uFillTx/>
                <a:latin typeface="Calibri"/>
              </a:rPr>
              <a:t>Integrates directly with audit log for real-time event correlation and scoring.</a:t>
            </a:r>
            <a:endParaRPr lang="en-US" sz="1800" b="0" u="none" strike="noStrike">
              <a:solidFill>
                <a:srgbClr val="000000"/>
              </a:solidFill>
              <a:effectLst/>
              <a:uFillTx/>
              <a:latin typeface="Arial"/>
            </a:endParaRPr>
          </a:p>
          <a:p>
            <a:pPr marL="343080" indent="0" algn="l" defTabSz="457200">
              <a:lnSpc>
                <a:spcPct val="100000"/>
              </a:lnSpc>
              <a:buNone/>
            </a:pPr>
            <a:endParaRPr lang="en-US" sz="1800" b="0" u="none" strike="noStrike">
              <a:solidFill>
                <a:srgbClr val="000000"/>
              </a:solidFill>
              <a:effectLst/>
              <a:uFillTx/>
              <a:latin typeface="Arial"/>
            </a:endParaRPr>
          </a:p>
          <a:p>
            <a:pPr marL="343080" indent="-343080" algn="l" defTabSz="457200">
              <a:lnSpc>
                <a:spcPct val="100000"/>
              </a:lnSpc>
              <a:buClr>
                <a:srgbClr val="90C226"/>
              </a:buClr>
              <a:buSzPct val="80000"/>
              <a:buFont typeface="Wingdings 3" charset="2"/>
              <a:buChar char=""/>
            </a:pPr>
            <a:r>
              <a:rPr lang="en-US" sz="1800" b="0" u="none" strike="noStrike">
                <a:solidFill>
                  <a:schemeClr val="dk1">
                    <a:lumMod val="75000"/>
                    <a:lumOff val="25000"/>
                  </a:schemeClr>
                </a:solidFill>
                <a:effectLst/>
                <a:uFillTx/>
                <a:latin typeface="Calibri"/>
              </a:rPr>
              <a:t>Risk reports and summaries accessible only to users with admin role.</a:t>
            </a:r>
            <a:endParaRPr lang="en-US" sz="1800" b="0" u="none" strike="noStrike">
              <a:solidFill>
                <a:srgbClr val="000000"/>
              </a:solidFill>
              <a:effectLst/>
              <a:uFillTx/>
              <a:latin typeface="Arial"/>
            </a:endParaRPr>
          </a:p>
          <a:p>
            <a:pPr marL="343080" indent="0" algn="l" defTabSz="457200">
              <a:lnSpc>
                <a:spcPct val="100000"/>
              </a:lnSpc>
              <a:buNone/>
            </a:pPr>
            <a:endParaRPr lang="en-US" sz="1800" b="0" u="none" strike="noStrike">
              <a:solidFill>
                <a:srgbClr val="000000"/>
              </a:solidFill>
              <a:effectLst/>
              <a:uFillTx/>
              <a:latin typeface="Arial"/>
            </a:endParaRPr>
          </a:p>
          <a:p>
            <a:pPr marL="343080" indent="-343080" algn="l" defTabSz="457200">
              <a:lnSpc>
                <a:spcPct val="100000"/>
              </a:lnSpc>
              <a:buClr>
                <a:srgbClr val="90C226"/>
              </a:buClr>
              <a:buSzPct val="80000"/>
              <a:buFont typeface="Wingdings 3" charset="2"/>
              <a:buChar char=""/>
            </a:pPr>
            <a:r>
              <a:rPr lang="en-US" sz="1800" b="0" u="none" strike="noStrike">
                <a:solidFill>
                  <a:schemeClr val="dk1">
                    <a:lumMod val="75000"/>
                    <a:lumOff val="25000"/>
                  </a:schemeClr>
                </a:solidFill>
                <a:effectLst/>
                <a:uFillTx/>
                <a:latin typeface="Calibri"/>
              </a:rPr>
              <a:t>Historical access data analyzed per user and per asset for trend detection.</a:t>
            </a:r>
            <a:endParaRPr lang="en-US" sz="1800" b="0" u="none" strike="noStrike">
              <a:solidFill>
                <a:srgbClr val="000000"/>
              </a:solidFill>
              <a:effectLst/>
              <a:uFillTx/>
              <a:latin typeface="Arial"/>
            </a:endParaRPr>
          </a:p>
          <a:p>
            <a:pPr marL="343080" indent="0" algn="l" defTabSz="457200">
              <a:lnSpc>
                <a:spcPct val="100000"/>
              </a:lnSpc>
              <a:buNone/>
            </a:pPr>
            <a:endParaRPr lang="en-US" sz="1800" b="0" u="none" strike="noStrike">
              <a:solidFill>
                <a:srgbClr val="000000"/>
              </a:solidFill>
              <a:effectLst/>
              <a:uFillTx/>
              <a:latin typeface="Arial"/>
            </a:endParaRPr>
          </a:p>
          <a:p>
            <a:pPr marL="343080" indent="-343080" algn="l" defTabSz="457200">
              <a:lnSpc>
                <a:spcPct val="100000"/>
              </a:lnSpc>
              <a:buClr>
                <a:srgbClr val="90C226"/>
              </a:buClr>
              <a:buSzPct val="80000"/>
              <a:buFont typeface="Wingdings 3" charset="2"/>
              <a:buChar char=""/>
            </a:pPr>
            <a:r>
              <a:rPr lang="en-US" sz="1800" b="0" u="none" strike="noStrike">
                <a:solidFill>
                  <a:schemeClr val="dk1">
                    <a:lumMod val="75000"/>
                    <a:lumOff val="25000"/>
                  </a:schemeClr>
                </a:solidFill>
                <a:effectLst/>
                <a:uFillTx/>
                <a:latin typeface="Calibri"/>
              </a:rPr>
              <a:t>Helps content creators identify potential piracy or license abuse early.</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4" name="PlaceHolder 1"/>
          <p:cNvSpPr>
            <a:spLocks noGrp="1"/>
          </p:cNvSpPr>
          <p:nvPr>
            <p:ph type="title"/>
          </p:nvPr>
        </p:nvSpPr>
        <p:spPr>
          <a:xfrm>
            <a:off x="228600" y="156240"/>
            <a:ext cx="10689120" cy="528480"/>
          </a:xfrm>
          <a:prstGeom prst="rect">
            <a:avLst/>
          </a:prstGeom>
          <a:noFill/>
          <a:ln w="0">
            <a:noFill/>
          </a:ln>
        </p:spPr>
        <p:txBody>
          <a:bodyPr lIns="91440" tIns="45720" rIns="91440" bIns="45720" anchor="t">
            <a:noAutofit/>
          </a:bodyPr>
          <a:p>
            <a:pPr indent="0" algn="l" defTabSz="457200">
              <a:lnSpc>
                <a:spcPct val="100000"/>
              </a:lnSpc>
              <a:spcBef>
                <a:spcPts val="1191"/>
              </a:spcBef>
              <a:spcAft>
                <a:spcPts val="992"/>
              </a:spcAft>
              <a:buNone/>
              <a:tabLst>
                <a:tab pos="0" algn="l"/>
              </a:tabLst>
            </a:pPr>
            <a:r>
              <a:rPr lang="en-US" sz="3600" b="1" u="none" strike="noStrike">
                <a:solidFill>
                  <a:srgbClr val="111111"/>
                </a:solidFill>
                <a:effectLst/>
                <a:uFillTx/>
                <a:latin typeface="Trebuchet MS"/>
                <a:ea typeface="Noto Sans"/>
              </a:rPr>
              <a:t>Module 4: Implementation Details</a:t>
            </a:r>
            <a:br>
              <a:rPr sz="3600"/>
            </a:br>
            <a:br>
              <a:rPr sz="3600"/>
            </a:br>
            <a:br>
              <a:rPr sz="3600"/>
            </a:br>
            <a:endParaRPr lang="en-US" sz="3600" b="0" u="none" strike="noStrike">
              <a:solidFill>
                <a:srgbClr val="000000"/>
              </a:solidFill>
              <a:effectLst/>
              <a:uFillTx/>
              <a:latin typeface="Arial"/>
            </a:endParaRPr>
          </a:p>
        </p:txBody>
      </p:sp>
      <p:sp>
        <p:nvSpPr>
          <p:cNvPr id="325" name="PlaceHolder 2"/>
          <p:cNvSpPr>
            <a:spLocks noGrp="1"/>
          </p:cNvSpPr>
          <p:nvPr>
            <p:ph/>
          </p:nvPr>
        </p:nvSpPr>
        <p:spPr>
          <a:xfrm>
            <a:off x="750240" y="1143000"/>
            <a:ext cx="8595360" cy="4800600"/>
          </a:xfrm>
          <a:prstGeom prst="rect">
            <a:avLst/>
          </a:prstGeom>
          <a:noFill/>
          <a:ln w="0">
            <a:noFill/>
          </a:ln>
        </p:spPr>
        <p:txBody>
          <a:bodyPr lIns="91440" tIns="45720" rIns="91440" bIns="45720" anchor="t">
            <a:normAutofit fontScale="85000" lnSpcReduction="9999"/>
          </a:bodyPr>
          <a:p>
            <a:pPr marL="343080" indent="-343080" algn="l" defTabSz="457200">
              <a:lnSpc>
                <a:spcPct val="100000"/>
              </a:lnSpc>
              <a:buClr>
                <a:srgbClr val="90C226"/>
              </a:buClr>
              <a:buSzPct val="80000"/>
              <a:buFont typeface="Wingdings 3" charset="2"/>
              <a:buChar char=""/>
            </a:pPr>
            <a:r>
              <a:rPr lang="en-US" sz="1800" b="1" u="none" strike="noStrike">
                <a:solidFill>
                  <a:schemeClr val="dk1">
                    <a:lumMod val="75000"/>
                    <a:lumOff val="25000"/>
                  </a:schemeClr>
                </a:solidFill>
                <a:effectLst/>
                <a:uFillTx/>
                <a:latin typeface="Calibri"/>
              </a:rPr>
              <a:t>API Endpoints (ai_routes.py):</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Calibri"/>
              </a:rPr>
              <a:t>GET /analytics/risk — returns per-user risk scores and flagged events.</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Calibri"/>
              </a:rPr>
              <a:t>GET /analytics/summary — aggregate stats: total events, blocked attempts, risk distribution.</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Calibri"/>
              </a:rPr>
              <a:t>GET /analytics/user/{user_id} — detailed risk timeline for a specific user.</a:t>
            </a:r>
            <a:endParaRPr lang="en-US" sz="1800" b="0" u="none" strike="noStrike">
              <a:solidFill>
                <a:srgbClr val="000000"/>
              </a:solidFill>
              <a:effectLst/>
              <a:uFillTx/>
              <a:latin typeface="Arial"/>
            </a:endParaRPr>
          </a:p>
          <a:p>
            <a:pPr marL="343080" indent="0" algn="l" defTabSz="457200">
              <a:lnSpc>
                <a:spcPct val="100000"/>
              </a:lnSpc>
              <a:buNone/>
            </a:pPr>
            <a:endParaRPr lang="en-US" sz="1800" b="0" u="none" strike="noStrike">
              <a:solidFill>
                <a:srgbClr val="000000"/>
              </a:solidFill>
              <a:effectLst/>
              <a:uFillTx/>
              <a:latin typeface="Arial"/>
            </a:endParaRPr>
          </a:p>
          <a:p>
            <a:pPr marL="343080" indent="-343080" algn="l" defTabSz="457200">
              <a:lnSpc>
                <a:spcPct val="100000"/>
              </a:lnSpc>
              <a:buClr>
                <a:srgbClr val="90C226"/>
              </a:buClr>
              <a:buSzPct val="80000"/>
              <a:buFont typeface="Wingdings 3" charset="2"/>
              <a:buChar char=""/>
            </a:pPr>
            <a:r>
              <a:rPr lang="en-US" sz="1800" b="1" u="none" strike="noStrike">
                <a:solidFill>
                  <a:schemeClr val="dk1">
                    <a:lumMod val="75000"/>
                    <a:lumOff val="25000"/>
                  </a:schemeClr>
                </a:solidFill>
                <a:effectLst/>
                <a:uFillTx/>
                <a:latin typeface="Calibri"/>
              </a:rPr>
              <a:t>Risk Scoring Algorithm:</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Calibri"/>
              </a:rPr>
              <a:t> Base score computed from: download frequency per hour, after-hours access, bulk requests.</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Calibri"/>
              </a:rPr>
              <a:t>Asset diversity score: high score if one user accesses many unrelated assets rapidly.</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Calibri"/>
              </a:rPr>
              <a:t>License expiry probing: repeated access after license expiry raises risk flag.</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Calibri"/>
              </a:rPr>
              <a:t>Risk levels: LOW (0–30), MEDIUM (31–60), HIGH (61–100).</a:t>
            </a:r>
            <a:endParaRPr lang="en-US" sz="1800" b="0" u="none" strike="noStrike">
              <a:solidFill>
                <a:srgbClr val="000000"/>
              </a:solidFill>
              <a:effectLst/>
              <a:uFillTx/>
              <a:latin typeface="Arial"/>
            </a:endParaRPr>
          </a:p>
          <a:p>
            <a:pPr marL="343080" indent="0" algn="l" defTabSz="457200">
              <a:lnSpc>
                <a:spcPct val="100000"/>
              </a:lnSpc>
              <a:buNone/>
            </a:pPr>
            <a:endParaRPr lang="en-US" sz="1800" b="0" u="none" strike="noStrike">
              <a:solidFill>
                <a:srgbClr val="000000"/>
              </a:solidFill>
              <a:effectLst/>
              <a:uFillTx/>
              <a:latin typeface="Arial"/>
            </a:endParaRPr>
          </a:p>
          <a:p>
            <a:pPr marL="343080" indent="-343080" algn="l" defTabSz="457200">
              <a:lnSpc>
                <a:spcPct val="100000"/>
              </a:lnSpc>
              <a:buClr>
                <a:srgbClr val="90C226"/>
              </a:buClr>
              <a:buSzPct val="80000"/>
              <a:buFont typeface="Wingdings 3" charset="2"/>
              <a:buChar char=""/>
            </a:pPr>
            <a:r>
              <a:rPr lang="en-US" sz="1800" b="1" u="none" strike="noStrike">
                <a:solidFill>
                  <a:schemeClr val="dk1">
                    <a:lumMod val="75000"/>
                    <a:lumOff val="25000"/>
                  </a:schemeClr>
                </a:solidFill>
                <a:effectLst/>
                <a:uFillTx/>
                <a:latin typeface="Calibri"/>
              </a:rPr>
              <a:t>Database Queries:</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Calibri"/>
              </a:rPr>
              <a:t>Queries AuditLog table grouped by user_id and time windows.</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Calibri"/>
              </a:rPr>
              <a:t>Anomaly threshold configurable via SMARTDRM_RISK_THRESHOLD env variable.</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Calibri"/>
              </a:rPr>
              <a:t>All risk computations are read-only — no modification to asset or user data.</a:t>
            </a:r>
            <a:endParaRPr lang="en-US" sz="1800" b="0" u="none" strike="noStrike">
              <a:solidFill>
                <a:srgbClr val="000000"/>
              </a:solidFill>
              <a:effectLst/>
              <a:uFillTx/>
              <a:latin typeface="Arial"/>
            </a:endParaRPr>
          </a:p>
          <a:p>
            <a:pPr marL="343080" indent="0" algn="l" defTabSz="457200">
              <a:lnSpc>
                <a:spcPct val="100000"/>
              </a:lnSpc>
              <a:buNone/>
            </a:pP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6" name="PlaceHolder 1"/>
          <p:cNvSpPr>
            <a:spLocks noGrp="1"/>
          </p:cNvSpPr>
          <p:nvPr>
            <p:ph type="title"/>
          </p:nvPr>
        </p:nvSpPr>
        <p:spPr>
          <a:xfrm>
            <a:off x="228600" y="156240"/>
            <a:ext cx="10689120" cy="528480"/>
          </a:xfrm>
          <a:prstGeom prst="rect">
            <a:avLst/>
          </a:prstGeom>
          <a:noFill/>
          <a:ln w="0">
            <a:noFill/>
          </a:ln>
        </p:spPr>
        <p:txBody>
          <a:bodyPr lIns="91440" tIns="45720" rIns="91440" bIns="45720" anchor="t">
            <a:noAutofit/>
          </a:bodyPr>
          <a:p>
            <a:pPr indent="0" algn="l" defTabSz="457200">
              <a:lnSpc>
                <a:spcPct val="100000"/>
              </a:lnSpc>
              <a:spcBef>
                <a:spcPts val="1191"/>
              </a:spcBef>
              <a:spcAft>
                <a:spcPts val="992"/>
              </a:spcAft>
              <a:buNone/>
              <a:tabLst>
                <a:tab pos="0" algn="l"/>
              </a:tabLst>
            </a:pPr>
            <a:r>
              <a:rPr lang="en-US" sz="3600" b="1" u="none" strike="noStrike">
                <a:solidFill>
                  <a:srgbClr val="111111"/>
                </a:solidFill>
                <a:effectLst/>
                <a:uFillTx/>
                <a:latin typeface="Trebuchet MS"/>
                <a:ea typeface="Noto Sans"/>
              </a:rPr>
              <a:t>Module 5: Front-end Dashboard Module</a:t>
            </a:r>
            <a:br>
              <a:rPr sz="3600"/>
            </a:br>
            <a:br>
              <a:rPr sz="3600"/>
            </a:br>
            <a:br>
              <a:rPr sz="3600"/>
            </a:br>
            <a:endParaRPr lang="en-US" sz="3600" b="0" u="none" strike="noStrike">
              <a:solidFill>
                <a:srgbClr val="000000"/>
              </a:solidFill>
              <a:effectLst/>
              <a:uFillTx/>
              <a:latin typeface="Arial"/>
            </a:endParaRPr>
          </a:p>
        </p:txBody>
      </p:sp>
      <p:sp>
        <p:nvSpPr>
          <p:cNvPr id="327" name="PlaceHolder 2"/>
          <p:cNvSpPr>
            <a:spLocks noGrp="1"/>
          </p:cNvSpPr>
          <p:nvPr>
            <p:ph/>
          </p:nvPr>
        </p:nvSpPr>
        <p:spPr>
          <a:xfrm>
            <a:off x="750240" y="1143000"/>
            <a:ext cx="8595360" cy="4800600"/>
          </a:xfrm>
          <a:prstGeom prst="rect">
            <a:avLst/>
          </a:prstGeom>
          <a:noFill/>
          <a:ln w="0">
            <a:noFill/>
          </a:ln>
        </p:spPr>
        <p:txBody>
          <a:bodyPr lIns="91440" tIns="45720" rIns="91440" bIns="45720" anchor="t">
            <a:normAutofit/>
          </a:bodyPr>
          <a:p>
            <a:pPr marL="343080" indent="-343080" algn="l" defTabSz="457200">
              <a:lnSpc>
                <a:spcPct val="100000"/>
              </a:lnSpc>
              <a:buClr>
                <a:srgbClr val="90C226"/>
              </a:buClr>
              <a:buSzPct val="80000"/>
              <a:buFont typeface="Wingdings 3" charset="2"/>
              <a:buChar char=""/>
            </a:pPr>
            <a:r>
              <a:rPr lang="en-US" sz="1800" b="0" u="none" strike="noStrike">
                <a:solidFill>
                  <a:schemeClr val="dk1">
                    <a:lumMod val="75000"/>
                    <a:lumOff val="25000"/>
                  </a:schemeClr>
                </a:solidFill>
                <a:effectLst/>
                <a:uFillTx/>
                <a:latin typeface="Calibri"/>
              </a:rPr>
              <a:t>React-based single-page application for complete digital asset lifecycle management.</a:t>
            </a:r>
            <a:endParaRPr lang="en-US" sz="1800" b="0" u="none" strike="noStrike">
              <a:solidFill>
                <a:srgbClr val="000000"/>
              </a:solidFill>
              <a:effectLst/>
              <a:uFillTx/>
              <a:latin typeface="Arial"/>
            </a:endParaRPr>
          </a:p>
          <a:p>
            <a:pPr marL="343080" indent="0" algn="l" defTabSz="457200">
              <a:lnSpc>
                <a:spcPct val="100000"/>
              </a:lnSpc>
              <a:buNone/>
            </a:pPr>
            <a:endParaRPr lang="en-US" sz="1800" b="0" u="none" strike="noStrike">
              <a:solidFill>
                <a:srgbClr val="000000"/>
              </a:solidFill>
              <a:effectLst/>
              <a:uFillTx/>
              <a:latin typeface="Arial"/>
            </a:endParaRPr>
          </a:p>
          <a:p>
            <a:pPr marL="343080" indent="-343080" algn="l" defTabSz="457200">
              <a:lnSpc>
                <a:spcPct val="100000"/>
              </a:lnSpc>
              <a:buClr>
                <a:srgbClr val="90C226"/>
              </a:buClr>
              <a:buSzPct val="80000"/>
              <a:buFont typeface="Wingdings 3" charset="2"/>
              <a:buChar char=""/>
            </a:pPr>
            <a:r>
              <a:rPr lang="en-US" sz="1800" b="0" u="none" strike="noStrike">
                <a:solidFill>
                  <a:schemeClr val="dk1">
                    <a:lumMod val="75000"/>
                    <a:lumOff val="25000"/>
                  </a:schemeClr>
                </a:solidFill>
                <a:effectLst/>
                <a:uFillTx/>
                <a:latin typeface="Calibri"/>
              </a:rPr>
              <a:t>Tailwind CSS provides responsive, modern UI adapting to all screen sizes.</a:t>
            </a:r>
            <a:endParaRPr lang="en-US" sz="1800" b="0" u="none" strike="noStrike">
              <a:solidFill>
                <a:srgbClr val="000000"/>
              </a:solidFill>
              <a:effectLst/>
              <a:uFillTx/>
              <a:latin typeface="Arial"/>
            </a:endParaRPr>
          </a:p>
          <a:p>
            <a:pPr marL="343080" indent="0" algn="l" defTabSz="457200">
              <a:lnSpc>
                <a:spcPct val="100000"/>
              </a:lnSpc>
              <a:buNone/>
            </a:pPr>
            <a:endParaRPr lang="en-US" sz="1800" b="0" u="none" strike="noStrike">
              <a:solidFill>
                <a:srgbClr val="000000"/>
              </a:solidFill>
              <a:effectLst/>
              <a:uFillTx/>
              <a:latin typeface="Arial"/>
            </a:endParaRPr>
          </a:p>
          <a:p>
            <a:pPr marL="343080" indent="-343080" algn="l" defTabSz="457200">
              <a:lnSpc>
                <a:spcPct val="100000"/>
              </a:lnSpc>
              <a:buClr>
                <a:srgbClr val="90C226"/>
              </a:buClr>
              <a:buSzPct val="80000"/>
              <a:buFont typeface="Wingdings 3" charset="2"/>
              <a:buChar char=""/>
            </a:pPr>
            <a:r>
              <a:rPr lang="en-US" sz="1800" b="0" u="none" strike="noStrike">
                <a:solidFill>
                  <a:schemeClr val="dk1">
                    <a:lumMod val="75000"/>
                    <a:lumOff val="25000"/>
                  </a:schemeClr>
                </a:solidFill>
                <a:effectLst/>
                <a:uFillTx/>
                <a:latin typeface="Calibri"/>
              </a:rPr>
              <a:t>Role-aware views: content creator interface differs from consumer interface.</a:t>
            </a:r>
            <a:endParaRPr lang="en-US" sz="1800" b="0" u="none" strike="noStrike">
              <a:solidFill>
                <a:srgbClr val="000000"/>
              </a:solidFill>
              <a:effectLst/>
              <a:uFillTx/>
              <a:latin typeface="Arial"/>
            </a:endParaRPr>
          </a:p>
          <a:p>
            <a:pPr marL="343080" indent="0" algn="l" defTabSz="457200">
              <a:lnSpc>
                <a:spcPct val="100000"/>
              </a:lnSpc>
              <a:buNone/>
            </a:pPr>
            <a:endParaRPr lang="en-US" sz="1800" b="0" u="none" strike="noStrike">
              <a:solidFill>
                <a:srgbClr val="000000"/>
              </a:solidFill>
              <a:effectLst/>
              <a:uFillTx/>
              <a:latin typeface="Arial"/>
            </a:endParaRPr>
          </a:p>
          <a:p>
            <a:pPr marL="343080" indent="-343080" algn="l" defTabSz="457200">
              <a:lnSpc>
                <a:spcPct val="100000"/>
              </a:lnSpc>
              <a:buClr>
                <a:srgbClr val="90C226"/>
              </a:buClr>
              <a:buSzPct val="80000"/>
              <a:buFont typeface="Wingdings 3" charset="2"/>
              <a:buChar char=""/>
            </a:pPr>
            <a:r>
              <a:rPr lang="en-US" sz="1800" b="0" u="none" strike="noStrike">
                <a:solidFill>
                  <a:schemeClr val="dk1">
                    <a:lumMod val="75000"/>
                    <a:lumOff val="25000"/>
                  </a:schemeClr>
                </a:solidFill>
                <a:effectLst/>
                <a:uFillTx/>
                <a:latin typeface="Calibri"/>
              </a:rPr>
              <a:t>Real-time status updates via API polling for license approvals and risk alerts.</a:t>
            </a:r>
            <a:endParaRPr lang="en-US" sz="1800" b="0" u="none" strike="noStrike">
              <a:solidFill>
                <a:srgbClr val="000000"/>
              </a:solidFill>
              <a:effectLst/>
              <a:uFillTx/>
              <a:latin typeface="Arial"/>
            </a:endParaRPr>
          </a:p>
          <a:p>
            <a:pPr marL="343080" indent="0" algn="l" defTabSz="457200">
              <a:lnSpc>
                <a:spcPct val="100000"/>
              </a:lnSpc>
              <a:buNone/>
            </a:pPr>
            <a:endParaRPr lang="en-US" sz="1800" b="0" u="none" strike="noStrike">
              <a:solidFill>
                <a:srgbClr val="000000"/>
              </a:solidFill>
              <a:effectLst/>
              <a:uFillTx/>
              <a:latin typeface="Arial"/>
            </a:endParaRPr>
          </a:p>
          <a:p>
            <a:pPr marL="343080" indent="-343080" algn="l" defTabSz="457200">
              <a:lnSpc>
                <a:spcPct val="100000"/>
              </a:lnSpc>
              <a:buClr>
                <a:srgbClr val="90C226"/>
              </a:buClr>
              <a:buSzPct val="80000"/>
              <a:buFont typeface="Wingdings 3" charset="2"/>
              <a:buChar char=""/>
            </a:pPr>
            <a:r>
              <a:rPr lang="en-US" sz="1800" b="0" u="none" strike="noStrike">
                <a:solidFill>
                  <a:schemeClr val="dk1">
                    <a:lumMod val="75000"/>
                    <a:lumOff val="25000"/>
                  </a:schemeClr>
                </a:solidFill>
                <a:effectLst/>
                <a:uFillTx/>
                <a:latin typeface="Calibri"/>
              </a:rPr>
              <a:t>Full workflow: upload asset → request license → approve/deny → download.</a:t>
            </a:r>
            <a:endParaRPr lang="en-US" sz="1800" b="0" u="none" strike="noStrike">
              <a:solidFill>
                <a:srgbClr val="000000"/>
              </a:solidFill>
              <a:effectLst/>
              <a:uFillTx/>
              <a:latin typeface="Arial"/>
            </a:endParaRPr>
          </a:p>
          <a:p>
            <a:pPr marL="343080" indent="0" algn="l" defTabSz="457200">
              <a:lnSpc>
                <a:spcPct val="100000"/>
              </a:lnSpc>
              <a:buNone/>
            </a:pPr>
            <a:endParaRPr lang="en-US" sz="1800" b="0" u="none" strike="noStrike">
              <a:solidFill>
                <a:srgbClr val="000000"/>
              </a:solidFill>
              <a:effectLst/>
              <a:uFillTx/>
              <a:latin typeface="Arial"/>
            </a:endParaRPr>
          </a:p>
          <a:p>
            <a:pPr marL="343080" indent="-343080" algn="l" defTabSz="457200">
              <a:lnSpc>
                <a:spcPct val="100000"/>
              </a:lnSpc>
              <a:buClr>
                <a:srgbClr val="90C226"/>
              </a:buClr>
              <a:buSzPct val="80000"/>
              <a:buFont typeface="Wingdings 3" charset="2"/>
              <a:buChar char=""/>
            </a:pPr>
            <a:r>
              <a:rPr lang="en-US" sz="1800" b="0" u="none" strike="noStrike">
                <a:solidFill>
                  <a:schemeClr val="dk1">
                    <a:lumMod val="75000"/>
                    <a:lumOff val="25000"/>
                  </a:schemeClr>
                </a:solidFill>
                <a:effectLst/>
                <a:uFillTx/>
                <a:latin typeface="Calibri"/>
              </a:rPr>
              <a:t>Admin dashboard integrates AI risk scores, audit logs, and blockchain status.</a:t>
            </a:r>
            <a:endParaRPr lang="en-US" sz="1800" b="0" u="none" strike="noStrike">
              <a:solidFill>
                <a:srgbClr val="000000"/>
              </a:solidFill>
              <a:effectLst/>
              <a:uFillTx/>
              <a:latin typeface="Arial"/>
            </a:endParaRPr>
          </a:p>
          <a:p>
            <a:pPr marL="343080" indent="0" algn="l" defTabSz="457200">
              <a:lnSpc>
                <a:spcPct val="100000"/>
              </a:lnSpc>
              <a:buNone/>
            </a:pPr>
            <a:endParaRPr lang="en-US" sz="1800" b="0" u="none" strike="noStrike">
              <a:solidFill>
                <a:srgbClr val="000000"/>
              </a:solidFill>
              <a:effectLst/>
              <a:uFillTx/>
              <a:latin typeface="Arial"/>
            </a:endParaRPr>
          </a:p>
          <a:p>
            <a:pPr marL="343080" indent="-343080" algn="l" defTabSz="457200">
              <a:lnSpc>
                <a:spcPct val="100000"/>
              </a:lnSpc>
              <a:buClr>
                <a:srgbClr val="90C226"/>
              </a:buClr>
              <a:buSzPct val="80000"/>
              <a:buFont typeface="Wingdings 3" charset="2"/>
              <a:buChar char=""/>
            </a:pPr>
            <a:r>
              <a:rPr lang="en-US" sz="1800" b="0" u="none" strike="noStrike">
                <a:solidFill>
                  <a:schemeClr val="dk1">
                    <a:lumMod val="75000"/>
                    <a:lumOff val="25000"/>
                  </a:schemeClr>
                </a:solidFill>
                <a:effectLst/>
                <a:uFillTx/>
                <a:latin typeface="Calibri"/>
              </a:rPr>
              <a:t>Drag-and-drop file upload with progress indicator and encryption confirmation.</a:t>
            </a:r>
            <a:endParaRPr lang="en-US" sz="1800" b="0" u="none" strike="noStrike">
              <a:solidFill>
                <a:srgbClr val="000000"/>
              </a:solidFill>
              <a:effectLst/>
              <a:uFillTx/>
              <a:latin typeface="Arial"/>
            </a:endParaRPr>
          </a:p>
          <a:p>
            <a:pPr marL="343080" indent="0" algn="l" defTabSz="457200">
              <a:lnSpc>
                <a:spcPct val="100000"/>
              </a:lnSpc>
              <a:buNone/>
            </a:pPr>
            <a:endParaRPr lang="en-US" sz="1800" b="0" u="none" strike="noStrike">
              <a:solidFill>
                <a:srgbClr val="000000"/>
              </a:solidFill>
              <a:effectLst/>
              <a:uFillTx/>
              <a:latin typeface="Arial"/>
            </a:endParaRPr>
          </a:p>
          <a:p>
            <a:pPr marL="343080" indent="-343080" algn="l" defTabSz="457200">
              <a:lnSpc>
                <a:spcPct val="100000"/>
              </a:lnSpc>
              <a:buClr>
                <a:srgbClr val="90C226"/>
              </a:buClr>
              <a:buSzPct val="80000"/>
              <a:buFont typeface="Wingdings 3" charset="2"/>
              <a:buChar char=""/>
            </a:pPr>
            <a:r>
              <a:rPr lang="en-US" sz="1800" b="0" u="none" strike="noStrike">
                <a:solidFill>
                  <a:schemeClr val="dk1">
                    <a:lumMod val="75000"/>
                    <a:lumOff val="25000"/>
                  </a:schemeClr>
                </a:solidFill>
                <a:effectLst/>
                <a:uFillTx/>
                <a:latin typeface="Calibri"/>
              </a:rPr>
              <a:t>License request and approval workflow with expiry date and usage limit controls.</a:t>
            </a:r>
            <a:endParaRPr lang="en-US" sz="1800" b="0" u="none" strike="noStrike">
              <a:solidFill>
                <a:srgbClr val="000000"/>
              </a:solidFill>
              <a:effectLst/>
              <a:uFillTx/>
              <a:latin typeface="Arial"/>
            </a:endParaRPr>
          </a:p>
          <a:p>
            <a:pPr marL="343080" indent="0" algn="l" defTabSz="457200">
              <a:lnSpc>
                <a:spcPct val="100000"/>
              </a:lnSpc>
              <a:buNone/>
            </a:pP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8" name="PlaceHolder 1"/>
          <p:cNvSpPr>
            <a:spLocks noGrp="1"/>
          </p:cNvSpPr>
          <p:nvPr>
            <p:ph type="title"/>
          </p:nvPr>
        </p:nvSpPr>
        <p:spPr>
          <a:xfrm>
            <a:off x="228600" y="156240"/>
            <a:ext cx="10689120" cy="528480"/>
          </a:xfrm>
          <a:prstGeom prst="rect">
            <a:avLst/>
          </a:prstGeom>
          <a:noFill/>
          <a:ln w="0">
            <a:noFill/>
          </a:ln>
        </p:spPr>
        <p:txBody>
          <a:bodyPr lIns="91440" tIns="45720" rIns="91440" bIns="45720" anchor="t">
            <a:noAutofit/>
          </a:bodyPr>
          <a:p>
            <a:pPr indent="0" algn="l" defTabSz="457200">
              <a:lnSpc>
                <a:spcPct val="100000"/>
              </a:lnSpc>
              <a:spcBef>
                <a:spcPts val="1191"/>
              </a:spcBef>
              <a:spcAft>
                <a:spcPts val="992"/>
              </a:spcAft>
              <a:buNone/>
              <a:tabLst>
                <a:tab pos="0" algn="l"/>
              </a:tabLst>
            </a:pPr>
            <a:r>
              <a:rPr lang="en-US" sz="3600" b="1" u="none" strike="noStrike">
                <a:solidFill>
                  <a:srgbClr val="111111"/>
                </a:solidFill>
                <a:effectLst/>
                <a:uFillTx/>
                <a:latin typeface="Trebuchet MS"/>
                <a:ea typeface="Noto Sans"/>
              </a:rPr>
              <a:t>Module 5: Implementation Details</a:t>
            </a:r>
            <a:br>
              <a:rPr sz="3600"/>
            </a:br>
            <a:br>
              <a:rPr sz="3600"/>
            </a:br>
            <a:br>
              <a:rPr sz="3600"/>
            </a:br>
            <a:endParaRPr lang="en-US" sz="3600" b="0" u="none" strike="noStrike">
              <a:solidFill>
                <a:srgbClr val="000000"/>
              </a:solidFill>
              <a:effectLst/>
              <a:uFillTx/>
              <a:latin typeface="Arial"/>
            </a:endParaRPr>
          </a:p>
        </p:txBody>
      </p:sp>
      <p:sp>
        <p:nvSpPr>
          <p:cNvPr id="329" name="PlaceHolder 2"/>
          <p:cNvSpPr>
            <a:spLocks noGrp="1"/>
          </p:cNvSpPr>
          <p:nvPr>
            <p:ph/>
          </p:nvPr>
        </p:nvSpPr>
        <p:spPr>
          <a:xfrm>
            <a:off x="750240" y="1143000"/>
            <a:ext cx="8595360" cy="5257800"/>
          </a:xfrm>
          <a:prstGeom prst="rect">
            <a:avLst/>
          </a:prstGeom>
          <a:noFill/>
          <a:ln w="0">
            <a:noFill/>
          </a:ln>
        </p:spPr>
        <p:txBody>
          <a:bodyPr lIns="91440" tIns="45720" rIns="91440" bIns="45720" anchor="t">
            <a:normAutofit lnSpcReduction="9999"/>
          </a:bodyPr>
          <a:p>
            <a:pPr marL="343080" indent="-343080" algn="l" defTabSz="457200">
              <a:lnSpc>
                <a:spcPct val="100000"/>
              </a:lnSpc>
              <a:buClr>
                <a:srgbClr val="90C226"/>
              </a:buClr>
              <a:buSzPct val="80000"/>
              <a:buFont typeface="Wingdings 3" charset="2"/>
              <a:buChar char=""/>
            </a:pPr>
            <a:r>
              <a:rPr lang="en-US" sz="1800" b="1" u="none" strike="noStrike">
                <a:solidFill>
                  <a:schemeClr val="dk1">
                    <a:lumMod val="75000"/>
                    <a:lumOff val="25000"/>
                  </a:schemeClr>
                </a:solidFill>
                <a:effectLst/>
                <a:uFillTx/>
                <a:latin typeface="Calibri"/>
              </a:rPr>
              <a:t>React Components:</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Calibri"/>
              </a:rPr>
              <a:t>AssetList: displays owned and licensed assets with metadata cards.</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Calibri"/>
              </a:rPr>
              <a:t>UploadForm: drag-and-drop with mime-type validation and progress bar.</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Calibri"/>
              </a:rPr>
              <a:t>RequestAccess: license request form with proposed terms (duration, usage limit).</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Calibri"/>
              </a:rPr>
              <a:t>AdminPanel: approves/denies requests; shows risk dashboard and audit log.</a:t>
            </a:r>
            <a:endParaRPr lang="en-US" sz="1800" b="0" u="none" strike="noStrike">
              <a:solidFill>
                <a:srgbClr val="000000"/>
              </a:solidFill>
              <a:effectLst/>
              <a:uFillTx/>
              <a:latin typeface="Arial"/>
            </a:endParaRPr>
          </a:p>
          <a:p>
            <a:pPr marL="343080" indent="0" algn="l" defTabSz="457200">
              <a:lnSpc>
                <a:spcPct val="100000"/>
              </a:lnSpc>
              <a:buNone/>
            </a:pPr>
            <a:endParaRPr lang="en-US" sz="1800" b="0" u="none" strike="noStrike">
              <a:solidFill>
                <a:srgbClr val="000000"/>
              </a:solidFill>
              <a:effectLst/>
              <a:uFillTx/>
              <a:latin typeface="Arial"/>
            </a:endParaRPr>
          </a:p>
          <a:p>
            <a:pPr marL="343080" indent="-343080" algn="l" defTabSz="457200">
              <a:lnSpc>
                <a:spcPct val="100000"/>
              </a:lnSpc>
              <a:buClr>
                <a:srgbClr val="90C226"/>
              </a:buClr>
              <a:buSzPct val="80000"/>
              <a:buFont typeface="Wingdings 3" charset="2"/>
              <a:buChar char=""/>
            </a:pPr>
            <a:r>
              <a:rPr lang="en-US" sz="1800" b="1" u="none" strike="noStrike">
                <a:solidFill>
                  <a:schemeClr val="dk1">
                    <a:lumMod val="75000"/>
                    <a:lumOff val="25000"/>
                  </a:schemeClr>
                </a:solidFill>
                <a:effectLst/>
                <a:uFillTx/>
                <a:latin typeface="Calibri"/>
              </a:rPr>
              <a:t>State Management &amp; API:</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Calibri"/>
              </a:rPr>
              <a:t>Axios for all REST API calls with Bearer token injected via request interceptor.</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Calibri"/>
              </a:rPr>
              <a:t>React useState + useEffect for component-level state and polling.</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Calibri"/>
              </a:rPr>
              <a:t>JWT-style token stored in localStorage; cleared on logout.</a:t>
            </a:r>
            <a:endParaRPr lang="en-US" sz="1800" b="0" u="none" strike="noStrike">
              <a:solidFill>
                <a:srgbClr val="000000"/>
              </a:solidFill>
              <a:effectLst/>
              <a:uFillTx/>
              <a:latin typeface="Arial"/>
            </a:endParaRPr>
          </a:p>
          <a:p>
            <a:pPr marL="343080" indent="0" algn="l" defTabSz="457200">
              <a:lnSpc>
                <a:spcPct val="100000"/>
              </a:lnSpc>
              <a:buNone/>
            </a:pPr>
            <a:endParaRPr lang="en-US" sz="1800" b="0" u="none" strike="noStrike">
              <a:solidFill>
                <a:srgbClr val="000000"/>
              </a:solidFill>
              <a:effectLst/>
              <a:uFillTx/>
              <a:latin typeface="Arial"/>
            </a:endParaRPr>
          </a:p>
          <a:p>
            <a:pPr marL="343080" indent="-343080" algn="l" defTabSz="457200">
              <a:lnSpc>
                <a:spcPct val="100000"/>
              </a:lnSpc>
              <a:buClr>
                <a:srgbClr val="90C226"/>
              </a:buClr>
              <a:buSzPct val="80000"/>
              <a:buFont typeface="Wingdings 3" charset="2"/>
              <a:buChar char=""/>
            </a:pPr>
            <a:r>
              <a:rPr lang="en-US" sz="1800" b="1" u="none" strike="noStrike">
                <a:solidFill>
                  <a:schemeClr val="dk1">
                    <a:lumMod val="75000"/>
                    <a:lumOff val="25000"/>
                  </a:schemeClr>
                </a:solidFill>
                <a:effectLst/>
                <a:uFillTx/>
                <a:latin typeface="Calibri"/>
              </a:rPr>
              <a:t>Routing:</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Calibri"/>
              </a:rPr>
              <a:t>React Router v6: /dashboard, /upload, /assets, /requests, /admin.</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Calibri"/>
              </a:rPr>
              <a:t>Protected routes redirect unauthenticated users to /login.</a:t>
            </a:r>
            <a:endParaRPr lang="en-US" sz="1800" b="0" u="none" strike="noStrike">
              <a:solidFill>
                <a:srgbClr val="000000"/>
              </a:solidFill>
              <a:effectLst/>
              <a:uFillTx/>
              <a:latin typeface="Arial"/>
            </a:endParaRPr>
          </a:p>
          <a:p>
            <a:pPr marL="864000" lvl="1" indent="-324000" algn="l" defTabSz="457200">
              <a:lnSpc>
                <a:spcPct val="100000"/>
              </a:lnSpc>
              <a:spcBef>
                <a:spcPts val="1134"/>
              </a:spcBef>
              <a:buClr>
                <a:srgbClr val="000000"/>
              </a:buClr>
              <a:buSzPct val="75000"/>
              <a:buFont typeface="Symbol" charset="2"/>
              <a:buChar char=""/>
            </a:pPr>
            <a:r>
              <a:rPr lang="en-US" sz="1800" b="0" u="none" strike="noStrike">
                <a:solidFill>
                  <a:schemeClr val="dk1">
                    <a:lumMod val="75000"/>
                    <a:lumOff val="25000"/>
                  </a:schemeClr>
                </a:solidFill>
                <a:effectLst/>
                <a:uFillTx/>
                <a:latin typeface="Calibri"/>
              </a:rPr>
              <a:t>Admin-only routes check role from decoded token before rendering.</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0" name="PlaceHolder 1"/>
          <p:cNvSpPr>
            <a:spLocks noGrp="1"/>
          </p:cNvSpPr>
          <p:nvPr>
            <p:ph type="title"/>
          </p:nvPr>
        </p:nvSpPr>
        <p:spPr>
          <a:xfrm>
            <a:off x="228600" y="156240"/>
            <a:ext cx="12343680" cy="528480"/>
          </a:xfrm>
          <a:prstGeom prst="rect">
            <a:avLst/>
          </a:prstGeom>
          <a:noFill/>
          <a:ln w="0">
            <a:noFill/>
          </a:ln>
        </p:spPr>
        <p:txBody>
          <a:bodyPr lIns="91440" tIns="45720" rIns="91440" bIns="45720" anchor="t">
            <a:noAutofit/>
          </a:bodyPr>
          <a:p>
            <a:pPr indent="0" algn="l" defTabSz="457200">
              <a:lnSpc>
                <a:spcPct val="100000"/>
              </a:lnSpc>
              <a:spcBef>
                <a:spcPts val="1191"/>
              </a:spcBef>
              <a:spcAft>
                <a:spcPts val="992"/>
              </a:spcAft>
              <a:buNone/>
              <a:tabLst>
                <a:tab pos="0" algn="l"/>
              </a:tabLst>
            </a:pPr>
            <a:r>
              <a:rPr lang="en-US" sz="3600" b="1" u="none" strike="noStrike">
                <a:solidFill>
                  <a:srgbClr val="111111"/>
                </a:solidFill>
                <a:effectLst/>
                <a:uFillTx/>
                <a:latin typeface="Trebuchet MS"/>
                <a:ea typeface="Noto Sans"/>
              </a:rPr>
              <a:t>Screenshot: Source code</a:t>
            </a:r>
            <a:br>
              <a:rPr sz="3600"/>
            </a:br>
            <a:endParaRPr lang="en-US" sz="3600" b="0" u="none" strike="noStrike">
              <a:solidFill>
                <a:srgbClr val="000000"/>
              </a:solidFill>
              <a:effectLst/>
              <a:uFillTx/>
              <a:latin typeface="Arial"/>
            </a:endParaRPr>
          </a:p>
        </p:txBody>
      </p:sp>
      <p:pic>
        <p:nvPicPr>
          <p:cNvPr id="331" name=""/>
          <p:cNvPicPr/>
          <p:nvPr/>
        </p:nvPicPr>
        <p:blipFill>
          <a:blip r:embed="rId1"/>
          <a:stretch/>
        </p:blipFill>
        <p:spPr>
          <a:xfrm>
            <a:off x="5029200" y="3657600"/>
            <a:ext cx="4199400" cy="2963880"/>
          </a:xfrm>
          <a:prstGeom prst="rect">
            <a:avLst/>
          </a:prstGeom>
          <a:noFill/>
          <a:ln w="0">
            <a:noFill/>
          </a:ln>
        </p:spPr>
      </p:pic>
      <p:pic>
        <p:nvPicPr>
          <p:cNvPr id="332" name=""/>
          <p:cNvPicPr/>
          <p:nvPr/>
        </p:nvPicPr>
        <p:blipFill>
          <a:blip r:embed="rId2"/>
          <a:stretch/>
        </p:blipFill>
        <p:spPr>
          <a:xfrm>
            <a:off x="685800" y="3657600"/>
            <a:ext cx="4114080" cy="2971800"/>
          </a:xfrm>
          <a:prstGeom prst="rect">
            <a:avLst/>
          </a:prstGeom>
          <a:noFill/>
          <a:ln w="0">
            <a:noFill/>
          </a:ln>
        </p:spPr>
      </p:pic>
      <p:pic>
        <p:nvPicPr>
          <p:cNvPr id="333" name=""/>
          <p:cNvPicPr/>
          <p:nvPr/>
        </p:nvPicPr>
        <p:blipFill>
          <a:blip r:embed="rId3"/>
          <a:stretch/>
        </p:blipFill>
        <p:spPr>
          <a:xfrm>
            <a:off x="685800" y="903960"/>
            <a:ext cx="4114800" cy="2525040"/>
          </a:xfrm>
          <a:prstGeom prst="rect">
            <a:avLst/>
          </a:prstGeom>
          <a:noFill/>
          <a:ln w="0">
            <a:noFill/>
          </a:ln>
        </p:spPr>
      </p:pic>
      <p:pic>
        <p:nvPicPr>
          <p:cNvPr id="334" name=""/>
          <p:cNvPicPr/>
          <p:nvPr/>
        </p:nvPicPr>
        <p:blipFill>
          <a:blip r:embed="rId4"/>
          <a:stretch/>
        </p:blipFill>
        <p:spPr>
          <a:xfrm>
            <a:off x="5029200" y="914400"/>
            <a:ext cx="4114800" cy="2514600"/>
          </a:xfrm>
          <a:prstGeom prst="rect">
            <a:avLst/>
          </a:prstGeom>
          <a:noFill/>
          <a:ln w="0">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5" name="PlaceHolder 1"/>
          <p:cNvSpPr>
            <a:spLocks noGrp="1"/>
          </p:cNvSpPr>
          <p:nvPr>
            <p:ph type="title"/>
          </p:nvPr>
        </p:nvSpPr>
        <p:spPr>
          <a:xfrm>
            <a:off x="228600" y="156240"/>
            <a:ext cx="12343680" cy="528480"/>
          </a:xfrm>
          <a:prstGeom prst="rect">
            <a:avLst/>
          </a:prstGeom>
          <a:noFill/>
          <a:ln w="0">
            <a:noFill/>
          </a:ln>
        </p:spPr>
        <p:txBody>
          <a:bodyPr lIns="91440" tIns="45720" rIns="91440" bIns="45720" anchor="t">
            <a:noAutofit/>
          </a:bodyPr>
          <a:p>
            <a:pPr indent="0" algn="l" defTabSz="457200">
              <a:lnSpc>
                <a:spcPct val="100000"/>
              </a:lnSpc>
              <a:spcBef>
                <a:spcPts val="1191"/>
              </a:spcBef>
              <a:spcAft>
                <a:spcPts val="992"/>
              </a:spcAft>
              <a:buNone/>
              <a:tabLst>
                <a:tab pos="0" algn="l"/>
              </a:tabLst>
            </a:pPr>
            <a:r>
              <a:rPr lang="en-US" sz="3600" b="1" u="none" strike="noStrike">
                <a:solidFill>
                  <a:srgbClr val="111111"/>
                </a:solidFill>
                <a:effectLst/>
                <a:uFillTx/>
                <a:latin typeface="Trebuchet MS"/>
                <a:ea typeface="Noto Sans"/>
              </a:rPr>
              <a:t>Screenshot: UI</a:t>
            </a:r>
            <a:br>
              <a:rPr sz="3600"/>
            </a:br>
            <a:endParaRPr lang="en-US" sz="3600" b="0" u="none" strike="noStrike">
              <a:solidFill>
                <a:srgbClr val="000000"/>
              </a:solidFill>
              <a:effectLst/>
              <a:uFillTx/>
              <a:latin typeface="Arial"/>
            </a:endParaRPr>
          </a:p>
        </p:txBody>
      </p:sp>
      <p:pic>
        <p:nvPicPr>
          <p:cNvPr id="336" name=""/>
          <p:cNvPicPr/>
          <p:nvPr/>
        </p:nvPicPr>
        <p:blipFill>
          <a:blip r:embed="rId1"/>
          <a:stretch/>
        </p:blipFill>
        <p:spPr>
          <a:xfrm>
            <a:off x="457200" y="915120"/>
            <a:ext cx="4343400" cy="2513880"/>
          </a:xfrm>
          <a:prstGeom prst="rect">
            <a:avLst/>
          </a:prstGeom>
          <a:noFill/>
          <a:ln w="0">
            <a:noFill/>
          </a:ln>
        </p:spPr>
      </p:pic>
      <p:pic>
        <p:nvPicPr>
          <p:cNvPr id="337" name=""/>
          <p:cNvPicPr/>
          <p:nvPr/>
        </p:nvPicPr>
        <p:blipFill>
          <a:blip r:embed="rId2"/>
          <a:stretch/>
        </p:blipFill>
        <p:spPr>
          <a:xfrm>
            <a:off x="457200" y="3657600"/>
            <a:ext cx="4343400" cy="2948760"/>
          </a:xfrm>
          <a:prstGeom prst="rect">
            <a:avLst/>
          </a:prstGeom>
          <a:noFill/>
          <a:ln w="0">
            <a:noFill/>
          </a:ln>
        </p:spPr>
      </p:pic>
      <p:pic>
        <p:nvPicPr>
          <p:cNvPr id="338" name=""/>
          <p:cNvPicPr/>
          <p:nvPr/>
        </p:nvPicPr>
        <p:blipFill>
          <a:blip r:embed="rId3"/>
          <a:stretch/>
        </p:blipFill>
        <p:spPr>
          <a:xfrm>
            <a:off x="5029200" y="3658320"/>
            <a:ext cx="4343400" cy="2971080"/>
          </a:xfrm>
          <a:prstGeom prst="rect">
            <a:avLst/>
          </a:prstGeom>
          <a:noFill/>
          <a:ln w="0">
            <a:noFill/>
          </a:ln>
        </p:spPr>
      </p:pic>
      <p:pic>
        <p:nvPicPr>
          <p:cNvPr id="339" name=""/>
          <p:cNvPicPr/>
          <p:nvPr/>
        </p:nvPicPr>
        <p:blipFill>
          <a:blip r:embed="rId4"/>
          <a:stretch/>
        </p:blipFill>
        <p:spPr>
          <a:xfrm>
            <a:off x="5029200" y="914400"/>
            <a:ext cx="4285440" cy="2430360"/>
          </a:xfrm>
          <a:prstGeom prst="rect">
            <a:avLst/>
          </a:prstGeom>
          <a:noFill/>
          <a:ln w="0">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0" name="PlaceHolder 1"/>
          <p:cNvSpPr>
            <a:spLocks noGrp="1"/>
          </p:cNvSpPr>
          <p:nvPr>
            <p:ph type="title"/>
          </p:nvPr>
        </p:nvSpPr>
        <p:spPr>
          <a:xfrm>
            <a:off x="74520" y="156240"/>
            <a:ext cx="8595360" cy="75708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US" sz="3600" b="1" u="none" strike="noStrike">
                <a:solidFill>
                  <a:schemeClr val="dk1"/>
                </a:solidFill>
                <a:effectLst/>
                <a:uFillTx/>
                <a:latin typeface="Trebuchet MS"/>
              </a:rPr>
              <a:t>Conclusion</a:t>
            </a:r>
            <a:endParaRPr lang="en-US" sz="3600" b="0" u="none" strike="noStrike">
              <a:solidFill>
                <a:srgbClr val="000000"/>
              </a:solidFill>
              <a:effectLst/>
              <a:uFillTx/>
              <a:latin typeface="Arial"/>
            </a:endParaRPr>
          </a:p>
        </p:txBody>
      </p:sp>
      <p:sp>
        <p:nvSpPr>
          <p:cNvPr id="341" name="PlaceHolder 2"/>
          <p:cNvSpPr>
            <a:spLocks noGrp="1"/>
          </p:cNvSpPr>
          <p:nvPr>
            <p:ph/>
          </p:nvPr>
        </p:nvSpPr>
        <p:spPr>
          <a:xfrm>
            <a:off x="667080" y="914400"/>
            <a:ext cx="8595360" cy="4570920"/>
          </a:xfrm>
          <a:prstGeom prst="rect">
            <a:avLst/>
          </a:prstGeom>
          <a:noFill/>
          <a:ln w="0">
            <a:noFill/>
          </a:ln>
        </p:spPr>
        <p:txBody>
          <a:bodyPr lIns="91440" tIns="45720" rIns="91440" bIns="45720" anchor="t">
            <a:normAutofit/>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SmartDRM-X demonstrates how blockchain and artificial intelligence can be effectively integrated to build a secure, transparent, and intelligent Digital Rights Management system. By decentralizing ownership records, automating license enforcement, and introducing behavioral analysis, the system significantly improves trust and security in digital content distribution.</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The proposed framework is scalable, extensible, and suitable for applications in education, digital media platforms, enterprise document management, and software licensing. Future enhancements may include integration with decentralized storage systems and advanced machine learning models for predictive piracy detection.</a:t>
            </a:r>
            <a:endParaRPr lang="en-US" sz="1800" b="0" u="none" strike="noStrike">
              <a:solidFill>
                <a:srgbClr val="000000"/>
              </a:solidFill>
              <a:effectLst/>
              <a:uFillTx/>
              <a:latin typeface="Arial"/>
            </a:endParaRPr>
          </a:p>
        </p:txBody>
      </p:sp>
      <p:sp>
        <p:nvSpPr>
          <p:cNvPr id="342" name="Cloud Callout 3"/>
          <p:cNvSpPr/>
          <p:nvPr/>
        </p:nvSpPr>
        <p:spPr>
          <a:xfrm>
            <a:off x="2656440" y="5029200"/>
            <a:ext cx="4658040" cy="1272960"/>
          </a:xfrm>
          <a:prstGeom prst="cloudCallout">
            <a:avLst>
              <a:gd name="adj1" fmla="val -20833"/>
              <a:gd name="adj2" fmla="val 62500"/>
            </a:avLst>
          </a:prstGeom>
          <a:solidFill>
            <a:schemeClr val="lt1"/>
          </a:solidFill>
          <a:ln cap="rnd" w="19080">
            <a:solidFill>
              <a:srgbClr val="90C226"/>
            </a:solidFill>
            <a:round/>
          </a:ln>
        </p:spPr>
        <p:style>
          <a:lnRef idx="0"/>
          <a:fillRef idx="0"/>
          <a:effectRef idx="0"/>
          <a:fontRef idx="minor"/>
        </p:style>
        <p:txBody>
          <a:bodyPr lIns="90000" tIns="45000" rIns="90000" bIns="45000" anchor="ctr">
            <a:noAutofit/>
          </a:bodyPr>
          <a:p>
            <a:pPr algn="ctr" defTabSz="457200">
              <a:lnSpc>
                <a:spcPct val="100000"/>
              </a:lnSpc>
            </a:pPr>
            <a:r>
              <a:rPr lang="en-US" sz="1800" b="1" u="none" strike="noStrike">
                <a:solidFill>
                  <a:schemeClr val="dk1">
                    <a:lumMod val="95000"/>
                    <a:lumOff val="5000"/>
                  </a:schemeClr>
                </a:solidFill>
                <a:effectLst/>
                <a:uFillTx/>
                <a:latin typeface="Trebuchet MS"/>
                <a:ea typeface="DejaVu Sans"/>
              </a:rPr>
              <a:t>THANK YOU !</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3.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4.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5.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6.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7.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8.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9.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0.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1.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2.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4.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Facet</Template>
  <TotalTime>1352</TotalTime>
  <Application>LibreOffice/26.2.1.2$Linux_X86_64 LibreOffice_project/620$Build-2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2024-12-13T12:01:40Z</dcterms:created>
  <dc:creator>vishalrameshv13@gmail.com</dc:creator>
  <dc:description/>
  <dc:language>en-US</dc:language>
  <cp:lastModifiedBy/>
  <dcterms:modified xsi:type="dcterms:W3CDTF">2026-04-05T16:21:08Z</dcterms:modified>
  <cp:revision>22</cp:revision>
  <dc:subject/>
  <dc:title>INVEST MATCH AI CLOUD BASED   STARTUP AND INVESTOR   MATCHING PLATFORM</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1</vt:r8>
  </property>
  <property fmtid="{D5CDD505-2E9C-101B-9397-08002B2CF9AE}" pid="3" name="PresentationFormat">
    <vt:lpwstr>Widescreen</vt:lpwstr>
  </property>
  <property fmtid="{D5CDD505-2E9C-101B-9397-08002B2CF9AE}" pid="4" name="Slides">
    <vt:r8>13</vt:r8>
  </property>
</Properties>
</file>