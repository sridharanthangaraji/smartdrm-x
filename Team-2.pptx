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theme/theme11.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24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4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4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4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4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A3E9C99-C51D-49D2-A0EF-A2C72F833851}"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380880" y="685800"/>
            <a:ext cx="6094800" cy="3427920"/>
          </a:xfrm>
          <a:prstGeom prst="rect">
            <a:avLst/>
          </a:prstGeom>
          <a:ln w="0">
            <a:noFill/>
          </a:ln>
        </p:spPr>
      </p:sp>
      <p:sp>
        <p:nvSpPr>
          <p:cNvPr id="312"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rmAutofit/>
          </a:bodyPr>
          <a:p>
            <a:pPr indent="0" algn="l">
              <a:buNone/>
            </a:pPr>
            <a:endParaRPr lang="en-US" sz="1800" b="0" u="none" strike="noStrike">
              <a:solidFill>
                <a:srgbClr val="000000"/>
              </a:solidFill>
              <a:effectLst/>
              <a:uFillTx/>
              <a:latin typeface="Arial"/>
            </a:endParaRPr>
          </a:p>
        </p:txBody>
      </p:sp>
      <p:sp>
        <p:nvSpPr>
          <p:cNvPr id="313" name="PlaceHolder 3"/>
          <p:cNvSpPr>
            <a:spLocks noGrp="1"/>
          </p:cNvSpPr>
          <p:nvPr>
            <p:ph type="sldNum" idx="37"/>
          </p:nvPr>
        </p:nvSpPr>
        <p:spPr>
          <a:xfrm>
            <a:off x="3884760" y="8685360"/>
            <a:ext cx="2970720" cy="45612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chemeClr val="dk1"/>
                </a:solidFill>
                <a:effectLst/>
                <a:uFillTx/>
                <a:latin typeface="+mn-lt"/>
                <a:ea typeface="+mn-ea"/>
              </a:defRPr>
            </a:lvl1pPr>
          </a:lstStyle>
          <a:p>
            <a:pPr indent="0" algn="r" defTabSz="457200">
              <a:lnSpc>
                <a:spcPct val="100000"/>
              </a:lnSpc>
              <a:buNone/>
              <a:tabLst>
                <a:tab pos="0" algn="l"/>
              </a:tabLst>
            </a:pPr>
            <a:fld id="{16BD36A8-E0AC-45DC-8396-23AE2B0476D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0"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D30FACA-2AC9-45AB-935A-6CBF511795B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58"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9"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72B08735-856F-4F16-8849-E9E0D8C17036}"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87"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88" name="PlaceHolder 2"/>
          <p:cNvSpPr>
            <a:spLocks noGrp="1"/>
          </p:cNvSpPr>
          <p:nvPr>
            <p:ph type="subTitle"/>
          </p:nvPr>
        </p:nvSpPr>
        <p:spPr>
          <a:xfrm>
            <a:off x="677160" y="2160720"/>
            <a:ext cx="8595720" cy="38797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1F62C42-688A-465F-B893-45D2F4CA6CB3}"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aption">
    <p:spTree>
      <p:nvGrpSpPr>
        <p:cNvPr id="1" name=""/>
        <p:cNvGrpSpPr/>
        <p:nvPr/>
      </p:nvGrpSpPr>
      <p:grpSpPr>
        <a:xfrm>
          <a:off x="0" y="0"/>
          <a:ext cx="0" cy="0"/>
          <a:chOff x="0" y="0"/>
          <a:chExt cx="0" cy="0"/>
        </a:xfrm>
      </p:grpSpPr>
      <p:sp>
        <p:nvSpPr>
          <p:cNvPr id="105"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06"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788924BD-4C62-4ACE-AC4D-EAD9FA0ADCE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with Caption">
    <p:spTree>
      <p:nvGrpSpPr>
        <p:cNvPr id="1" name=""/>
        <p:cNvGrpSpPr/>
        <p:nvPr/>
      </p:nvGrpSpPr>
      <p:grpSpPr>
        <a:xfrm>
          <a:off x="0" y="0"/>
          <a:ext cx="0" cy="0"/>
          <a:chOff x="0" y="0"/>
          <a:chExt cx="0" cy="0"/>
        </a:xfrm>
      </p:grpSpPr>
      <p:sp>
        <p:nvSpPr>
          <p:cNvPr id="125"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26"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1B25472F-6E2F-4166-B9E8-54B2A1E28D72}"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Name Card">
    <p:spTree>
      <p:nvGrpSpPr>
        <p:cNvPr id="1" name=""/>
        <p:cNvGrpSpPr/>
        <p:nvPr/>
      </p:nvGrpSpPr>
      <p:grpSpPr>
        <a:xfrm>
          <a:off x="0" y="0"/>
          <a:ext cx="0" cy="0"/>
          <a:chOff x="0" y="0"/>
          <a:chExt cx="0" cy="0"/>
        </a:xfrm>
      </p:grpSpPr>
      <p:sp>
        <p:nvSpPr>
          <p:cNvPr id="143"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44"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A3BC2E35-E93A-4148-A77A-F8DE6F1BB9B1}"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Name Card">
    <p:spTree>
      <p:nvGrpSpPr>
        <p:cNvPr id="1" name=""/>
        <p:cNvGrpSpPr/>
        <p:nvPr/>
      </p:nvGrpSpPr>
      <p:grpSpPr>
        <a:xfrm>
          <a:off x="0" y="0"/>
          <a:ext cx="0" cy="0"/>
          <a:chOff x="0" y="0"/>
          <a:chExt cx="0" cy="0"/>
        </a:xfrm>
      </p:grpSpPr>
      <p:sp>
        <p:nvSpPr>
          <p:cNvPr id="163"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64"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EEB5D21-2837-499C-9AD6-2D96046AA7C4}"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rue or False">
    <p:spTree>
      <p:nvGrpSpPr>
        <p:cNvPr id="1" name=""/>
        <p:cNvGrpSpPr/>
        <p:nvPr/>
      </p:nvGrpSpPr>
      <p:grpSpPr>
        <a:xfrm>
          <a:off x="0" y="0"/>
          <a:ext cx="0" cy="0"/>
          <a:chOff x="0" y="0"/>
          <a:chExt cx="0" cy="0"/>
        </a:xfrm>
      </p:grpSpPr>
      <p:sp>
        <p:nvSpPr>
          <p:cNvPr id="181"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82"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F3F105D7-8E80-4D1B-87E7-37BF89962B75}"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199"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00"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2935A440-A9AC-4166-84EA-FEC38CF80D7C}"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217"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18"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41F81DBC-8791-45BD-9B37-9A2198CB48E8}"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36" name="PlaceHolder 2"/>
          <p:cNvSpPr>
            <a:spLocks noGrp="1"/>
          </p:cNvSpPr>
          <p:nvPr>
            <p:ph type="subTitle"/>
          </p:nvPr>
        </p:nvSpPr>
        <p:spPr>
          <a:xfrm>
            <a:off x="677160" y="2160720"/>
            <a:ext cx="8595720" cy="38797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3E8F06FD-EB3F-445C-BF58-BDAA2F6D4057}"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237"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38"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AD2F9170-1B52-48A3-B223-DAEA63536CD8}"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40" name="PlaceHolder 2"/>
          <p:cNvSpPr>
            <a:spLocks noGrp="1"/>
          </p:cNvSpPr>
          <p:nvPr>
            <p:ph/>
          </p:nvPr>
        </p:nvSpPr>
        <p:spPr>
          <a:xfrm>
            <a:off x="677160" y="2160720"/>
            <a:ext cx="8595720" cy="38797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E21CF0F1-166B-4EE1-AE70-BC0F5F92A43B}" type="slidenum">
              <a:t>&lt;#&gt;</a:t>
            </a:fld>
          </a:p>
        </p:txBody>
      </p:sp>
      <p:sp>
        <p:nvSpPr>
          <p:cNvPr id="6" name="PlaceHolder 5"/>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4"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13" name="Group 6"/>
          <p:cNvGrpSpPr/>
          <p:nvPr/>
        </p:nvGrpSpPr>
        <p:grpSpPr>
          <a:xfrm>
            <a:off x="1080" y="-8640"/>
            <a:ext cx="12189960" cy="6867360"/>
            <a:chOff x="1080" y="-8640"/>
            <a:chExt cx="12189960" cy="6867360"/>
          </a:xfrm>
        </p:grpSpPr>
        <p:cxnSp>
          <p:nvCxnSpPr>
            <p:cNvPr id="14" name="Straight Connector 31"/>
            <p:cNvCxnSpPr/>
            <p:nvPr/>
          </p:nvCxnSpPr>
          <p:spPr>
            <a:xfrm>
              <a:off x="9370800" y="0"/>
              <a:ext cx="1220400" cy="6859080"/>
            </a:xfrm>
            <a:prstGeom prst="straightConnector1">
              <a:avLst/>
            </a:prstGeom>
            <a:ln cap="rnd" w="9360">
              <a:solidFill>
                <a:srgbClr val="FFFFFF">
                  <a:lumMod val="75000"/>
                </a:srgbClr>
              </a:solidFill>
              <a:round/>
            </a:ln>
          </p:spPr>
        </p:cxnSp>
        <p:cxnSp>
          <p:nvCxnSpPr>
            <p:cNvPr id="15"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 name="Isosceles Triangle 26"/>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Isosceles Triangle 30"/>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Isosceles Triangle 18"/>
            <p:cNvSpPr/>
            <p:nvPr/>
          </p:nvSpPr>
          <p:spPr>
            <a:xfrm rot="10800000">
              <a:off x="1080" y="1080"/>
              <a:ext cx="841680" cy="566496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4"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5"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6" name="PlaceHolder 3"/>
          <p:cNvSpPr>
            <a:spLocks noGrp="1"/>
          </p:cNvSpPr>
          <p:nvPr>
            <p:ph type="ftr" idx="1"/>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2"/>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D417646-9F30-4B0E-A079-B7D5E76B16A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8" name="PlaceHolder 5"/>
          <p:cNvSpPr>
            <a:spLocks noGrp="1"/>
          </p:cNvSpPr>
          <p:nvPr>
            <p:ph type="dt" idx="3"/>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7360"/>
            <a:chOff x="0" y="-8640"/>
            <a:chExt cx="12191040" cy="6867360"/>
          </a:xfrm>
        </p:grpSpPr>
        <p:cxnSp>
          <p:nvCxnSpPr>
            <p:cNvPr id="32"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33"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3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42" name="Group 6"/>
          <p:cNvGrpSpPr/>
          <p:nvPr/>
        </p:nvGrpSpPr>
        <p:grpSpPr>
          <a:xfrm>
            <a:off x="1080" y="-8640"/>
            <a:ext cx="12189960" cy="6867360"/>
            <a:chOff x="1080" y="-8640"/>
            <a:chExt cx="12189960" cy="6867360"/>
          </a:xfrm>
        </p:grpSpPr>
        <p:cxnSp>
          <p:nvCxnSpPr>
            <p:cNvPr id="43" name="Straight Connector 31"/>
            <p:cNvCxnSpPr/>
            <p:nvPr/>
          </p:nvCxnSpPr>
          <p:spPr>
            <a:xfrm>
              <a:off x="9370800" y="0"/>
              <a:ext cx="1220400" cy="6859080"/>
            </a:xfrm>
            <a:prstGeom prst="straightConnector1">
              <a:avLst/>
            </a:prstGeom>
            <a:ln cap="rnd" w="9360">
              <a:solidFill>
                <a:srgbClr val="FFFFFF">
                  <a:lumMod val="75000"/>
                </a:srgbClr>
              </a:solidFill>
              <a:round/>
            </a:ln>
          </p:spPr>
        </p:cxnSp>
        <p:cxnSp>
          <p:nvCxnSpPr>
            <p:cNvPr id="44"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4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Isosceles Triangle 26"/>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Isosceles Triangle 30"/>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Isosceles Triangle 18"/>
            <p:cNvSpPr/>
            <p:nvPr/>
          </p:nvSpPr>
          <p:spPr>
            <a:xfrm rot="10800000">
              <a:off x="1080" y="1080"/>
              <a:ext cx="841680" cy="566496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53"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4"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55" name="PlaceHolder 3"/>
          <p:cNvSpPr>
            <a:spLocks noGrp="1"/>
          </p:cNvSpPr>
          <p:nvPr>
            <p:ph type="ftr" idx="4"/>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6" name="PlaceHolder 4"/>
          <p:cNvSpPr>
            <a:spLocks noGrp="1"/>
          </p:cNvSpPr>
          <p:nvPr>
            <p:ph type="sldNum" idx="5"/>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2FB122D-7414-4CC0-9AAD-F8A0EA8F59D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57" name="PlaceHolder 5"/>
          <p:cNvSpPr>
            <a:spLocks noGrp="1"/>
          </p:cNvSpPr>
          <p:nvPr>
            <p:ph type="dt" idx="6"/>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60" name="Group 6"/>
          <p:cNvGrpSpPr/>
          <p:nvPr/>
        </p:nvGrpSpPr>
        <p:grpSpPr>
          <a:xfrm>
            <a:off x="0" y="-8640"/>
            <a:ext cx="12191040" cy="6867360"/>
            <a:chOff x="0" y="-8640"/>
            <a:chExt cx="12191040" cy="6867360"/>
          </a:xfrm>
        </p:grpSpPr>
        <p:cxnSp>
          <p:nvCxnSpPr>
            <p:cNvPr id="61"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62"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6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grpSp>
        <p:nvGrpSpPr>
          <p:cNvPr id="71" name="Group 6"/>
          <p:cNvGrpSpPr/>
          <p:nvPr/>
        </p:nvGrpSpPr>
        <p:grpSpPr>
          <a:xfrm>
            <a:off x="1080" y="-8640"/>
            <a:ext cx="12189960" cy="6867360"/>
            <a:chOff x="1080" y="-8640"/>
            <a:chExt cx="12189960" cy="6867360"/>
          </a:xfrm>
        </p:grpSpPr>
        <p:cxnSp>
          <p:nvCxnSpPr>
            <p:cNvPr id="72" name="Straight Connector 31"/>
            <p:cNvCxnSpPr/>
            <p:nvPr/>
          </p:nvCxnSpPr>
          <p:spPr>
            <a:xfrm>
              <a:off x="9370800" y="0"/>
              <a:ext cx="1220400" cy="6859080"/>
            </a:xfrm>
            <a:prstGeom prst="straightConnector1">
              <a:avLst/>
            </a:prstGeom>
            <a:ln cap="rnd" w="9360">
              <a:solidFill>
                <a:srgbClr val="FFFFFF">
                  <a:lumMod val="75000"/>
                </a:srgbClr>
              </a:solidFill>
              <a:round/>
            </a:ln>
          </p:spPr>
        </p:cxnSp>
        <p:cxnSp>
          <p:nvCxnSpPr>
            <p:cNvPr id="73"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7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Isosceles Triangle 26"/>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Isosceles Triangle 30"/>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Isosceles Triangle 18"/>
            <p:cNvSpPr/>
            <p:nvPr/>
          </p:nvSpPr>
          <p:spPr>
            <a:xfrm rot="10800000">
              <a:off x="1080" y="1080"/>
              <a:ext cx="841680" cy="566496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82"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83" name="PlaceHolder 2"/>
          <p:cNvSpPr>
            <a:spLocks noGrp="1"/>
          </p:cNvSpPr>
          <p:nvPr>
            <p:ph type="ftr" idx="7"/>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4" name="PlaceHolder 3"/>
          <p:cNvSpPr>
            <a:spLocks noGrp="1"/>
          </p:cNvSpPr>
          <p:nvPr>
            <p:ph type="sldNum" idx="8"/>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A0BADFA-8C32-4E9B-9F50-4841C96F25DC}"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85" name="PlaceHolder 4"/>
          <p:cNvSpPr>
            <a:spLocks noGrp="1"/>
          </p:cNvSpPr>
          <p:nvPr>
            <p:ph type="dt" idx="9"/>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89" name="Group 6"/>
          <p:cNvGrpSpPr/>
          <p:nvPr/>
        </p:nvGrpSpPr>
        <p:grpSpPr>
          <a:xfrm>
            <a:off x="0" y="-8640"/>
            <a:ext cx="12191040" cy="6867360"/>
            <a:chOff x="0" y="-8640"/>
            <a:chExt cx="12191040" cy="6867360"/>
          </a:xfrm>
        </p:grpSpPr>
        <p:cxnSp>
          <p:nvCxnSpPr>
            <p:cNvPr id="90"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91"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9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00"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01"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2" name="PlaceHolder 3"/>
          <p:cNvSpPr>
            <a:spLocks noGrp="1"/>
          </p:cNvSpPr>
          <p:nvPr>
            <p:ph type="ftr" idx="10"/>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3" name="PlaceHolder 4"/>
          <p:cNvSpPr>
            <a:spLocks noGrp="1"/>
          </p:cNvSpPr>
          <p:nvPr>
            <p:ph type="sldNum" idx="11"/>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574D618-903D-41AD-9FE9-88E97E1ECF5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04" name="PlaceHolder 5"/>
          <p:cNvSpPr>
            <a:spLocks noGrp="1"/>
          </p:cNvSpPr>
          <p:nvPr>
            <p:ph type="dt" idx="12"/>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07" name="Group 6"/>
          <p:cNvGrpSpPr/>
          <p:nvPr/>
        </p:nvGrpSpPr>
        <p:grpSpPr>
          <a:xfrm>
            <a:off x="0" y="-8640"/>
            <a:ext cx="12191040" cy="6867360"/>
            <a:chOff x="0" y="-8640"/>
            <a:chExt cx="12191040" cy="6867360"/>
          </a:xfrm>
        </p:grpSpPr>
        <p:cxnSp>
          <p:nvCxnSpPr>
            <p:cNvPr id="108"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109"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1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18" name="TextBox 19"/>
          <p:cNvSpPr/>
          <p:nvPr/>
        </p:nvSpPr>
        <p:spPr>
          <a:xfrm>
            <a:off x="541800" y="79020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19" name="TextBox 21"/>
          <p:cNvSpPr/>
          <p:nvPr/>
        </p:nvSpPr>
        <p:spPr>
          <a:xfrm>
            <a:off x="8893080" y="288648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20"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21"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22" name="PlaceHolder 3"/>
          <p:cNvSpPr>
            <a:spLocks noGrp="1"/>
          </p:cNvSpPr>
          <p:nvPr>
            <p:ph type="ftr" idx="13"/>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3" name="PlaceHolder 4"/>
          <p:cNvSpPr>
            <a:spLocks noGrp="1"/>
          </p:cNvSpPr>
          <p:nvPr>
            <p:ph type="sldNum" idx="14"/>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AC5F8D6-7F03-4CBF-97A8-C37BB4F2F57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24" name="PlaceHolder 5"/>
          <p:cNvSpPr>
            <a:spLocks noGrp="1"/>
          </p:cNvSpPr>
          <p:nvPr>
            <p:ph type="dt" idx="15"/>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27" name="Group 6"/>
          <p:cNvGrpSpPr/>
          <p:nvPr/>
        </p:nvGrpSpPr>
        <p:grpSpPr>
          <a:xfrm>
            <a:off x="0" y="-8640"/>
            <a:ext cx="12191040" cy="6867360"/>
            <a:chOff x="0" y="-8640"/>
            <a:chExt cx="12191040" cy="6867360"/>
          </a:xfrm>
        </p:grpSpPr>
        <p:cxnSp>
          <p:nvCxnSpPr>
            <p:cNvPr id="128"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129"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3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38"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39"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40" name="PlaceHolder 3"/>
          <p:cNvSpPr>
            <a:spLocks noGrp="1"/>
          </p:cNvSpPr>
          <p:nvPr>
            <p:ph type="ftr" idx="16"/>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1" name="PlaceHolder 4"/>
          <p:cNvSpPr>
            <a:spLocks noGrp="1"/>
          </p:cNvSpPr>
          <p:nvPr>
            <p:ph type="sldNum" idx="17"/>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2586ADC-2F9D-4144-86E5-A5C831672D9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42" name="PlaceHolder 5"/>
          <p:cNvSpPr>
            <a:spLocks noGrp="1"/>
          </p:cNvSpPr>
          <p:nvPr>
            <p:ph type="dt" idx="18"/>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45" name="Group 6"/>
          <p:cNvGrpSpPr/>
          <p:nvPr/>
        </p:nvGrpSpPr>
        <p:grpSpPr>
          <a:xfrm>
            <a:off x="0" y="-8640"/>
            <a:ext cx="12191040" cy="6867360"/>
            <a:chOff x="0" y="-8640"/>
            <a:chExt cx="12191040" cy="6867360"/>
          </a:xfrm>
        </p:grpSpPr>
        <p:cxnSp>
          <p:nvCxnSpPr>
            <p:cNvPr id="146"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147"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4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0"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56" name="TextBox 23"/>
          <p:cNvSpPr/>
          <p:nvPr/>
        </p:nvSpPr>
        <p:spPr>
          <a:xfrm>
            <a:off x="541800" y="79020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57" name="TextBox 24"/>
          <p:cNvSpPr/>
          <p:nvPr/>
        </p:nvSpPr>
        <p:spPr>
          <a:xfrm>
            <a:off x="8893080" y="288648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158"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59"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0" name="PlaceHolder 3"/>
          <p:cNvSpPr>
            <a:spLocks noGrp="1"/>
          </p:cNvSpPr>
          <p:nvPr>
            <p:ph type="ftr" idx="19"/>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1" name="PlaceHolder 4"/>
          <p:cNvSpPr>
            <a:spLocks noGrp="1"/>
          </p:cNvSpPr>
          <p:nvPr>
            <p:ph type="sldNum" idx="20"/>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564E545D-0E4C-4434-A5EA-7EBFC06AB55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62" name="PlaceHolder 5"/>
          <p:cNvSpPr>
            <a:spLocks noGrp="1"/>
          </p:cNvSpPr>
          <p:nvPr>
            <p:ph type="dt" idx="21"/>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65" name="Group 6"/>
          <p:cNvGrpSpPr/>
          <p:nvPr/>
        </p:nvGrpSpPr>
        <p:grpSpPr>
          <a:xfrm>
            <a:off x="0" y="-8640"/>
            <a:ext cx="12191040" cy="6867360"/>
            <a:chOff x="0" y="-8640"/>
            <a:chExt cx="12191040" cy="6867360"/>
          </a:xfrm>
        </p:grpSpPr>
        <p:cxnSp>
          <p:nvCxnSpPr>
            <p:cNvPr id="166"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167"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6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4"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76"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77"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78" name="PlaceHolder 3"/>
          <p:cNvSpPr>
            <a:spLocks noGrp="1"/>
          </p:cNvSpPr>
          <p:nvPr>
            <p:ph type="ftr" idx="22"/>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9" name="PlaceHolder 4"/>
          <p:cNvSpPr>
            <a:spLocks noGrp="1"/>
          </p:cNvSpPr>
          <p:nvPr>
            <p:ph type="sldNum" idx="23"/>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ECF233F7-1C9B-48CE-9783-460995E03F8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80" name="PlaceHolder 5"/>
          <p:cNvSpPr>
            <a:spLocks noGrp="1"/>
          </p:cNvSpPr>
          <p:nvPr>
            <p:ph type="dt" idx="24"/>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83" name="Group 6"/>
          <p:cNvGrpSpPr/>
          <p:nvPr/>
        </p:nvGrpSpPr>
        <p:grpSpPr>
          <a:xfrm>
            <a:off x="0" y="-8640"/>
            <a:ext cx="12191040" cy="6867360"/>
            <a:chOff x="0" y="-8640"/>
            <a:chExt cx="12191040" cy="6867360"/>
          </a:xfrm>
        </p:grpSpPr>
        <p:cxnSp>
          <p:nvCxnSpPr>
            <p:cNvPr id="184"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185"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1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94"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95" name="PlaceHolder 2"/>
          <p:cNvSpPr>
            <a:spLocks noGrp="1"/>
          </p:cNvSpPr>
          <p:nvPr>
            <p:ph type="body"/>
          </p:nvPr>
        </p:nvSpPr>
        <p:spPr>
          <a:xfrm>
            <a:off x="677160" y="2160720"/>
            <a:ext cx="8595720" cy="387972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96" name="PlaceHolder 3"/>
          <p:cNvSpPr>
            <a:spLocks noGrp="1"/>
          </p:cNvSpPr>
          <p:nvPr>
            <p:ph type="ftr" idx="25"/>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7" name="PlaceHolder 4"/>
          <p:cNvSpPr>
            <a:spLocks noGrp="1"/>
          </p:cNvSpPr>
          <p:nvPr>
            <p:ph type="sldNum" idx="26"/>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12872CB-1CAA-470B-96FD-E5B5C4B1085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98" name="PlaceHolder 5"/>
          <p:cNvSpPr>
            <a:spLocks noGrp="1"/>
          </p:cNvSpPr>
          <p:nvPr>
            <p:ph type="dt" idx="27"/>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01" name="Group 6"/>
          <p:cNvGrpSpPr/>
          <p:nvPr/>
        </p:nvGrpSpPr>
        <p:grpSpPr>
          <a:xfrm>
            <a:off x="0" y="-8640"/>
            <a:ext cx="12191040" cy="6867360"/>
            <a:chOff x="0" y="-8640"/>
            <a:chExt cx="12191040" cy="6867360"/>
          </a:xfrm>
        </p:grpSpPr>
        <p:cxnSp>
          <p:nvCxnSpPr>
            <p:cNvPr id="202"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203"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20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0"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12"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13" name="PlaceHolder 2"/>
          <p:cNvSpPr>
            <a:spLocks noGrp="1"/>
          </p:cNvSpPr>
          <p:nvPr>
            <p:ph type="body"/>
          </p:nvPr>
        </p:nvSpPr>
        <p:spPr>
          <a:xfrm>
            <a:off x="677160" y="2160720"/>
            <a:ext cx="8595720" cy="387972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14" name="PlaceHolder 3"/>
          <p:cNvSpPr>
            <a:spLocks noGrp="1"/>
          </p:cNvSpPr>
          <p:nvPr>
            <p:ph type="ftr" idx="28"/>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5" name="PlaceHolder 4"/>
          <p:cNvSpPr>
            <a:spLocks noGrp="1"/>
          </p:cNvSpPr>
          <p:nvPr>
            <p:ph type="sldNum" idx="29"/>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6930AFB-74AC-484B-96AA-9C6AD428524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16" name="PlaceHolder 5"/>
          <p:cNvSpPr>
            <a:spLocks noGrp="1"/>
          </p:cNvSpPr>
          <p:nvPr>
            <p:ph type="dt" idx="30"/>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19" name="Group 6"/>
          <p:cNvGrpSpPr/>
          <p:nvPr/>
        </p:nvGrpSpPr>
        <p:grpSpPr>
          <a:xfrm>
            <a:off x="0" y="-8640"/>
            <a:ext cx="12191040" cy="6867360"/>
            <a:chOff x="0" y="-8640"/>
            <a:chExt cx="12191040" cy="6867360"/>
          </a:xfrm>
        </p:grpSpPr>
        <p:cxnSp>
          <p:nvCxnSpPr>
            <p:cNvPr id="220" name="Straight Connector 19"/>
            <p:cNvCxnSpPr/>
            <p:nvPr/>
          </p:nvCxnSpPr>
          <p:spPr>
            <a:xfrm>
              <a:off x="9370800" y="0"/>
              <a:ext cx="1220400" cy="6859080"/>
            </a:xfrm>
            <a:prstGeom prst="straightConnector1">
              <a:avLst/>
            </a:prstGeom>
            <a:ln cap="rnd" w="9360">
              <a:solidFill>
                <a:srgbClr val="FFFFFF">
                  <a:lumMod val="75000"/>
                </a:srgbClr>
              </a:solidFill>
              <a:round/>
            </a:ln>
          </p:spPr>
        </p:cxnSp>
        <p:cxnSp>
          <p:nvCxnSpPr>
            <p:cNvPr id="221" name="Straight Connector 20"/>
            <p:cNvCxnSpPr/>
            <p:nvPr/>
          </p:nvCxnSpPr>
          <p:spPr>
            <a:xfrm flipH="1">
              <a:off x="7425000" y="3681360"/>
              <a:ext cx="4764600" cy="3177720"/>
            </a:xfrm>
            <a:prstGeom prst="straightConnector1">
              <a:avLst/>
            </a:prstGeom>
            <a:ln cap="rnd" w="9360">
              <a:solidFill>
                <a:srgbClr val="FFFFFF">
                  <a:lumMod val="85000"/>
                </a:srgbClr>
              </a:solidFill>
              <a:round/>
            </a:ln>
          </p:spPr>
        </p:cxnSp>
        <p:sp>
          <p:nvSpPr>
            <p:cNvPr id="22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Isosceles Triangle 23"/>
            <p:cNvSpPr/>
            <p:nvPr/>
          </p:nvSpPr>
          <p:spPr>
            <a:xfrm>
              <a:off x="8932320" y="3048120"/>
              <a:ext cx="3258720" cy="38088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8" name="Isosceles Triangle 27"/>
            <p:cNvSpPr/>
            <p:nvPr/>
          </p:nvSpPr>
          <p:spPr>
            <a:xfrm>
              <a:off x="10371600" y="3589920"/>
              <a:ext cx="1816200" cy="32670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9" name="Isosceles Triangle 28"/>
            <p:cNvSpPr/>
            <p:nvPr/>
          </p:nvSpPr>
          <p:spPr>
            <a:xfrm>
              <a:off x="0" y="4013280"/>
              <a:ext cx="447480" cy="28436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230" name="PlaceHolder 1"/>
          <p:cNvSpPr>
            <a:spLocks noGrp="1"/>
          </p:cNvSpPr>
          <p:nvPr>
            <p:ph type="title"/>
          </p:nvPr>
        </p:nvSpPr>
        <p:spPr>
          <a:xfrm>
            <a:off x="677160" y="934200"/>
            <a:ext cx="8595720" cy="670680"/>
          </a:xfrm>
          <a:prstGeom prst="rect">
            <a:avLst/>
          </a:prstGeom>
          <a:noFill/>
          <a:ln w="0">
            <a:noFill/>
          </a:ln>
        </p:spPr>
        <p:txBody>
          <a:bodyPr lIns="0" tIns="0" rIns="0" bIns="0" anchor="ctr">
            <a:sp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31" name="PlaceHolder 2"/>
          <p:cNvSpPr>
            <a:spLocks noGrp="1"/>
          </p:cNvSpPr>
          <p:nvPr>
            <p:ph type="body"/>
          </p:nvPr>
        </p:nvSpPr>
        <p:spPr>
          <a:xfrm>
            <a:off x="677160" y="2160720"/>
            <a:ext cx="8595720" cy="38797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2" name="PlaceHolder 3"/>
          <p:cNvSpPr>
            <a:spLocks noGrp="1"/>
          </p:cNvSpPr>
          <p:nvPr>
            <p:ph type="ftr" idx="31"/>
          </p:nvPr>
        </p:nvSpPr>
        <p:spPr>
          <a:xfrm>
            <a:off x="677160" y="6041520"/>
            <a:ext cx="6296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3" name="PlaceHolder 4"/>
          <p:cNvSpPr>
            <a:spLocks noGrp="1"/>
          </p:cNvSpPr>
          <p:nvPr>
            <p:ph type="sldNum" idx="32"/>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47A73B9-5ED8-42C3-9CED-14D758B81FC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34" name="PlaceHolder 5"/>
          <p:cNvSpPr>
            <a:spLocks noGrp="1"/>
          </p:cNvSpPr>
          <p:nvPr>
            <p:ph type="dt" idx="33"/>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449720" y="457200"/>
            <a:ext cx="7693560" cy="1025280"/>
          </a:xfrm>
          <a:prstGeom prst="rect">
            <a:avLst/>
          </a:prstGeom>
          <a:noFill/>
          <a:ln w="0">
            <a:noFill/>
          </a:ln>
        </p:spPr>
        <p:txBody>
          <a:bodyPr lIns="91440" tIns="45720" rIns="91440" bIns="45720" anchor="b">
            <a:normAutofit lnSpcReduction="9999"/>
          </a:bodyPr>
          <a:p>
            <a:pPr indent="0" algn="ctr" defTabSz="457200">
              <a:lnSpc>
                <a:spcPct val="100000"/>
              </a:lnSpc>
              <a:buNone/>
              <a:tabLst>
                <a:tab pos="0" algn="l"/>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Arial"/>
            </a:endParaRPr>
          </a:p>
        </p:txBody>
      </p:sp>
      <p:sp>
        <p:nvSpPr>
          <p:cNvPr id="248" name="PlaceHolder 2"/>
          <p:cNvSpPr>
            <a:spLocks noGrp="1"/>
          </p:cNvSpPr>
          <p:nvPr>
            <p:ph type="subTitle"/>
          </p:nvPr>
        </p:nvSpPr>
        <p:spPr>
          <a:xfrm>
            <a:off x="2539080" y="2286000"/>
            <a:ext cx="5689800" cy="2829600"/>
          </a:xfrm>
          <a:prstGeom prst="rect">
            <a:avLst/>
          </a:prstGeom>
          <a:noFill/>
          <a:ln w="0">
            <a:noFill/>
          </a:ln>
        </p:spPr>
        <p:txBody>
          <a:bodyPr lIns="91440" tIns="45720" rIns="91440" bIns="45720" anchor="t">
            <a:normAutofit fontScale="85000" lnSpcReduction="9999"/>
          </a:bodyPr>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TEAM MEMBERS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Silambarasan. B</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( 620822205102 )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Muralidharan. C</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( 620822205064 )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Pradeep. M</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( 620822205075 )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Srinath. P</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( 620822205105 )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GUIDE : Mrs. Sathiyapriya K, AP/IT</a:t>
            </a:r>
            <a:endParaRPr lang="en-US" sz="20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750240" y="1143000"/>
            <a:ext cx="8081280" cy="544500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control leading to single-point failure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Lack of transparent ownership verification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and unreliable license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intelligent mechanism to detect abnormal usage patterns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auditability and accountability</a:t>
            </a:r>
            <a:endParaRPr lang="en-US" sz="1800" b="0" u="none" strike="noStrike">
              <a:solidFill>
                <a:srgbClr val="000000"/>
              </a:solidFill>
              <a:effectLst/>
              <a:uFillTx/>
              <a:latin typeface="Arial"/>
            </a:endParaRPr>
          </a:p>
        </p:txBody>
      </p:sp>
      <p:sp>
        <p:nvSpPr>
          <p:cNvPr id="250" name="PlaceHolder 2"/>
          <p:cNvSpPr>
            <a:spLocks noGrp="1"/>
          </p:cNvSpPr>
          <p:nvPr>
            <p:ph type="title"/>
          </p:nvPr>
        </p:nvSpPr>
        <p:spPr>
          <a:xfrm>
            <a:off x="90720" y="228960"/>
            <a:ext cx="859572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Problem Statement</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90360" y="228600"/>
            <a:ext cx="8595720" cy="685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Objective</a:t>
            </a:r>
            <a:endParaRPr lang="en-US" sz="3600" b="0" u="none" strike="noStrike">
              <a:solidFill>
                <a:srgbClr val="000000"/>
              </a:solidFill>
              <a:effectLst/>
              <a:uFillTx/>
              <a:latin typeface="Arial"/>
            </a:endParaRPr>
          </a:p>
        </p:txBody>
      </p:sp>
      <p:sp>
        <p:nvSpPr>
          <p:cNvPr id="252" name="PlaceHolder 2"/>
          <p:cNvSpPr>
            <a:spLocks noGrp="1"/>
          </p:cNvSpPr>
          <p:nvPr>
            <p:ph/>
          </p:nvPr>
        </p:nvSpPr>
        <p:spPr>
          <a:xfrm>
            <a:off x="547560" y="1017720"/>
            <a:ext cx="8595720" cy="56109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202320" y="0"/>
            <a:ext cx="8255160" cy="131976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Arial"/>
            </a:endParaRPr>
          </a:p>
        </p:txBody>
      </p:sp>
      <p:sp>
        <p:nvSpPr>
          <p:cNvPr id="254" name="PlaceHolder 2"/>
          <p:cNvSpPr>
            <a:spLocks noGrp="1"/>
          </p:cNvSpPr>
          <p:nvPr>
            <p:ph/>
          </p:nvPr>
        </p:nvSpPr>
        <p:spPr>
          <a:xfrm>
            <a:off x="604800" y="685800"/>
            <a:ext cx="8081280" cy="27424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Arial"/>
            </a:endParaRPr>
          </a:p>
        </p:txBody>
      </p:sp>
      <p:sp>
        <p:nvSpPr>
          <p:cNvPr id="255" name="PlaceHolder 3"/>
          <p:cNvSpPr>
            <a:spLocks noGrp="1"/>
          </p:cNvSpPr>
          <p:nvPr>
            <p:ph/>
          </p:nvPr>
        </p:nvSpPr>
        <p:spPr>
          <a:xfrm>
            <a:off x="685800" y="4114800"/>
            <a:ext cx="8081280" cy="24127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Arial"/>
            </a:endParaRPr>
          </a:p>
        </p:txBody>
      </p:sp>
      <p:sp>
        <p:nvSpPr>
          <p:cNvPr id="256" name="Rectangle 3"/>
          <p:cNvSpPr/>
          <p:nvPr/>
        </p:nvSpPr>
        <p:spPr>
          <a:xfrm>
            <a:off x="228600" y="3240360"/>
            <a:ext cx="350100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Disadvantage</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43560" y="0"/>
            <a:ext cx="8595720" cy="131976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Arial"/>
            </a:endParaRPr>
          </a:p>
        </p:txBody>
      </p:sp>
      <p:sp>
        <p:nvSpPr>
          <p:cNvPr id="258" name="Rectangle 4"/>
          <p:cNvSpPr/>
          <p:nvPr/>
        </p:nvSpPr>
        <p:spPr>
          <a:xfrm>
            <a:off x="184680" y="3429000"/>
            <a:ext cx="312156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Advantage </a:t>
            </a:r>
            <a:endParaRPr lang="en-US" sz="3600" b="0" u="none" strike="noStrike">
              <a:solidFill>
                <a:srgbClr val="000000"/>
              </a:solidFill>
              <a:effectLst/>
              <a:uFillTx/>
              <a:latin typeface="Arial"/>
            </a:endParaRPr>
          </a:p>
        </p:txBody>
      </p:sp>
      <p:sp>
        <p:nvSpPr>
          <p:cNvPr id="259" name="PlaceHolder 2"/>
          <p:cNvSpPr>
            <a:spLocks noGrp="1"/>
          </p:cNvSpPr>
          <p:nvPr>
            <p:ph/>
          </p:nvPr>
        </p:nvSpPr>
        <p:spPr>
          <a:xfrm>
            <a:off x="558000" y="857880"/>
            <a:ext cx="8081280" cy="234180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Arial"/>
            </a:endParaRPr>
          </a:p>
        </p:txBody>
      </p:sp>
      <p:sp>
        <p:nvSpPr>
          <p:cNvPr id="260" name="PlaceHolder 3"/>
          <p:cNvSpPr>
            <a:spLocks noGrp="1"/>
          </p:cNvSpPr>
          <p:nvPr>
            <p:ph/>
          </p:nvPr>
        </p:nvSpPr>
        <p:spPr>
          <a:xfrm>
            <a:off x="604800" y="4114800"/>
            <a:ext cx="8081280" cy="25138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24840" y="0"/>
            <a:ext cx="10311480" cy="6854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SYSTEM ARCHITECTURE/FLOW DIAGRAM</a:t>
            </a:r>
            <a:endParaRPr lang="en-US" sz="3600" b="0" u="none" strike="noStrike">
              <a:solidFill>
                <a:srgbClr val="000000"/>
              </a:solidFill>
              <a:effectLst/>
              <a:uFillTx/>
              <a:latin typeface="Arial"/>
            </a:endParaRPr>
          </a:p>
        </p:txBody>
      </p:sp>
      <p:sp>
        <p:nvSpPr>
          <p:cNvPr id="262" name=""/>
          <p:cNvSpPr/>
          <p:nvPr/>
        </p:nvSpPr>
        <p:spPr>
          <a:xfrm>
            <a:off x="2743200" y="2058840"/>
            <a:ext cx="3427200" cy="455400"/>
          </a:xfrm>
          <a:prstGeom prst="rect">
            <a:avLst/>
          </a:prstGeom>
          <a:solidFill>
            <a:srgbClr val="FFFF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Frontend (React + Tailwind)</a:t>
            </a:r>
            <a:endParaRPr lang="en-US" sz="1800" b="0" u="none" strike="noStrike">
              <a:solidFill>
                <a:srgbClr val="000000"/>
              </a:solidFill>
              <a:effectLst/>
              <a:uFillTx/>
              <a:latin typeface="Arial"/>
            </a:endParaRPr>
          </a:p>
        </p:txBody>
      </p:sp>
      <p:sp>
        <p:nvSpPr>
          <p:cNvPr id="263" name=""/>
          <p:cNvSpPr/>
          <p:nvPr/>
        </p:nvSpPr>
        <p:spPr>
          <a:xfrm>
            <a:off x="2755800" y="2973240"/>
            <a:ext cx="3427200" cy="455400"/>
          </a:xfrm>
          <a:prstGeom prst="rect">
            <a:avLst/>
          </a:prstGeom>
          <a:solidFill>
            <a:srgbClr val="FF80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ea typeface="DejaVu Sans"/>
              </a:rPr>
              <a:t>Backend (FastAPI)</a:t>
            </a:r>
            <a:endParaRPr lang="en-US" sz="1600" b="0" u="none" strike="noStrike">
              <a:solidFill>
                <a:srgbClr val="000000"/>
              </a:solidFill>
              <a:effectLst/>
              <a:uFillTx/>
              <a:latin typeface="Arial"/>
            </a:endParaRPr>
          </a:p>
        </p:txBody>
      </p:sp>
      <p:sp>
        <p:nvSpPr>
          <p:cNvPr id="264" name=""/>
          <p:cNvSpPr/>
          <p:nvPr/>
        </p:nvSpPr>
        <p:spPr>
          <a:xfrm>
            <a:off x="2755800" y="3887640"/>
            <a:ext cx="3427200" cy="455400"/>
          </a:xfrm>
          <a:prstGeom prst="rect">
            <a:avLst/>
          </a:prstGeom>
          <a:solidFill>
            <a:srgbClr val="FF4000"/>
          </a:solidFill>
          <a:ln w="0">
            <a:solidFill>
              <a:srgbClr val="FF0000"/>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AI Engine</a:t>
            </a:r>
            <a:endParaRPr lang="en-US" sz="1800" b="0" u="none" strike="noStrike">
              <a:solidFill>
                <a:srgbClr val="FFFFFF"/>
              </a:solidFill>
              <a:effectLst/>
              <a:uFillTx/>
              <a:latin typeface="Arial"/>
            </a:endParaRPr>
          </a:p>
        </p:txBody>
      </p:sp>
      <p:sp>
        <p:nvSpPr>
          <p:cNvPr id="265" name=""/>
          <p:cNvSpPr/>
          <p:nvPr/>
        </p:nvSpPr>
        <p:spPr>
          <a:xfrm>
            <a:off x="2755800" y="4802040"/>
            <a:ext cx="3427200" cy="455400"/>
          </a:xfrm>
          <a:prstGeom prst="rect">
            <a:avLst/>
          </a:prstGeom>
          <a:solidFill>
            <a:srgbClr val="F10D0C"/>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Blockchain Network</a:t>
            </a:r>
            <a:endParaRPr lang="en-US" sz="1800" b="0" u="none" strike="noStrike">
              <a:solidFill>
                <a:srgbClr val="FFFFFF"/>
              </a:solidFill>
              <a:effectLst/>
              <a:uFillTx/>
              <a:latin typeface="Arial"/>
            </a:endParaRPr>
          </a:p>
        </p:txBody>
      </p:sp>
      <p:sp>
        <p:nvSpPr>
          <p:cNvPr id="266" name=""/>
          <p:cNvSpPr/>
          <p:nvPr/>
        </p:nvSpPr>
        <p:spPr>
          <a:xfrm>
            <a:off x="2984400" y="1017000"/>
            <a:ext cx="3198600" cy="582840"/>
          </a:xfrm>
          <a:prstGeom prst="flowChartInputOutput">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User Data / Files</a:t>
            </a:r>
            <a:endParaRPr lang="en-US" sz="1800" b="0" u="none" strike="noStrike">
              <a:solidFill>
                <a:srgbClr val="000000"/>
              </a:solidFill>
              <a:effectLst/>
              <a:uFillTx/>
              <a:latin typeface="Arial"/>
            </a:endParaRPr>
          </a:p>
        </p:txBody>
      </p:sp>
      <p:sp>
        <p:nvSpPr>
          <p:cNvPr id="267" name=""/>
          <p:cNvSpPr/>
          <p:nvPr/>
        </p:nvSpPr>
        <p:spPr>
          <a:xfrm>
            <a:off x="2755800" y="5716440"/>
            <a:ext cx="3198600" cy="684000"/>
          </a:xfrm>
          <a:prstGeom prst="flowChartMagneticDrum">
            <a:avLst/>
          </a:prstGeom>
          <a:solidFill>
            <a:srgbClr val="00A933"/>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ea typeface="DejaVu Sans"/>
              </a:rPr>
              <a:t>Audit &amp; Storage</a:t>
            </a:r>
            <a:endParaRPr lang="en-US" sz="1800" b="0" u="none" strike="noStrike">
              <a:solidFill>
                <a:srgbClr val="FFFFFF"/>
              </a:solidFill>
              <a:effectLst/>
              <a:uFillTx/>
              <a:latin typeface="Arial"/>
            </a:endParaRPr>
          </a:p>
        </p:txBody>
      </p:sp>
      <p:sp>
        <p:nvSpPr>
          <p:cNvPr id="268" name=""/>
          <p:cNvSpPr/>
          <p:nvPr/>
        </p:nvSpPr>
        <p:spPr>
          <a:xfrm>
            <a:off x="4356000" y="5259240"/>
            <a:ext cx="226800" cy="45540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69" name=""/>
          <p:cNvSpPr/>
          <p:nvPr/>
        </p:nvSpPr>
        <p:spPr>
          <a:xfrm>
            <a:off x="4356000" y="4344840"/>
            <a:ext cx="226800" cy="45540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70" name=""/>
          <p:cNvSpPr/>
          <p:nvPr/>
        </p:nvSpPr>
        <p:spPr>
          <a:xfrm>
            <a:off x="4356000" y="2516040"/>
            <a:ext cx="226800" cy="45540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71" name=""/>
          <p:cNvSpPr/>
          <p:nvPr/>
        </p:nvSpPr>
        <p:spPr>
          <a:xfrm>
            <a:off x="4356000" y="3430440"/>
            <a:ext cx="226800" cy="45540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272" name=""/>
          <p:cNvSpPr/>
          <p:nvPr/>
        </p:nvSpPr>
        <p:spPr>
          <a:xfrm>
            <a:off x="4356000" y="1601640"/>
            <a:ext cx="226800" cy="45540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0"/>
            <a:ext cx="8000280" cy="9136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274" name="PlaceHolder 2"/>
          <p:cNvSpPr>
            <a:spLocks noGrp="1"/>
          </p:cNvSpPr>
          <p:nvPr>
            <p:ph/>
          </p:nvPr>
        </p:nvSpPr>
        <p:spPr>
          <a:xfrm>
            <a:off x="90360" y="64800"/>
            <a:ext cx="8595720" cy="620280"/>
          </a:xfrm>
          <a:prstGeom prst="rect">
            <a:avLst/>
          </a:prstGeom>
          <a:noFill/>
          <a:ln w="0">
            <a:noFill/>
          </a:ln>
        </p:spPr>
        <p:txBody>
          <a:bodyPr lIns="91440" tIns="45720" rIns="91440" bIns="45720" anchor="t">
            <a:normAutofit fontScale="25000" lnSpcReduction="19999"/>
          </a:bodyPr>
          <a:p>
            <a:pPr marL="343080" indent="-343080" algn="just" defTabSz="457200">
              <a:lnSpc>
                <a:spcPct val="150000"/>
              </a:lnSpc>
              <a:spcBef>
                <a:spcPts val="1001"/>
              </a:spcBef>
              <a:buNone/>
              <a:tabLst>
                <a:tab pos="0" algn="l"/>
              </a:tabLst>
            </a:pPr>
            <a:r>
              <a:rPr lang="en-IN" sz="14400" b="1" u="none" strike="noStrike">
                <a:solidFill>
                  <a:schemeClr val="dk1"/>
                </a:solidFill>
                <a:effectLst/>
                <a:uFillTx/>
                <a:latin typeface="Trebuchet MS"/>
              </a:rPr>
              <a:t> Modules :</a:t>
            </a:r>
            <a:endParaRPr lang="en-US" sz="14400" b="0" u="none" strike="noStrike">
              <a:solidFill>
                <a:srgbClr val="000000"/>
              </a:solidFill>
              <a:effectLst/>
              <a:uFillTx/>
              <a:latin typeface="Arial"/>
            </a:endParaRPr>
          </a:p>
          <a:p>
            <a:pPr indent="0" algn="just" defTabSz="457200">
              <a:lnSpc>
                <a:spcPct val="150000"/>
              </a:lnSpc>
              <a:spcBef>
                <a:spcPts val="1001"/>
              </a:spcBef>
              <a:buNone/>
              <a:tabLst>
                <a:tab pos="0" algn="l"/>
              </a:tabLst>
            </a:pPr>
            <a:endParaRPr lang="en-US" sz="1800" b="0" u="none" strike="noStrike">
              <a:solidFill>
                <a:srgbClr val="000000"/>
              </a:solidFill>
              <a:effectLst/>
              <a:uFillTx/>
              <a:latin typeface="Arial"/>
            </a:endParaRPr>
          </a:p>
        </p:txBody>
      </p:sp>
      <p:sp>
        <p:nvSpPr>
          <p:cNvPr id="275" name="Rectangle 4"/>
          <p:cNvSpPr/>
          <p:nvPr/>
        </p:nvSpPr>
        <p:spPr>
          <a:xfrm>
            <a:off x="275760" y="3599280"/>
            <a:ext cx="303084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 </a:t>
            </a:r>
            <a:endParaRPr lang="en-US" sz="3600" b="0" u="none" strike="noStrike">
              <a:solidFill>
                <a:srgbClr val="000000"/>
              </a:solidFill>
              <a:effectLst/>
              <a:uFillTx/>
              <a:latin typeface="Arial"/>
            </a:endParaRPr>
          </a:p>
        </p:txBody>
      </p:sp>
      <p:sp>
        <p:nvSpPr>
          <p:cNvPr id="276" name="PlaceHolder 3"/>
          <p:cNvSpPr>
            <a:spLocks noGrp="1"/>
          </p:cNvSpPr>
          <p:nvPr>
            <p:ph/>
          </p:nvPr>
        </p:nvSpPr>
        <p:spPr>
          <a:xfrm>
            <a:off x="677520" y="1148760"/>
            <a:ext cx="8595720" cy="38797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228600" y="156240"/>
            <a:ext cx="11146680" cy="52884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3600" b="1" u="none" strike="noStrike">
                <a:solidFill>
                  <a:srgbClr val="111111"/>
                </a:solidFill>
                <a:effectLst/>
                <a:uFillTx/>
                <a:latin typeface="Trebuchet MS"/>
                <a:ea typeface="Noto Sans"/>
              </a:rPr>
              <a:t>Module 1: </a:t>
            </a:r>
            <a:r>
              <a:rPr lang="en-US" sz="3200" b="1" u="none" strike="noStrike">
                <a:solidFill>
                  <a:srgbClr val="111111"/>
                </a:solidFill>
                <a:effectLst/>
                <a:uFillTx/>
                <a:latin typeface="Trebuchet MS"/>
                <a:ea typeface="Noto Sans"/>
              </a:rPr>
              <a:t>Authentication Module</a:t>
            </a:r>
            <a:endParaRPr lang="en-US" sz="3200" b="0" u="none" strike="noStrike">
              <a:solidFill>
                <a:srgbClr val="000000"/>
              </a:solidFill>
              <a:effectLst/>
              <a:uFillTx/>
              <a:latin typeface="Arial"/>
            </a:endParaRPr>
          </a:p>
        </p:txBody>
      </p:sp>
      <p:sp>
        <p:nvSpPr>
          <p:cNvPr id="278" name="PlaceHolder 2"/>
          <p:cNvSpPr>
            <a:spLocks noGrp="1"/>
          </p:cNvSpPr>
          <p:nvPr>
            <p:ph/>
          </p:nvPr>
        </p:nvSpPr>
        <p:spPr>
          <a:xfrm>
            <a:off x="750240" y="737280"/>
            <a:ext cx="8595720" cy="2919960"/>
          </a:xfrm>
          <a:prstGeom prst="rect">
            <a:avLst/>
          </a:prstGeom>
          <a:noFill/>
          <a:ln w="0">
            <a:noFill/>
          </a:ln>
        </p:spPr>
        <p:txBody>
          <a:bodyPr lIns="91440" tIns="45720" rIns="91440" bIns="45720" anchor="t">
            <a:normAutofit fontScale="85000" lnSpcReduction="19999"/>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Handles user registration, login, and identity verification for all protected APIs.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Features: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User registration with BCrypt-hashed passwords stored in SQLite (/auth/register).</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Login endpoint that validates credentials and returns a lightweight token (user_id:username) (/auth/login).</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Reusable get_current_user dependency that extracts the user from the Bearer token on every protected request.</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Role field (admin / user) used by other modules (e.g., AI analytics, asset licensing) for authorization decisions.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Tech Stack: FastAPI, SQLAlchemy models, BCrypt hashing, HTTP Bearer auth.</a:t>
            </a:r>
            <a:endParaRPr lang="en-US" sz="1800" b="0" u="none" strike="noStrike">
              <a:solidFill>
                <a:srgbClr val="000000"/>
              </a:solidFill>
              <a:effectLst/>
              <a:uFillTx/>
              <a:latin typeface="Arial"/>
            </a:endParaRPr>
          </a:p>
        </p:txBody>
      </p:sp>
      <p:pic>
        <p:nvPicPr>
          <p:cNvPr id="279" name=""/>
          <p:cNvPicPr/>
          <p:nvPr/>
        </p:nvPicPr>
        <p:blipFill>
          <a:blip r:embed="rId1"/>
          <a:stretch/>
        </p:blipFill>
        <p:spPr>
          <a:xfrm>
            <a:off x="2963520" y="3657600"/>
            <a:ext cx="3894120" cy="29714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228600" y="156240"/>
            <a:ext cx="1120068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2: Asset Management Module</a:t>
            </a:r>
            <a:br>
              <a:rPr sz="3600"/>
            </a:br>
            <a:br>
              <a:rPr sz="3600"/>
            </a:br>
            <a:endParaRPr lang="en-US" sz="3600" b="0" u="none" strike="noStrike">
              <a:solidFill>
                <a:srgbClr val="000000"/>
              </a:solidFill>
              <a:effectLst/>
              <a:uFillTx/>
              <a:latin typeface="Arial"/>
            </a:endParaRPr>
          </a:p>
        </p:txBody>
      </p:sp>
      <p:sp>
        <p:nvSpPr>
          <p:cNvPr id="281" name="PlaceHolder 2"/>
          <p:cNvSpPr>
            <a:spLocks noGrp="1"/>
          </p:cNvSpPr>
          <p:nvPr>
            <p:ph/>
          </p:nvPr>
        </p:nvSpPr>
        <p:spPr>
          <a:xfrm>
            <a:off x="685800" y="457200"/>
            <a:ext cx="8595720" cy="2971440"/>
          </a:xfrm>
          <a:prstGeom prst="rect">
            <a:avLst/>
          </a:prstGeom>
          <a:noFill/>
          <a:ln w="0">
            <a:noFill/>
          </a:ln>
        </p:spPr>
        <p:txBody>
          <a:bodyPr lIns="91440" tIns="45720" rIns="91440" bIns="45720" anchor="t">
            <a:normAutofit fontScale="92500" lnSpcReduction="9999"/>
          </a:bodyPr>
          <a:p>
            <a:pPr marL="343080" indent="0" algn="l" defTabSz="457200">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Handles secure upload, storage, listing, and download of digital assets.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Encrypts files using AES‑256‑GCM before writing to disk.</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Associates each asset with metadata (owner, filename, asset hash, blockchain tx hash) in the database.</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Exposes REST APIs for creators and consumers to interact with assets.</a:t>
            </a:r>
            <a:endParaRPr lang="en-US" sz="1800" b="0" u="none" strike="noStrike">
              <a:solidFill>
                <a:srgbClr val="000000"/>
              </a:solidFill>
              <a:effectLst/>
              <a:uFillTx/>
              <a:latin typeface="Arial"/>
            </a:endParaRPr>
          </a:p>
        </p:txBody>
      </p:sp>
      <p:pic>
        <p:nvPicPr>
          <p:cNvPr id="282" name=""/>
          <p:cNvPicPr/>
          <p:nvPr/>
        </p:nvPicPr>
        <p:blipFill>
          <a:blip r:embed="rId1"/>
          <a:stretch/>
        </p:blipFill>
        <p:spPr>
          <a:xfrm>
            <a:off x="2286000" y="3429000"/>
            <a:ext cx="5257440" cy="29491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228600" y="156240"/>
            <a:ext cx="1188684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2: Asset Lifecycle – Upload to Download</a:t>
            </a:r>
            <a:br>
              <a:rPr sz="3600"/>
            </a:br>
            <a:endParaRPr lang="en-US" sz="3600" b="0" u="none" strike="noStrike">
              <a:solidFill>
                <a:srgbClr val="000000"/>
              </a:solidFill>
              <a:effectLst/>
              <a:uFillTx/>
              <a:latin typeface="Arial"/>
            </a:endParaRPr>
          </a:p>
        </p:txBody>
      </p:sp>
      <p:sp>
        <p:nvSpPr>
          <p:cNvPr id="284" name="PlaceHolder 2"/>
          <p:cNvSpPr>
            <a:spLocks noGrp="1"/>
          </p:cNvSpPr>
          <p:nvPr>
            <p:ph/>
          </p:nvPr>
        </p:nvSpPr>
        <p:spPr>
          <a:xfrm>
            <a:off x="750240" y="228600"/>
            <a:ext cx="8595720" cy="3885840"/>
          </a:xfrm>
          <a:prstGeom prst="rect">
            <a:avLst/>
          </a:prstGeom>
          <a:noFill/>
          <a:ln w="0">
            <a:noFill/>
          </a:ln>
        </p:spPr>
        <p:txBody>
          <a:bodyPr lIns="91440" tIns="45720" rIns="91440" bIns="45720" anchor="t">
            <a:normAutofit/>
          </a:bodyPr>
          <a:p>
            <a:pPr marL="343080" indent="0" algn="l" defTabSz="457200">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Upload: User → /asset/upload → encryption → file stored in storage/*.enc → asset row created.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List My Assets: Owner views assets via /asset/list or /asset/list/owned.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Shared With Me: Licensed users see assets via /asset/list/shared.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tabLst>
                <a:tab pos="0" algn="l"/>
              </a:tabLst>
            </a:pPr>
            <a:r>
              <a:rPr lang="en-US" sz="1800" b="0" u="none" strike="noStrike">
                <a:solidFill>
                  <a:schemeClr val="dk1">
                    <a:lumMod val="75000"/>
                    <a:lumOff val="25000"/>
                  </a:schemeClr>
                </a:solidFill>
                <a:effectLst/>
                <a:uFillTx/>
                <a:latin typeface="Trebuchet MS"/>
              </a:rPr>
              <a:t>Download: Licensed user calls /asset/download/{asset_hash} → license checks → decryption → file stream.</a:t>
            </a:r>
            <a:endParaRPr lang="en-US" sz="1800" b="0" u="none" strike="noStrike">
              <a:solidFill>
                <a:srgbClr val="000000"/>
              </a:solidFill>
              <a:effectLst/>
              <a:uFillTx/>
              <a:latin typeface="Arial"/>
            </a:endParaRPr>
          </a:p>
        </p:txBody>
      </p:sp>
      <p:pic>
        <p:nvPicPr>
          <p:cNvPr id="285" name=""/>
          <p:cNvPicPr/>
          <p:nvPr/>
        </p:nvPicPr>
        <p:blipFill>
          <a:blip r:embed="rId1"/>
          <a:stretch/>
        </p:blipFill>
        <p:spPr>
          <a:xfrm>
            <a:off x="457200" y="3657600"/>
            <a:ext cx="5257440" cy="2971440"/>
          </a:xfrm>
          <a:prstGeom prst="rect">
            <a:avLst/>
          </a:prstGeom>
          <a:noFill/>
          <a:ln w="0">
            <a:noFill/>
          </a:ln>
        </p:spPr>
      </p:pic>
      <p:pic>
        <p:nvPicPr>
          <p:cNvPr id="286" name=""/>
          <p:cNvPicPr/>
          <p:nvPr/>
        </p:nvPicPr>
        <p:blipFill>
          <a:blip r:embed="rId2"/>
          <a:stretch/>
        </p:blipFill>
        <p:spPr>
          <a:xfrm>
            <a:off x="6172200" y="3657600"/>
            <a:ext cx="3657240" cy="29714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228600" y="156240"/>
            <a:ext cx="1068948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2: Implementation Details</a:t>
            </a:r>
            <a:br>
              <a:rPr sz="3600"/>
            </a:br>
            <a:endParaRPr lang="en-US" sz="3600" b="0" u="none" strike="noStrike">
              <a:solidFill>
                <a:srgbClr val="000000"/>
              </a:solidFill>
              <a:effectLst/>
              <a:uFillTx/>
              <a:latin typeface="Arial"/>
            </a:endParaRPr>
          </a:p>
        </p:txBody>
      </p:sp>
      <p:sp>
        <p:nvSpPr>
          <p:cNvPr id="288" name="PlaceHolder 2"/>
          <p:cNvSpPr>
            <a:spLocks noGrp="1"/>
          </p:cNvSpPr>
          <p:nvPr>
            <p:ph/>
          </p:nvPr>
        </p:nvSpPr>
        <p:spPr>
          <a:xfrm>
            <a:off x="685800" y="965520"/>
            <a:ext cx="8595720" cy="33775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Implemented in asset_routes.py using FastAPI routers and SQLAlchemy models.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upload_asset encrypts file bytes, computes SHA‑256 hash, stores .enc file, and logs ASSET_UPLOADED.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download_asset validates ownership/license, decrypts from disk, and logs ASSET_ACCESSED.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Reusable helpers for group lookup, asset lookup, license validation, and decryption improve modularity.</a:t>
            </a:r>
            <a:endParaRPr lang="en-US" sz="1800" b="0" u="none" strike="noStrike">
              <a:solidFill>
                <a:srgbClr val="000000"/>
              </a:solidFill>
              <a:effectLst/>
              <a:uFillTx/>
              <a:latin typeface="Arial"/>
            </a:endParaRPr>
          </a:p>
        </p:txBody>
      </p:sp>
      <p:pic>
        <p:nvPicPr>
          <p:cNvPr id="289" name=""/>
          <p:cNvPicPr/>
          <p:nvPr/>
        </p:nvPicPr>
        <p:blipFill>
          <a:blip r:embed="rId1"/>
          <a:stretch/>
        </p:blipFill>
        <p:spPr>
          <a:xfrm>
            <a:off x="1657440" y="4343400"/>
            <a:ext cx="7029000" cy="24307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228600" y="156240"/>
            <a:ext cx="1068948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3: Blockchain &amp; Smart Contract</a:t>
            </a:r>
            <a:br>
              <a:rPr sz="3600"/>
            </a:br>
            <a:br>
              <a:rPr sz="3600"/>
            </a:br>
            <a:br>
              <a:rPr sz="3600"/>
            </a:br>
            <a:endParaRPr lang="en-US" sz="3600" b="0" u="none" strike="noStrike">
              <a:solidFill>
                <a:srgbClr val="000000"/>
              </a:solidFill>
              <a:effectLst/>
              <a:uFillTx/>
              <a:latin typeface="Arial"/>
            </a:endParaRPr>
          </a:p>
        </p:txBody>
      </p:sp>
      <p:sp>
        <p:nvSpPr>
          <p:cNvPr id="291" name="PlaceHolder 2"/>
          <p:cNvSpPr>
            <a:spLocks noGrp="1"/>
          </p:cNvSpPr>
          <p:nvPr>
            <p:ph/>
          </p:nvPr>
        </p:nvSpPr>
        <p:spPr>
          <a:xfrm>
            <a:off x="750240" y="914400"/>
            <a:ext cx="8595720" cy="29203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Registers asset hashes and license events on an Ethereum‑compatible blockchain (Ganache).</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Provides tamper‑evident records for asset registration and license issuance.</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Uses web3.py in the backend to talk to deployed smart contracts.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Can fall back to mock transaction hashes in offline or testing mode.</a:t>
            </a:r>
            <a:endParaRPr lang="en-US" sz="1800" b="0" u="none" strike="noStrike">
              <a:solidFill>
                <a:srgbClr val="000000"/>
              </a:solidFill>
              <a:effectLst/>
              <a:uFillTx/>
              <a:latin typeface="Arial"/>
            </a:endParaRPr>
          </a:p>
        </p:txBody>
      </p:sp>
      <p:pic>
        <p:nvPicPr>
          <p:cNvPr id="292" name=""/>
          <p:cNvPicPr/>
          <p:nvPr/>
        </p:nvPicPr>
        <p:blipFill>
          <a:blip r:embed="rId1"/>
          <a:stretch/>
        </p:blipFill>
        <p:spPr>
          <a:xfrm>
            <a:off x="1286280" y="3664800"/>
            <a:ext cx="6942960" cy="29642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228600" y="156240"/>
            <a:ext cx="1068948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chemeClr val="dk1"/>
                </a:solidFill>
                <a:effectLst/>
                <a:uFillTx/>
                <a:latin typeface="Trebuchet MS"/>
                <a:ea typeface="Noto Sans"/>
              </a:rPr>
              <a:t>Module 3: Smart Contract Responsibilities</a:t>
            </a:r>
            <a:br>
              <a:rPr sz="3600"/>
            </a:br>
            <a:br>
              <a:rPr sz="3600"/>
            </a:br>
            <a:br>
              <a:rPr sz="3600"/>
            </a:br>
            <a:br>
              <a:rPr sz="3600"/>
            </a:br>
            <a:endParaRPr lang="en-US" sz="3600" b="0" u="none" strike="noStrike">
              <a:solidFill>
                <a:srgbClr val="000000"/>
              </a:solidFill>
              <a:effectLst/>
              <a:uFillTx/>
              <a:latin typeface="Arial"/>
            </a:endParaRPr>
          </a:p>
        </p:txBody>
      </p:sp>
      <p:sp>
        <p:nvSpPr>
          <p:cNvPr id="294" name="PlaceHolder 2"/>
          <p:cNvSpPr>
            <a:spLocks noGrp="1"/>
          </p:cNvSpPr>
          <p:nvPr>
            <p:ph/>
          </p:nvPr>
        </p:nvSpPr>
        <p:spPr>
          <a:xfrm>
            <a:off x="776160" y="736920"/>
            <a:ext cx="8595720" cy="33775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LicenseManager contract stores mappings of asset hashes and license records.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Asset Registration: register_asset_on_chain(asset_hash) called after a successful upload.</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License Issuance: issue_license_on_chain(asset_id, holder, expiry, limit) records license terms.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On‑chain data serves as an independent audit layer beyond the local database.</a:t>
            </a:r>
            <a:endParaRPr lang="en-US" sz="1800" b="0" u="none" strike="noStrike">
              <a:solidFill>
                <a:srgbClr val="000000"/>
              </a:solidFill>
              <a:effectLst/>
              <a:uFillTx/>
              <a:latin typeface="Arial"/>
            </a:endParaRPr>
          </a:p>
        </p:txBody>
      </p:sp>
      <p:pic>
        <p:nvPicPr>
          <p:cNvPr id="295" name=""/>
          <p:cNvPicPr/>
          <p:nvPr/>
        </p:nvPicPr>
        <p:blipFill>
          <a:blip r:embed="rId1"/>
          <a:stretch/>
        </p:blipFill>
        <p:spPr>
          <a:xfrm>
            <a:off x="3200400" y="3842640"/>
            <a:ext cx="4114440" cy="3015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228600" y="156240"/>
            <a:ext cx="12344040" cy="5288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3600" b="1" u="none" strike="noStrike">
                <a:solidFill>
                  <a:srgbClr val="111111"/>
                </a:solidFill>
                <a:effectLst/>
                <a:uFillTx/>
                <a:latin typeface="Trebuchet MS"/>
                <a:ea typeface="Noto Sans"/>
              </a:rPr>
              <a:t>Module 3: Backend–Blockchain Interaction Flow</a:t>
            </a:r>
            <a:br>
              <a:rPr sz="3600"/>
            </a:br>
            <a:endParaRPr lang="en-US" sz="3600" b="0" u="none" strike="noStrike">
              <a:solidFill>
                <a:srgbClr val="000000"/>
              </a:solidFill>
              <a:effectLst/>
              <a:uFillTx/>
              <a:latin typeface="Arial"/>
            </a:endParaRPr>
          </a:p>
        </p:txBody>
      </p:sp>
      <p:sp>
        <p:nvSpPr>
          <p:cNvPr id="297" name="PlaceHolder 2"/>
          <p:cNvSpPr>
            <a:spLocks noGrp="1"/>
          </p:cNvSpPr>
          <p:nvPr>
            <p:ph/>
          </p:nvPr>
        </p:nvSpPr>
        <p:spPr>
          <a:xfrm>
            <a:off x="685800" y="914400"/>
            <a:ext cx="8595720" cy="360576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Points:</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Backend routes call contract_interface.py functions to send transactions via Web3.</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On upload, backend: encrypts file → stores metadata → sends register tx → stores tx_hash.</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On license issue / approval, backend: creates DB license → (optionally) sends license tx → logs tx_hash.</a:t>
            </a:r>
            <a:endParaRPr lang="en-US" sz="1800" b="0" u="none" strike="noStrike">
              <a:solidFill>
                <a:srgbClr val="000000"/>
              </a:solidFill>
              <a:effectLst/>
              <a:uFillTx/>
              <a:latin typeface="Arial"/>
            </a:endParaRPr>
          </a:p>
          <a:p>
            <a:pPr marL="864000" lvl="1" indent="-324000" algn="l"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Design keeps core DRM logic in FastAPI while blockchain provides integrity and non‑repudiation.</a:t>
            </a:r>
            <a:endParaRPr lang="en-US" sz="1800" b="0" u="none" strike="noStrike">
              <a:solidFill>
                <a:srgbClr val="000000"/>
              </a:solidFill>
              <a:effectLst/>
              <a:uFillTx/>
              <a:latin typeface="Arial"/>
            </a:endParaRPr>
          </a:p>
        </p:txBody>
      </p:sp>
      <p:sp>
        <p:nvSpPr>
          <p:cNvPr id="298" name=""/>
          <p:cNvSpPr/>
          <p:nvPr/>
        </p:nvSpPr>
        <p:spPr>
          <a:xfrm>
            <a:off x="457200" y="4572000"/>
            <a:ext cx="2057040" cy="4568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299" name=""/>
          <p:cNvSpPr/>
          <p:nvPr/>
        </p:nvSpPr>
        <p:spPr>
          <a:xfrm>
            <a:off x="457560" y="4572000"/>
            <a:ext cx="2057040" cy="456840"/>
          </a:xfrm>
          <a:prstGeom prst="roundRect">
            <a:avLst>
              <a:gd name="adj" fmla="val 16667"/>
            </a:avLst>
          </a:prstGeom>
          <a:solidFill>
            <a:srgbClr val="81D41A"/>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Arial"/>
                <a:ea typeface="DejaVu Sans"/>
              </a:rPr>
              <a:t>Browser (Frontend)</a:t>
            </a:r>
            <a:endParaRPr lang="en-US" sz="1800" b="0" u="none" strike="noStrike">
              <a:solidFill>
                <a:srgbClr val="000000"/>
              </a:solidFill>
              <a:effectLst/>
              <a:uFillTx/>
              <a:latin typeface="Arial"/>
            </a:endParaRPr>
          </a:p>
        </p:txBody>
      </p:sp>
      <p:sp>
        <p:nvSpPr>
          <p:cNvPr id="300" name=""/>
          <p:cNvSpPr/>
          <p:nvPr/>
        </p:nvSpPr>
        <p:spPr>
          <a:xfrm>
            <a:off x="7315200" y="4572000"/>
            <a:ext cx="2057040" cy="456840"/>
          </a:xfrm>
          <a:prstGeom prst="roundRect">
            <a:avLst>
              <a:gd name="adj" fmla="val 16667"/>
            </a:avLst>
          </a:prstGeom>
          <a:solidFill>
            <a:srgbClr val="2A6099"/>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Smart Contract</a:t>
            </a:r>
            <a:endParaRPr lang="en-US" sz="1800" b="0" u="none" strike="noStrike">
              <a:solidFill>
                <a:srgbClr val="FFFFFF"/>
              </a:solidFill>
              <a:effectLst/>
              <a:uFillTx/>
              <a:latin typeface="Arial"/>
            </a:endParaRPr>
          </a:p>
        </p:txBody>
      </p:sp>
      <p:sp>
        <p:nvSpPr>
          <p:cNvPr id="301" name=""/>
          <p:cNvSpPr/>
          <p:nvPr/>
        </p:nvSpPr>
        <p:spPr>
          <a:xfrm>
            <a:off x="5029200" y="4572000"/>
            <a:ext cx="2057040" cy="456840"/>
          </a:xfrm>
          <a:prstGeom prst="roundRect">
            <a:avLst>
              <a:gd name="adj" fmla="val 16667"/>
            </a:avLst>
          </a:prstGeom>
          <a:solidFill>
            <a:srgbClr val="158466"/>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Ganache Node</a:t>
            </a:r>
            <a:endParaRPr lang="en-US" sz="1800" b="0" u="none" strike="noStrike">
              <a:solidFill>
                <a:srgbClr val="FFFFFF"/>
              </a:solidFill>
              <a:effectLst/>
              <a:uFillTx/>
              <a:latin typeface="Arial"/>
            </a:endParaRPr>
          </a:p>
        </p:txBody>
      </p:sp>
      <p:sp>
        <p:nvSpPr>
          <p:cNvPr id="302" name=""/>
          <p:cNvSpPr/>
          <p:nvPr/>
        </p:nvSpPr>
        <p:spPr>
          <a:xfrm>
            <a:off x="2743200" y="4572000"/>
            <a:ext cx="2057040" cy="456840"/>
          </a:xfrm>
          <a:prstGeom prst="roundRect">
            <a:avLst>
              <a:gd name="adj" fmla="val 16667"/>
            </a:avLst>
          </a:prstGeom>
          <a:solidFill>
            <a:srgbClr val="00A933"/>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FastAPI Backend</a:t>
            </a:r>
            <a:endParaRPr lang="en-US" sz="1800" b="0" u="none" strike="noStrike">
              <a:solidFill>
                <a:srgbClr val="FFFFFF"/>
              </a:solidFill>
              <a:effectLst/>
              <a:uFillTx/>
              <a:latin typeface="Arial"/>
            </a:endParaRPr>
          </a:p>
        </p:txBody>
      </p:sp>
      <p:sp>
        <p:nvSpPr>
          <p:cNvPr id="303" name=""/>
          <p:cNvSpPr/>
          <p:nvPr/>
        </p:nvSpPr>
        <p:spPr>
          <a:xfrm>
            <a:off x="7315200" y="5257800"/>
            <a:ext cx="2057040" cy="456840"/>
          </a:xfrm>
          <a:prstGeom prst="roundRect">
            <a:avLst>
              <a:gd name="adj" fmla="val 16667"/>
            </a:avLst>
          </a:prstGeom>
          <a:solidFill>
            <a:srgbClr val="BF0041"/>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Arial"/>
                <a:ea typeface="DejaVu Sans"/>
              </a:rPr>
              <a:t>   SQLite DB</a:t>
            </a:r>
            <a:endParaRPr lang="en-US" sz="1800" b="0" u="none" strike="noStrike">
              <a:solidFill>
                <a:srgbClr val="FFFFFF"/>
              </a:solidFill>
              <a:effectLst/>
              <a:uFillTx/>
              <a:latin typeface="Arial"/>
            </a:endParaRPr>
          </a:p>
        </p:txBody>
      </p:sp>
      <p:sp>
        <p:nvSpPr>
          <p:cNvPr id="304" name=""/>
          <p:cNvSpPr/>
          <p:nvPr/>
        </p:nvSpPr>
        <p:spPr>
          <a:xfrm>
            <a:off x="8229600" y="5029200"/>
            <a:ext cx="360" cy="22860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05" name=""/>
          <p:cNvSpPr/>
          <p:nvPr/>
        </p:nvSpPr>
        <p:spPr>
          <a:xfrm>
            <a:off x="7086600" y="480060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06" name=""/>
          <p:cNvSpPr/>
          <p:nvPr/>
        </p:nvSpPr>
        <p:spPr>
          <a:xfrm>
            <a:off x="4800600" y="480060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307" name=""/>
          <p:cNvSpPr/>
          <p:nvPr/>
        </p:nvSpPr>
        <p:spPr>
          <a:xfrm>
            <a:off x="2514960" y="4800600"/>
            <a:ext cx="228600" cy="360"/>
          </a:xfrm>
          <a:prstGeom prst="line">
            <a:avLst/>
          </a:prstGeom>
          <a:ln w="0">
            <a:solidFill>
              <a:srgbClr val="3465A4"/>
            </a:solidFill>
            <a:tail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74520" y="156240"/>
            <a:ext cx="8595720" cy="7574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Arial"/>
            </a:endParaRPr>
          </a:p>
        </p:txBody>
      </p:sp>
      <p:sp>
        <p:nvSpPr>
          <p:cNvPr id="309" name="PlaceHolder 2"/>
          <p:cNvSpPr>
            <a:spLocks noGrp="1"/>
          </p:cNvSpPr>
          <p:nvPr>
            <p:ph/>
          </p:nvPr>
        </p:nvSpPr>
        <p:spPr>
          <a:xfrm>
            <a:off x="667080" y="914400"/>
            <a:ext cx="8595720" cy="457128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Arial"/>
            </a:endParaRPr>
          </a:p>
        </p:txBody>
      </p:sp>
      <p:sp>
        <p:nvSpPr>
          <p:cNvPr id="310" name="Cloud Callout 3"/>
          <p:cNvSpPr/>
          <p:nvPr/>
        </p:nvSpPr>
        <p:spPr>
          <a:xfrm>
            <a:off x="2656440" y="5029200"/>
            <a:ext cx="4658400" cy="1273320"/>
          </a:xfrm>
          <a:prstGeom prst="cloudCallout">
            <a:avLst>
              <a:gd name="adj1" fmla="val -20833"/>
              <a:gd name="adj2" fmla="val 62500"/>
            </a:avLst>
          </a:prstGeom>
          <a:solidFill>
            <a:schemeClr val="lt1"/>
          </a:solidFill>
          <a:ln cap="rnd" w="19080">
            <a:solidFill>
              <a:srgbClr val="90C226"/>
            </a:solidFill>
            <a:round/>
          </a:ln>
        </p:spPr>
        <p:style>
          <a:lnRef idx="0"/>
          <a:fillRef idx="0"/>
          <a:effectRef idx="0"/>
          <a:fontRef idx="minor"/>
        </p:style>
        <p:txBody>
          <a:bodyPr lIns="90000" tIns="45000" rIns="90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ea typeface="DejaVu Sans"/>
              </a:rPr>
              <a:t>THANK YOU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1349</TotalTime>
  <Application>LibreOffice/26.2.0.3$Linux_X86_64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2026-03-05T18:53:21Z</dcterms:modified>
  <cp:revision>21</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Widescreen</vt:lpwstr>
  </property>
  <property fmtid="{D5CDD505-2E9C-101B-9397-08002B2CF9AE}" pid="4" name="Slides">
    <vt:r8>13</vt:r8>
  </property>
</Properties>
</file>